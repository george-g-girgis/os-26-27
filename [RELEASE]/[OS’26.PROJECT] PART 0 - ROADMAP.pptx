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56" r:id="rId5"/>
    <p:sldId id="257" r:id="rId6"/>
    <p:sldId id="1707" r:id="rId7"/>
    <p:sldId id="1729" r:id="rId8"/>
    <p:sldId id="675" r:id="rId9"/>
    <p:sldId id="1730" r:id="rId10"/>
    <p:sldId id="1731" r:id="rId11"/>
    <p:sldId id="476" r:id="rId12"/>
    <p:sldId id="1736" r:id="rId13"/>
    <p:sldId id="1743" r:id="rId14"/>
    <p:sldId id="1733" r:id="rId15"/>
    <p:sldId id="1735" r:id="rId16"/>
    <p:sldId id="1734" r:id="rId17"/>
    <p:sldId id="1737" r:id="rId18"/>
    <p:sldId id="1299" r:id="rId19"/>
    <p:sldId id="1738" r:id="rId20"/>
    <p:sldId id="1739" r:id="rId21"/>
    <p:sldId id="1745" r:id="rId22"/>
    <p:sldId id="1740" r:id="rId23"/>
    <p:sldId id="1741" r:id="rId24"/>
    <p:sldId id="1744" r:id="rId25"/>
    <p:sldId id="945" r:id="rId26"/>
    <p:sldId id="174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1657DA-D723-4124-B22B-C8A3DC9AAA70}">
          <p14:sldIdLst>
            <p14:sldId id="256"/>
          </p14:sldIdLst>
        </p14:section>
        <p14:section name="Registration" id="{983D029D-6640-43EA-B004-F4FA6FE3ABF1}">
          <p14:sldIdLst>
            <p14:sldId id="257"/>
            <p14:sldId id="1707"/>
            <p14:sldId id="1729"/>
          </p14:sldIdLst>
        </p14:section>
        <p14:section name="Project Overview" id="{BC7D0C91-EE15-49C2-B8A6-2A9ECC51C614}">
          <p14:sldIdLst>
            <p14:sldId id="675"/>
            <p14:sldId id="1730"/>
            <p14:sldId id="1731"/>
            <p14:sldId id="476"/>
          </p14:sldIdLst>
        </p14:section>
        <p14:section name="Supportive Materials" id="{9D481AC8-A561-4359-887D-6FFD1AC70805}">
          <p14:sldIdLst>
            <p14:sldId id="1736"/>
            <p14:sldId id="1743"/>
            <p14:sldId id="1733"/>
            <p14:sldId id="1735"/>
            <p14:sldId id="1734"/>
          </p14:sldIdLst>
        </p14:section>
        <p14:section name="Logistics" id="{61E49AAF-CFFB-4AC5-AAB2-032BC22135DA}">
          <p14:sldIdLst>
            <p14:sldId id="1737"/>
            <p14:sldId id="1299"/>
            <p14:sldId id="1738"/>
            <p14:sldId id="1739"/>
          </p14:sldIdLst>
        </p14:section>
        <p14:section name="Advices" id="{E9F581DF-FD09-4F6A-8CEC-35F6CB0B3710}">
          <p14:sldIdLst>
            <p14:sldId id="1745"/>
            <p14:sldId id="1740"/>
            <p14:sldId id="1741"/>
            <p14:sldId id="1744"/>
            <p14:sldId id="945"/>
            <p14:sldId id="17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31E923"/>
    <a:srgbClr val="0066FF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33D16-1102-4D95-9EC9-3726E0C0F206}" v="2" dt="2025-10-19T18:54:21.597"/>
    <p1510:client id="{3773D8C2-0DA1-A569-837A-F0EB414A3B93}" v="1" dt="2025-10-19T18:52:55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Salah ELDin" userId="68850134-226f-4097-a9a8-787fd6814b0e" providerId="ADAL" clId="{E6460063-32F4-4C7F-87BF-0A962B794F6D}"/>
    <pc:docChg chg="modSld">
      <pc:chgData name="Ahmed Salah ELDin" userId="68850134-226f-4097-a9a8-787fd6814b0e" providerId="ADAL" clId="{E6460063-32F4-4C7F-87BF-0A962B794F6D}" dt="2023-11-07T22:10:44.288" v="1" actId="20577"/>
      <pc:docMkLst>
        <pc:docMk/>
      </pc:docMkLst>
      <pc:sldChg chg="modSp mod">
        <pc:chgData name="Ahmed Salah ELDin" userId="68850134-226f-4097-a9a8-787fd6814b0e" providerId="ADAL" clId="{E6460063-32F4-4C7F-87BF-0A962B794F6D}" dt="2023-11-07T22:10:44.288" v="1" actId="20577"/>
        <pc:sldMkLst>
          <pc:docMk/>
          <pc:sldMk cId="946860532" sldId="859"/>
        </pc:sldMkLst>
        <pc:graphicFrameChg chg="modGraphic">
          <ac:chgData name="Ahmed Salah ELDin" userId="68850134-226f-4097-a9a8-787fd6814b0e" providerId="ADAL" clId="{E6460063-32F4-4C7F-87BF-0A962B794F6D}" dt="2023-11-07T22:10:44.288" v="1" actId="20577"/>
          <ac:graphicFrameMkLst>
            <pc:docMk/>
            <pc:sldMk cId="946860532" sldId="859"/>
            <ac:graphicFrameMk id="5" creationId="{3E3A3AFA-5336-5953-C516-B4AC3570F458}"/>
          </ac:graphicFrameMkLst>
        </pc:graphicFrameChg>
      </pc:sldChg>
    </pc:docChg>
  </pc:docChgLst>
  <pc:docChgLst>
    <pc:chgData name="rawansherif987654321@gmail.com" userId="S::urn:spo:guest#rawansherif987654321@gmail.com::" providerId="AD" clId="Web-{3773D8C2-0DA1-A569-837A-F0EB414A3B93}"/>
    <pc:docChg chg="sldOrd">
      <pc:chgData name="rawansherif987654321@gmail.com" userId="S::urn:spo:guest#rawansherif987654321@gmail.com::" providerId="AD" clId="Web-{3773D8C2-0DA1-A569-837A-F0EB414A3B93}" dt="2025-10-19T18:52:55.247" v="0"/>
      <pc:docMkLst>
        <pc:docMk/>
      </pc:docMkLst>
      <pc:sldChg chg="ord">
        <pc:chgData name="rawansherif987654321@gmail.com" userId="S::urn:spo:guest#rawansherif987654321@gmail.com::" providerId="AD" clId="Web-{3773D8C2-0DA1-A569-837A-F0EB414A3B93}" dt="2025-10-19T18:52:55.247" v="0"/>
        <pc:sldMkLst>
          <pc:docMk/>
          <pc:sldMk cId="2048078632" sldId="1743"/>
        </pc:sldMkLst>
      </pc:sldChg>
    </pc:docChg>
  </pc:docChgLst>
  <pc:docChgLst>
    <pc:chgData name="Ahmed Salah ELDin" userId="68850134-226f-4097-a9a8-787fd6814b0e" providerId="ADAL" clId="{ABDB72E2-1DE4-44BC-A1C5-DEF6D7024657}"/>
    <pc:docChg chg="undo redo custSel addSld delSld modSld sldOrd addSection delSection modSection">
      <pc:chgData name="Ahmed Salah ELDin" userId="68850134-226f-4097-a9a8-787fd6814b0e" providerId="ADAL" clId="{ABDB72E2-1DE4-44BC-A1C5-DEF6D7024657}" dt="2022-10-17T10:36:04.609" v="1549"/>
      <pc:docMkLst>
        <pc:docMk/>
      </pc:docMkLst>
      <pc:sldChg chg="modSp mod">
        <pc:chgData name="Ahmed Salah ELDin" userId="68850134-226f-4097-a9a8-787fd6814b0e" providerId="ADAL" clId="{ABDB72E2-1DE4-44BC-A1C5-DEF6D7024657}" dt="2022-10-17T07:12:19.236" v="162" actId="27636"/>
        <pc:sldMkLst>
          <pc:docMk/>
          <pc:sldMk cId="1553194731" sldId="256"/>
        </pc:sldMkLst>
        <pc:spChg chg="mod">
          <ac:chgData name="Ahmed Salah ELDin" userId="68850134-226f-4097-a9a8-787fd6814b0e" providerId="ADAL" clId="{ABDB72E2-1DE4-44BC-A1C5-DEF6D7024657}" dt="2022-10-17T07:12:19.236" v="162" actId="27636"/>
          <ac:spMkLst>
            <pc:docMk/>
            <pc:sldMk cId="1553194731" sldId="256"/>
            <ac:spMk id="3" creationId="{3A4D10DF-2536-BB92-0FC3-80368303D050}"/>
          </ac:spMkLst>
        </pc:spChg>
      </pc:sldChg>
      <pc:sldChg chg="modSp mod modAnim">
        <pc:chgData name="Ahmed Salah ELDin" userId="68850134-226f-4097-a9a8-787fd6814b0e" providerId="ADAL" clId="{ABDB72E2-1DE4-44BC-A1C5-DEF6D7024657}" dt="2022-10-17T07:11:50.999" v="144"/>
        <pc:sldMkLst>
          <pc:docMk/>
          <pc:sldMk cId="3835006274" sldId="257"/>
        </pc:sldMkLst>
        <pc:spChg chg="mod">
          <ac:chgData name="Ahmed Salah ELDin" userId="68850134-226f-4097-a9a8-787fd6814b0e" providerId="ADAL" clId="{ABDB72E2-1DE4-44BC-A1C5-DEF6D7024657}" dt="2022-10-17T07:11:24.520" v="141" actId="27636"/>
          <ac:spMkLst>
            <pc:docMk/>
            <pc:sldMk cId="3835006274" sldId="257"/>
            <ac:spMk id="3" creationId="{71A8471A-C9D0-5A9A-5A1E-FE77062D3413}"/>
          </ac:spMkLst>
        </pc:spChg>
      </pc:sldChg>
      <pc:sldChg chg="addSp modSp mod ord">
        <pc:chgData name="Ahmed Salah ELDin" userId="68850134-226f-4097-a9a8-787fd6814b0e" providerId="ADAL" clId="{ABDB72E2-1DE4-44BC-A1C5-DEF6D7024657}" dt="2022-10-17T10:36:04.609" v="1549"/>
        <pc:sldMkLst>
          <pc:docMk/>
          <pc:sldMk cId="699320495" sldId="258"/>
        </pc:sldMkLst>
        <pc:spChg chg="mod">
          <ac:chgData name="Ahmed Salah ELDin" userId="68850134-226f-4097-a9a8-787fd6814b0e" providerId="ADAL" clId="{ABDB72E2-1DE4-44BC-A1C5-DEF6D7024657}" dt="2022-10-17T07:16:40.855" v="183" actId="20577"/>
          <ac:spMkLst>
            <pc:docMk/>
            <pc:sldMk cId="699320495" sldId="258"/>
            <ac:spMk id="2" creationId="{B4112C1C-768E-67BA-CE7E-057E322C6BCD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699320495" sldId="258"/>
            <ac:inkMk id="3" creationId="{4D42365B-4E53-A6E4-18C0-12F84EE348D1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4124862599" sldId="259"/>
        </pc:sldMkLst>
        <pc:spChg chg="mod">
          <ac:chgData name="Ahmed Salah ELDin" userId="68850134-226f-4097-a9a8-787fd6814b0e" providerId="ADAL" clId="{ABDB72E2-1DE4-44BC-A1C5-DEF6D7024657}" dt="2022-10-17T07:18:16.570" v="185" actId="113"/>
          <ac:spMkLst>
            <pc:docMk/>
            <pc:sldMk cId="4124862599" sldId="259"/>
            <ac:spMk id="3" creationId="{9500EDC7-0EE6-5F4C-E06D-D54C1EE65276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4124862599" sldId="259"/>
            <ac:inkMk id="5" creationId="{51A3FC16-6CA0-650A-8A85-00901F1B3D92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3174251173" sldId="261"/>
        </pc:sldMkLst>
        <pc:spChg chg="mod">
          <ac:chgData name="Ahmed Salah ELDin" userId="68850134-226f-4097-a9a8-787fd6814b0e" providerId="ADAL" clId="{ABDB72E2-1DE4-44BC-A1C5-DEF6D7024657}" dt="2022-10-17T07:05:16.121" v="89" actId="20577"/>
          <ac:spMkLst>
            <pc:docMk/>
            <pc:sldMk cId="3174251173" sldId="261"/>
            <ac:spMk id="2" creationId="{64572A18-1143-38B9-B945-0C27D61FA4B1}"/>
          </ac:spMkLst>
        </pc:spChg>
        <pc:spChg chg="mod">
          <ac:chgData name="Ahmed Salah ELDin" userId="68850134-226f-4097-a9a8-787fd6814b0e" providerId="ADAL" clId="{ABDB72E2-1DE4-44BC-A1C5-DEF6D7024657}" dt="2022-10-17T07:21:09.233" v="198" actId="113"/>
          <ac:spMkLst>
            <pc:docMk/>
            <pc:sldMk cId="3174251173" sldId="261"/>
            <ac:spMk id="3" creationId="{4DBE0866-63EC-9A7D-3885-AA0109A6A048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174251173" sldId="261"/>
            <ac:inkMk id="5" creationId="{DF6C4060-331B-9FA8-A8D3-22F70689C350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3899216605" sldId="262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899216605" sldId="262"/>
            <ac:inkMk id="10" creationId="{7D48A273-FA8A-9897-B2B9-4FB264BB5B98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776300451" sldId="263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776300451" sldId="263"/>
            <ac:inkMk id="5" creationId="{ED1E4B92-02E1-9F52-B15A-8FA1FF5730BE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519110457" sldId="264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519110457" sldId="264"/>
            <ac:inkMk id="5" creationId="{192C15CB-E75E-F84E-8AD8-9D14187E3720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876818040" sldId="265"/>
        </pc:sldMkLst>
        <pc:spChg chg="mod">
          <ac:chgData name="Ahmed Salah ELDin" userId="68850134-226f-4097-a9a8-787fd6814b0e" providerId="ADAL" clId="{ABDB72E2-1DE4-44BC-A1C5-DEF6D7024657}" dt="2022-10-17T07:35:37.450" v="361" actId="20577"/>
          <ac:spMkLst>
            <pc:docMk/>
            <pc:sldMk cId="876818040" sldId="265"/>
            <ac:spMk id="3" creationId="{BDD4B734-D010-48A9-3CF2-0F70EC2C9909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876818040" sldId="265"/>
            <ac:inkMk id="5" creationId="{65D56041-DA01-C692-661C-DE443283DB76}"/>
          </ac:inkMkLst>
        </pc:inkChg>
      </pc:sldChg>
      <pc:sldChg chg="modSp mod modAnim">
        <pc:chgData name="Ahmed Salah ELDin" userId="68850134-226f-4097-a9a8-787fd6814b0e" providerId="ADAL" clId="{ABDB72E2-1DE4-44BC-A1C5-DEF6D7024657}" dt="2022-10-17T07:37:17.029" v="364"/>
        <pc:sldMkLst>
          <pc:docMk/>
          <pc:sldMk cId="1012867018" sldId="266"/>
        </pc:sldMkLst>
        <pc:spChg chg="mod">
          <ac:chgData name="Ahmed Salah ELDin" userId="68850134-226f-4097-a9a8-787fd6814b0e" providerId="ADAL" clId="{ABDB72E2-1DE4-44BC-A1C5-DEF6D7024657}" dt="2022-10-17T07:36:41.411" v="362" actId="14100"/>
          <ac:spMkLst>
            <pc:docMk/>
            <pc:sldMk cId="1012867018" sldId="266"/>
            <ac:spMk id="3" creationId="{BDD4B734-D010-48A9-3CF2-0F70EC2C9909}"/>
          </ac:spMkLst>
        </pc:spChg>
        <pc:spChg chg="mod">
          <ac:chgData name="Ahmed Salah ELDin" userId="68850134-226f-4097-a9a8-787fd6814b0e" providerId="ADAL" clId="{ABDB72E2-1DE4-44BC-A1C5-DEF6D7024657}" dt="2022-10-17T07:37:04.677" v="363" actId="14100"/>
          <ac:spMkLst>
            <pc:docMk/>
            <pc:sldMk cId="1012867018" sldId="266"/>
            <ac:spMk id="6" creationId="{4D4BBEE3-6A66-688D-A7CB-B4F7DB6DBCF5}"/>
          </ac:spMkLst>
        </pc:spChg>
      </pc:sldChg>
      <pc:sldChg chg="addSp del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4223804136" sldId="267"/>
        </pc:sldMkLst>
        <pc:spChg chg="mod">
          <ac:chgData name="Ahmed Salah ELDin" userId="68850134-226f-4097-a9a8-787fd6814b0e" providerId="ADAL" clId="{ABDB72E2-1DE4-44BC-A1C5-DEF6D7024657}" dt="2022-10-17T07:42:49.183" v="409" actId="20577"/>
          <ac:spMkLst>
            <pc:docMk/>
            <pc:sldMk cId="4223804136" sldId="267"/>
            <ac:spMk id="3" creationId="{621354B7-0C24-DC16-0C43-3F4DEF906902}"/>
          </ac:spMkLst>
        </pc:spChg>
        <pc:spChg chg="add mod">
          <ac:chgData name="Ahmed Salah ELDin" userId="68850134-226f-4097-a9a8-787fd6814b0e" providerId="ADAL" clId="{ABDB72E2-1DE4-44BC-A1C5-DEF6D7024657}" dt="2022-10-17T07:44:10.960" v="420" actId="1076"/>
          <ac:spMkLst>
            <pc:docMk/>
            <pc:sldMk cId="4223804136" sldId="267"/>
            <ac:spMk id="6" creationId="{CFDD3213-FED0-8CB2-E86F-19F59CFE91A3}"/>
          </ac:spMkLst>
        </pc:spChg>
        <pc:spChg chg="add mod">
          <ac:chgData name="Ahmed Salah ELDin" userId="68850134-226f-4097-a9a8-787fd6814b0e" providerId="ADAL" clId="{ABDB72E2-1DE4-44BC-A1C5-DEF6D7024657}" dt="2022-10-17T07:44:10.960" v="420" actId="1076"/>
          <ac:spMkLst>
            <pc:docMk/>
            <pc:sldMk cId="4223804136" sldId="267"/>
            <ac:spMk id="8" creationId="{5C01451B-75CB-60F9-08BA-B2FC05D21C19}"/>
          </ac:spMkLst>
        </pc:spChg>
        <pc:spChg chg="add mod">
          <ac:chgData name="Ahmed Salah ELDin" userId="68850134-226f-4097-a9a8-787fd6814b0e" providerId="ADAL" clId="{ABDB72E2-1DE4-44BC-A1C5-DEF6D7024657}" dt="2022-10-17T07:42:23.326" v="402" actId="1076"/>
          <ac:spMkLst>
            <pc:docMk/>
            <pc:sldMk cId="4223804136" sldId="267"/>
            <ac:spMk id="9" creationId="{B2AF41FF-6646-7133-8F10-1BB7655D4443}"/>
          </ac:spMkLst>
        </pc:spChg>
        <pc:spChg chg="add mod">
          <ac:chgData name="Ahmed Salah ELDin" userId="68850134-226f-4097-a9a8-787fd6814b0e" providerId="ADAL" clId="{ABDB72E2-1DE4-44BC-A1C5-DEF6D7024657}" dt="2022-10-17T07:42:23.326" v="402" actId="1076"/>
          <ac:spMkLst>
            <pc:docMk/>
            <pc:sldMk cId="4223804136" sldId="267"/>
            <ac:spMk id="10" creationId="{824920AA-F980-7640-EE36-3584BC25FBA8}"/>
          </ac:spMkLst>
        </pc:spChg>
        <pc:spChg chg="add del mod">
          <ac:chgData name="Ahmed Salah ELDin" userId="68850134-226f-4097-a9a8-787fd6814b0e" providerId="ADAL" clId="{ABDB72E2-1DE4-44BC-A1C5-DEF6D7024657}" dt="2022-10-17T07:45:56.619" v="447" actId="164"/>
          <ac:spMkLst>
            <pc:docMk/>
            <pc:sldMk cId="4223804136" sldId="267"/>
            <ac:spMk id="11" creationId="{E0B9AEA6-3815-68AD-6737-1505F1C82C9E}"/>
          </ac:spMkLst>
        </pc:spChg>
        <pc:spChg chg="add del mod">
          <ac:chgData name="Ahmed Salah ELDin" userId="68850134-226f-4097-a9a8-787fd6814b0e" providerId="ADAL" clId="{ABDB72E2-1DE4-44BC-A1C5-DEF6D7024657}" dt="2022-10-17T07:45:56.619" v="447" actId="164"/>
          <ac:spMkLst>
            <pc:docMk/>
            <pc:sldMk cId="4223804136" sldId="267"/>
            <ac:spMk id="12" creationId="{E9CA1940-FC05-672E-27C9-50773E4E7DC5}"/>
          </ac:spMkLst>
        </pc:spChg>
        <pc:spChg chg="add mod">
          <ac:chgData name="Ahmed Salah ELDin" userId="68850134-226f-4097-a9a8-787fd6814b0e" providerId="ADAL" clId="{ABDB72E2-1DE4-44BC-A1C5-DEF6D7024657}" dt="2022-10-17T07:42:35.845" v="407" actId="1076"/>
          <ac:spMkLst>
            <pc:docMk/>
            <pc:sldMk cId="4223804136" sldId="267"/>
            <ac:spMk id="13" creationId="{55886FE2-FA53-4913-5808-593934E4BE9B}"/>
          </ac:spMkLst>
        </pc:spChg>
        <pc:spChg chg="add mod">
          <ac:chgData name="Ahmed Salah ELDin" userId="68850134-226f-4097-a9a8-787fd6814b0e" providerId="ADAL" clId="{ABDB72E2-1DE4-44BC-A1C5-DEF6D7024657}" dt="2022-10-17T07:44:10.607" v="419" actId="1076"/>
          <ac:spMkLst>
            <pc:docMk/>
            <pc:sldMk cId="4223804136" sldId="267"/>
            <ac:spMk id="14" creationId="{B1AB954E-AD31-E80C-4ADD-B9CF304DC750}"/>
          </ac:spMkLst>
        </pc:spChg>
        <pc:spChg chg="add mod">
          <ac:chgData name="Ahmed Salah ELDin" userId="68850134-226f-4097-a9a8-787fd6814b0e" providerId="ADAL" clId="{ABDB72E2-1DE4-44BC-A1C5-DEF6D7024657}" dt="2022-10-17T07:44:43.776" v="443" actId="1038"/>
          <ac:spMkLst>
            <pc:docMk/>
            <pc:sldMk cId="4223804136" sldId="267"/>
            <ac:spMk id="15" creationId="{6DA70F77-9012-EAF0-8BF6-8C0DE59BC55D}"/>
          </ac:spMkLst>
        </pc:spChg>
        <pc:grpChg chg="add mod">
          <ac:chgData name="Ahmed Salah ELDin" userId="68850134-226f-4097-a9a8-787fd6814b0e" providerId="ADAL" clId="{ABDB72E2-1DE4-44BC-A1C5-DEF6D7024657}" dt="2022-10-17T07:45:56.619" v="447" actId="164"/>
          <ac:grpSpMkLst>
            <pc:docMk/>
            <pc:sldMk cId="4223804136" sldId="267"/>
            <ac:grpSpMk id="16" creationId="{AA821CCB-EA25-D003-6465-E63046E4FCF9}"/>
          </ac:grpSpMkLst>
        </pc:gr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4223804136" sldId="267"/>
            <ac:inkMk id="17" creationId="{878A4F8A-906C-010E-35FC-7E864755482C}"/>
          </ac:inkMkLst>
        </pc:inkChg>
      </pc:sldChg>
      <pc:sldChg chg="addSp modSp">
        <pc:chgData name="Ahmed Salah ELDin" userId="68850134-226f-4097-a9a8-787fd6814b0e" providerId="ADAL" clId="{ABDB72E2-1DE4-44BC-A1C5-DEF6D7024657}" dt="2022-10-17T10:36:04.609" v="1549"/>
        <pc:sldMkLst>
          <pc:docMk/>
          <pc:sldMk cId="1239660012" sldId="268"/>
        </pc:sldMkLst>
        <pc:spChg chg="mod">
          <ac:chgData name="Ahmed Salah ELDin" userId="68850134-226f-4097-a9a8-787fd6814b0e" providerId="ADAL" clId="{ABDB72E2-1DE4-44BC-A1C5-DEF6D7024657}" dt="2022-10-17T07:52:45.628" v="613" actId="108"/>
          <ac:spMkLst>
            <pc:docMk/>
            <pc:sldMk cId="1239660012" sldId="268"/>
            <ac:spMk id="3" creationId="{621354B7-0C24-DC16-0C43-3F4DEF906902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239660012" sldId="268"/>
            <ac:inkMk id="6" creationId="{9F34ACAE-4CC3-C5D0-63A6-998D4231BD09}"/>
          </ac:inkMkLst>
        </pc:inkChg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1581616797" sldId="269"/>
        </pc:sldMkLst>
        <pc:spChg chg="mod">
          <ac:chgData name="Ahmed Salah ELDin" userId="68850134-226f-4097-a9a8-787fd6814b0e" providerId="ADAL" clId="{ABDB72E2-1DE4-44BC-A1C5-DEF6D7024657}" dt="2022-10-17T07:54:14.532" v="616" actId="20577"/>
          <ac:spMkLst>
            <pc:docMk/>
            <pc:sldMk cId="1581616797" sldId="269"/>
            <ac:spMk id="3" creationId="{621354B7-0C24-DC16-0C43-3F4DEF906902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581616797" sldId="269"/>
            <ac:inkMk id="10" creationId="{77CFA4D7-0B5A-B26E-4EF8-81EC0F5179DF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3081736879" sldId="270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081736879" sldId="270"/>
            <ac:inkMk id="6" creationId="{4F4E896F-9857-EDC6-5763-0520F54B19FC}"/>
          </ac:inkMkLst>
        </pc:inkChg>
      </pc:sldChg>
      <pc:sldChg chg="modSp modAnim">
        <pc:chgData name="Ahmed Salah ELDin" userId="68850134-226f-4097-a9a8-787fd6814b0e" providerId="ADAL" clId="{ABDB72E2-1DE4-44BC-A1C5-DEF6D7024657}" dt="2022-10-17T08:14:00.908" v="983" actId="404"/>
        <pc:sldMkLst>
          <pc:docMk/>
          <pc:sldMk cId="657418741" sldId="271"/>
        </pc:sldMkLst>
        <pc:spChg chg="mod">
          <ac:chgData name="Ahmed Salah ELDin" userId="68850134-226f-4097-a9a8-787fd6814b0e" providerId="ADAL" clId="{ABDB72E2-1DE4-44BC-A1C5-DEF6D7024657}" dt="2022-10-17T08:14:00.908" v="983" actId="404"/>
          <ac:spMkLst>
            <pc:docMk/>
            <pc:sldMk cId="657418741" sldId="271"/>
            <ac:spMk id="3" creationId="{621354B7-0C24-DC16-0C43-3F4DEF906902}"/>
          </ac:spMkLst>
        </pc:sp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1294416210" sldId="272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294416210" sldId="272"/>
            <ac:inkMk id="7" creationId="{1C789A1C-9D21-5A44-75E2-BFB7C77E32EB}"/>
          </ac:inkMkLst>
        </pc:inkChg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3376042327" sldId="273"/>
        </pc:sldMkLst>
        <pc:spChg chg="mod">
          <ac:chgData name="Ahmed Salah ELDin" userId="68850134-226f-4097-a9a8-787fd6814b0e" providerId="ADAL" clId="{ABDB72E2-1DE4-44BC-A1C5-DEF6D7024657}" dt="2022-10-17T08:13:37.035" v="979" actId="113"/>
          <ac:spMkLst>
            <pc:docMk/>
            <pc:sldMk cId="3376042327" sldId="273"/>
            <ac:spMk id="3" creationId="{4056F7DC-5091-8891-C032-0DA77CAA284F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376042327" sldId="273"/>
            <ac:inkMk id="5" creationId="{D5F84167-5E39-2096-C9F4-09E2DB6E086F}"/>
          </ac:inkMkLst>
        </pc:inkChg>
      </pc:sldChg>
      <pc:sldChg chg="modSp mod">
        <pc:chgData name="Ahmed Salah ELDin" userId="68850134-226f-4097-a9a8-787fd6814b0e" providerId="ADAL" clId="{ABDB72E2-1DE4-44BC-A1C5-DEF6D7024657}" dt="2022-10-17T08:17:00.978" v="1087" actId="20577"/>
        <pc:sldMkLst>
          <pc:docMk/>
          <pc:sldMk cId="2489219107" sldId="274"/>
        </pc:sldMkLst>
        <pc:spChg chg="mod">
          <ac:chgData name="Ahmed Salah ELDin" userId="68850134-226f-4097-a9a8-787fd6814b0e" providerId="ADAL" clId="{ABDB72E2-1DE4-44BC-A1C5-DEF6D7024657}" dt="2022-10-17T08:17:00.978" v="1087" actId="20577"/>
          <ac:spMkLst>
            <pc:docMk/>
            <pc:sldMk cId="2489219107" sldId="274"/>
            <ac:spMk id="3" creationId="{B94FBB06-D851-C895-01F5-EE1063D01E9E}"/>
          </ac:spMkLst>
        </pc:spChg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2058168989" sldId="275"/>
        </pc:sldMkLst>
        <pc:spChg chg="mod">
          <ac:chgData name="Ahmed Salah ELDin" userId="68850134-226f-4097-a9a8-787fd6814b0e" providerId="ADAL" clId="{ABDB72E2-1DE4-44BC-A1C5-DEF6D7024657}" dt="2022-10-17T08:22:03.414" v="1166" actId="20577"/>
          <ac:spMkLst>
            <pc:docMk/>
            <pc:sldMk cId="2058168989" sldId="275"/>
            <ac:spMk id="3" creationId="{CE3506B9-0CFF-B1C0-3880-1B723DA80E80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058168989" sldId="275"/>
            <ac:inkMk id="22" creationId="{BAA7982C-54B0-652B-F405-220BAC114505}"/>
          </ac:inkMkLst>
        </pc:inkChg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78908400" sldId="276"/>
        </pc:sldMkLst>
        <pc:spChg chg="mod">
          <ac:chgData name="Ahmed Salah ELDin" userId="68850134-226f-4097-a9a8-787fd6814b0e" providerId="ADAL" clId="{ABDB72E2-1DE4-44BC-A1C5-DEF6D7024657}" dt="2022-10-17T08:21:28.463" v="1138" actId="20577"/>
          <ac:spMkLst>
            <pc:docMk/>
            <pc:sldMk cId="78908400" sldId="276"/>
            <ac:spMk id="3" creationId="{B94FBB06-D851-C895-01F5-EE1063D01E9E}"/>
          </ac:spMkLst>
        </pc:spChg>
        <pc:spChg chg="mod">
          <ac:chgData name="Ahmed Salah ELDin" userId="68850134-226f-4097-a9a8-787fd6814b0e" providerId="ADAL" clId="{ABDB72E2-1DE4-44BC-A1C5-DEF6D7024657}" dt="2022-10-17T08:20:38.243" v="1133" actId="1076"/>
          <ac:spMkLst>
            <pc:docMk/>
            <pc:sldMk cId="78908400" sldId="276"/>
            <ac:spMk id="81" creationId="{3D4A9770-CFE2-49ED-B526-7B45295A405D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78908400" sldId="276"/>
            <ac:inkMk id="5" creationId="{1A04B1FF-B394-91AA-B18B-71D9CCDB7BFF}"/>
          </ac:inkMkLst>
        </pc:inkChg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445209801" sldId="277"/>
        </pc:sldMkLst>
        <pc:spChg chg="mod">
          <ac:chgData name="Ahmed Salah ELDin" userId="68850134-226f-4097-a9a8-787fd6814b0e" providerId="ADAL" clId="{ABDB72E2-1DE4-44BC-A1C5-DEF6D7024657}" dt="2022-10-17T08:23:40.530" v="1175" actId="20577"/>
          <ac:spMkLst>
            <pc:docMk/>
            <pc:sldMk cId="445209801" sldId="277"/>
            <ac:spMk id="3" creationId="{CE3506B9-0CFF-B1C0-3880-1B723DA80E80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445209801" sldId="277"/>
            <ac:inkMk id="23" creationId="{768D3412-05F3-E478-7526-856B98823E2B}"/>
          </ac:inkMkLst>
        </pc:inkChg>
      </pc:sldChg>
      <pc:sldChg chg="modSp modAnim">
        <pc:chgData name="Ahmed Salah ELDin" userId="68850134-226f-4097-a9a8-787fd6814b0e" providerId="ADAL" clId="{ABDB72E2-1DE4-44BC-A1C5-DEF6D7024657}" dt="2022-10-17T08:27:09.231" v="1211"/>
        <pc:sldMkLst>
          <pc:docMk/>
          <pc:sldMk cId="3516905087" sldId="278"/>
        </pc:sldMkLst>
        <pc:spChg chg="mod">
          <ac:chgData name="Ahmed Salah ELDin" userId="68850134-226f-4097-a9a8-787fd6814b0e" providerId="ADAL" clId="{ABDB72E2-1DE4-44BC-A1C5-DEF6D7024657}" dt="2022-10-17T08:25:10.681" v="1203" actId="403"/>
          <ac:spMkLst>
            <pc:docMk/>
            <pc:sldMk cId="3516905087" sldId="278"/>
            <ac:spMk id="3" creationId="{CE3506B9-0CFF-B1C0-3880-1B723DA80E80}"/>
          </ac:spMkLst>
        </pc:sp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255250965" sldId="279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55250965" sldId="279"/>
            <ac:inkMk id="7" creationId="{A04874DA-229E-418F-4D1E-3D3BA93B68A8}"/>
          </ac:inkMkLst>
        </pc:inkChg>
      </pc:sldChg>
      <pc:sldChg chg="modSp mod modAnim">
        <pc:chgData name="Ahmed Salah ELDin" userId="68850134-226f-4097-a9a8-787fd6814b0e" providerId="ADAL" clId="{ABDB72E2-1DE4-44BC-A1C5-DEF6D7024657}" dt="2022-10-17T06:56:27.725" v="26"/>
        <pc:sldMkLst>
          <pc:docMk/>
          <pc:sldMk cId="0" sldId="281"/>
        </pc:sldMkLst>
        <pc:spChg chg="mod">
          <ac:chgData name="Ahmed Salah ELDin" userId="68850134-226f-4097-a9a8-787fd6814b0e" providerId="ADAL" clId="{ABDB72E2-1DE4-44BC-A1C5-DEF6D7024657}" dt="2022-10-17T06:55:04.658" v="21" actId="14100"/>
          <ac:spMkLst>
            <pc:docMk/>
            <pc:sldMk cId="0" sldId="281"/>
            <ac:spMk id="3" creationId="{00000000-0000-0000-0000-000000000000}"/>
          </ac:spMkLst>
        </pc:spChg>
      </pc:sldChg>
      <pc:sldChg chg="delSp modSp mod delAnim modAnim">
        <pc:chgData name="Ahmed Salah ELDin" userId="68850134-226f-4097-a9a8-787fd6814b0e" providerId="ADAL" clId="{ABDB72E2-1DE4-44BC-A1C5-DEF6D7024657}" dt="2022-10-17T06:58:31.659" v="85" actId="14100"/>
        <pc:sldMkLst>
          <pc:docMk/>
          <pc:sldMk cId="959200356" sldId="282"/>
        </pc:sldMkLst>
        <pc:spChg chg="mod">
          <ac:chgData name="Ahmed Salah ELDin" userId="68850134-226f-4097-a9a8-787fd6814b0e" providerId="ADAL" clId="{ABDB72E2-1DE4-44BC-A1C5-DEF6D7024657}" dt="2022-10-17T06:57:40.769" v="75" actId="27636"/>
          <ac:spMkLst>
            <pc:docMk/>
            <pc:sldMk cId="959200356" sldId="282"/>
            <ac:spMk id="5" creationId="{27335058-C1A0-1850-8421-8E9CCB877474}"/>
          </ac:spMkLst>
        </pc:spChg>
        <pc:spChg chg="mod">
          <ac:chgData name="Ahmed Salah ELDin" userId="68850134-226f-4097-a9a8-787fd6814b0e" providerId="ADAL" clId="{ABDB72E2-1DE4-44BC-A1C5-DEF6D7024657}" dt="2022-10-17T06:58:31.659" v="85" actId="14100"/>
          <ac:spMkLst>
            <pc:docMk/>
            <pc:sldMk cId="959200356" sldId="282"/>
            <ac:spMk id="6" creationId="{8CAA3D32-FF05-983F-4278-034AFF650CAE}"/>
          </ac:spMkLst>
        </pc:spChg>
        <pc:spChg chg="del">
          <ac:chgData name="Ahmed Salah ELDin" userId="68850134-226f-4097-a9a8-787fd6814b0e" providerId="ADAL" clId="{ABDB72E2-1DE4-44BC-A1C5-DEF6D7024657}" dt="2022-10-17T06:56:41.373" v="29" actId="478"/>
          <ac:spMkLst>
            <pc:docMk/>
            <pc:sldMk cId="959200356" sldId="282"/>
            <ac:spMk id="7" creationId="{F9C9DD74-F9FC-FF94-1E07-77E704455BD0}"/>
          </ac:spMkLst>
        </pc:sp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1797231904" sldId="301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797231904" sldId="301"/>
            <ac:inkMk id="2" creationId="{9F8D5883-133A-B78B-392C-9618B7784484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4185945458" sldId="310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4185945458" sldId="310"/>
            <ac:inkMk id="5" creationId="{51952A38-C193-4EAB-2FB3-54D614AE732D}"/>
          </ac:inkMkLst>
        </pc:inkChg>
      </pc:sldChg>
      <pc:sldChg chg="ord">
        <pc:chgData name="Ahmed Salah ELDin" userId="68850134-226f-4097-a9a8-787fd6814b0e" providerId="ADAL" clId="{ABDB72E2-1DE4-44BC-A1C5-DEF6D7024657}" dt="2022-10-17T08:29:23.943" v="1219"/>
        <pc:sldMkLst>
          <pc:docMk/>
          <pc:sldMk cId="4024678342" sldId="450"/>
        </pc:sldMkLst>
      </pc:sldChg>
      <pc:sldChg chg="addSp modSp mod ord">
        <pc:chgData name="Ahmed Salah ELDin" userId="68850134-226f-4097-a9a8-787fd6814b0e" providerId="ADAL" clId="{ABDB72E2-1DE4-44BC-A1C5-DEF6D7024657}" dt="2022-10-17T10:36:04.609" v="1549"/>
        <pc:sldMkLst>
          <pc:docMk/>
          <pc:sldMk cId="2984249051" sldId="451"/>
        </pc:sldMkLst>
        <pc:spChg chg="mod">
          <ac:chgData name="Ahmed Salah ELDin" userId="68850134-226f-4097-a9a8-787fd6814b0e" providerId="ADAL" clId="{ABDB72E2-1DE4-44BC-A1C5-DEF6D7024657}" dt="2022-10-17T08:30:33.301" v="1230" actId="20577"/>
          <ac:spMkLst>
            <pc:docMk/>
            <pc:sldMk cId="2984249051" sldId="451"/>
            <ac:spMk id="7" creationId="{CA1C7974-114C-CCE3-E7AC-32732524898C}"/>
          </ac:spMkLst>
        </pc:spChg>
        <pc:graphicFrameChg chg="modGraphic">
          <ac:chgData name="Ahmed Salah ELDin" userId="68850134-226f-4097-a9a8-787fd6814b0e" providerId="ADAL" clId="{ABDB72E2-1DE4-44BC-A1C5-DEF6D7024657}" dt="2022-10-17T08:30:00.405" v="1221" actId="2711"/>
          <ac:graphicFrameMkLst>
            <pc:docMk/>
            <pc:sldMk cId="2984249051" sldId="451"/>
            <ac:graphicFrameMk id="5" creationId="{2DA6B27C-D2E2-8CAF-5797-FBBE6DF043BD}"/>
          </ac:graphicFrameMkLst>
        </pc:graphicFrame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984249051" sldId="451"/>
            <ac:inkMk id="3" creationId="{43C3DFA3-3751-7B61-C461-2108B57CE667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2375158163" sldId="452"/>
        </pc:sldMkLst>
        <pc:spChg chg="mod">
          <ac:chgData name="Ahmed Salah ELDin" userId="68850134-226f-4097-a9a8-787fd6814b0e" providerId="ADAL" clId="{ABDB72E2-1DE4-44BC-A1C5-DEF6D7024657}" dt="2022-10-17T07:31:54.727" v="308" actId="20577"/>
          <ac:spMkLst>
            <pc:docMk/>
            <pc:sldMk cId="2375158163" sldId="452"/>
            <ac:spMk id="2" creationId="{7EDF8E9F-7477-40C4-8B93-7CEFF71F6618}"/>
          </ac:spMkLst>
        </pc:spChg>
        <pc:graphicFrameChg chg="modGraphic">
          <ac:chgData name="Ahmed Salah ELDin" userId="68850134-226f-4097-a9a8-787fd6814b0e" providerId="ADAL" clId="{ABDB72E2-1DE4-44BC-A1C5-DEF6D7024657}" dt="2022-10-17T07:32:47.657" v="319" actId="2711"/>
          <ac:graphicFrameMkLst>
            <pc:docMk/>
            <pc:sldMk cId="2375158163" sldId="452"/>
            <ac:graphicFrameMk id="5" creationId="{EB3F582C-50B4-3B50-7B6B-4D91F3DED128}"/>
          </ac:graphicFrameMkLst>
        </pc:graphicFrame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375158163" sldId="452"/>
            <ac:inkMk id="6" creationId="{19F06C24-8FD2-2DD2-1B51-3245FB1EDA7D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342908665" sldId="453"/>
        </pc:sldMkLst>
        <pc:spChg chg="mod">
          <ac:chgData name="Ahmed Salah ELDin" userId="68850134-226f-4097-a9a8-787fd6814b0e" providerId="ADAL" clId="{ABDB72E2-1DE4-44BC-A1C5-DEF6D7024657}" dt="2022-10-17T08:33:55.974" v="1245" actId="20577"/>
          <ac:spMkLst>
            <pc:docMk/>
            <pc:sldMk cId="342908665" sldId="453"/>
            <ac:spMk id="3" creationId="{00000000-0000-0000-0000-000000000000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42908665" sldId="453"/>
            <ac:inkMk id="5" creationId="{B35E6E3A-C6A7-2F91-A028-12203BB161A9}"/>
          </ac:inkMkLst>
        </pc:inkChg>
      </pc:sldChg>
      <pc:sldChg chg="del">
        <pc:chgData name="Ahmed Salah ELDin" userId="68850134-226f-4097-a9a8-787fd6814b0e" providerId="ADAL" clId="{ABDB72E2-1DE4-44BC-A1C5-DEF6D7024657}" dt="2022-10-17T07:16:27.788" v="180" actId="47"/>
        <pc:sldMkLst>
          <pc:docMk/>
          <pc:sldMk cId="3867995267" sldId="454"/>
        </pc:sldMkLst>
      </pc:sldChg>
      <pc:sldChg chg="del">
        <pc:chgData name="Ahmed Salah ELDin" userId="68850134-226f-4097-a9a8-787fd6814b0e" providerId="ADAL" clId="{ABDB72E2-1DE4-44BC-A1C5-DEF6D7024657}" dt="2022-10-17T07:19:21.282" v="188" actId="47"/>
        <pc:sldMkLst>
          <pc:docMk/>
          <pc:sldMk cId="3045921456" sldId="455"/>
        </pc:sldMkLst>
      </pc:sldChg>
      <pc:sldChg chg="del">
        <pc:chgData name="Ahmed Salah ELDin" userId="68850134-226f-4097-a9a8-787fd6814b0e" providerId="ADAL" clId="{ABDB72E2-1DE4-44BC-A1C5-DEF6D7024657}" dt="2022-10-17T07:31:35.180" v="301" actId="47"/>
        <pc:sldMkLst>
          <pc:docMk/>
          <pc:sldMk cId="1692903495" sldId="456"/>
        </pc:sldMkLst>
      </pc:sldChg>
      <pc:sldChg chg="del">
        <pc:chgData name="Ahmed Salah ELDin" userId="68850134-226f-4097-a9a8-787fd6814b0e" providerId="ADAL" clId="{ABDB72E2-1DE4-44BC-A1C5-DEF6D7024657}" dt="2022-10-17T08:28:11.910" v="1215" actId="47"/>
        <pc:sldMkLst>
          <pc:docMk/>
          <pc:sldMk cId="3915012586" sldId="457"/>
        </pc:sldMkLst>
      </pc:sldChg>
      <pc:sldChg chg="del">
        <pc:chgData name="Ahmed Salah ELDin" userId="68850134-226f-4097-a9a8-787fd6814b0e" providerId="ADAL" clId="{ABDB72E2-1DE4-44BC-A1C5-DEF6D7024657}" dt="2022-10-17T08:29:17.757" v="1217" actId="47"/>
        <pc:sldMkLst>
          <pc:docMk/>
          <pc:sldMk cId="3704500796" sldId="458"/>
        </pc:sldMkLst>
      </pc:sldChg>
      <pc:sldChg chg="del">
        <pc:chgData name="Ahmed Salah ELDin" userId="68850134-226f-4097-a9a8-787fd6814b0e" providerId="ADAL" clId="{ABDB72E2-1DE4-44BC-A1C5-DEF6D7024657}" dt="2022-10-17T08:31:22.043" v="1234" actId="47"/>
        <pc:sldMkLst>
          <pc:docMk/>
          <pc:sldMk cId="4168451268" sldId="459"/>
        </pc:sldMkLst>
      </pc:sldChg>
      <pc:sldChg chg="del">
        <pc:chgData name="Ahmed Salah ELDin" userId="68850134-226f-4097-a9a8-787fd6814b0e" providerId="ADAL" clId="{ABDB72E2-1DE4-44BC-A1C5-DEF6D7024657}" dt="2022-10-17T08:33:14.966" v="1236" actId="47"/>
        <pc:sldMkLst>
          <pc:docMk/>
          <pc:sldMk cId="789419247" sldId="460"/>
        </pc:sldMkLst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294427817" sldId="461"/>
        </pc:sldMkLst>
        <pc:spChg chg="mod">
          <ac:chgData name="Ahmed Salah ELDin" userId="68850134-226f-4097-a9a8-787fd6814b0e" providerId="ADAL" clId="{ABDB72E2-1DE4-44BC-A1C5-DEF6D7024657}" dt="2022-10-17T07:53:27.938" v="614" actId="20577"/>
          <ac:spMkLst>
            <pc:docMk/>
            <pc:sldMk cId="294427817" sldId="461"/>
            <ac:spMk id="3" creationId="{621354B7-0C24-DC16-0C43-3F4DEF906902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94427817" sldId="461"/>
            <ac:inkMk id="10" creationId="{1F3F6231-B9F0-A0C1-CDC0-22A098FA78DA}"/>
          </ac:inkMkLst>
        </pc:inkChg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3589371717" sldId="462"/>
        </pc:sldMkLst>
        <pc:spChg chg="mod">
          <ac:chgData name="Ahmed Salah ELDin" userId="68850134-226f-4097-a9a8-787fd6814b0e" providerId="ADAL" clId="{ABDB72E2-1DE4-44BC-A1C5-DEF6D7024657}" dt="2022-10-17T07:56:59.314" v="651" actId="20577"/>
          <ac:spMkLst>
            <pc:docMk/>
            <pc:sldMk cId="3589371717" sldId="462"/>
            <ac:spMk id="3" creationId="{621354B7-0C24-DC16-0C43-3F4DEF906902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589371717" sldId="462"/>
            <ac:inkMk id="10" creationId="{D94ED92E-3485-D066-DD2F-37E7FF5072C7}"/>
          </ac:inkMkLst>
        </pc:inkChg>
      </pc:sldChg>
      <pc:sldChg chg="addSp modSp">
        <pc:chgData name="Ahmed Salah ELDin" userId="68850134-226f-4097-a9a8-787fd6814b0e" providerId="ADAL" clId="{ABDB72E2-1DE4-44BC-A1C5-DEF6D7024657}" dt="2022-10-17T10:36:04.609" v="1549"/>
        <pc:sldMkLst>
          <pc:docMk/>
          <pc:sldMk cId="3127210958" sldId="463"/>
        </pc:sldMkLst>
        <pc:spChg chg="mod">
          <ac:chgData name="Ahmed Salah ELDin" userId="68850134-226f-4097-a9a8-787fd6814b0e" providerId="ADAL" clId="{ABDB72E2-1DE4-44BC-A1C5-DEF6D7024657}" dt="2022-10-17T08:38:37.484" v="1247" actId="20577"/>
          <ac:spMkLst>
            <pc:docMk/>
            <pc:sldMk cId="3127210958" sldId="463"/>
            <ac:spMk id="5" creationId="{C49EB151-B214-123A-D29C-F1510C68FA5F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127210958" sldId="463"/>
            <ac:inkMk id="6" creationId="{9A6EB9AE-1ED2-B501-DCD7-4DBA3E9ED2D7}"/>
          </ac:inkMkLst>
        </pc:inkChg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331544636" sldId="464"/>
        </pc:sldMkLst>
        <pc:spChg chg="mod">
          <ac:chgData name="Ahmed Salah ELDin" userId="68850134-226f-4097-a9a8-787fd6814b0e" providerId="ADAL" clId="{ABDB72E2-1DE4-44BC-A1C5-DEF6D7024657}" dt="2022-10-17T07:28:42.247" v="278" actId="1036"/>
          <ac:spMkLst>
            <pc:docMk/>
            <pc:sldMk cId="331544636" sldId="464"/>
            <ac:spMk id="5" creationId="{1B9FF233-5746-57CF-2A78-564A8CBE85C2}"/>
          </ac:spMkLst>
        </pc:spChg>
        <pc:spChg chg="mod">
          <ac:chgData name="Ahmed Salah ELDin" userId="68850134-226f-4097-a9a8-787fd6814b0e" providerId="ADAL" clId="{ABDB72E2-1DE4-44BC-A1C5-DEF6D7024657}" dt="2022-10-17T07:28:46.842" v="280" actId="1036"/>
          <ac:spMkLst>
            <pc:docMk/>
            <pc:sldMk cId="331544636" sldId="464"/>
            <ac:spMk id="7" creationId="{D05AF4FC-4EB2-1D3C-EE47-23098AEB5333}"/>
          </ac:spMkLst>
        </pc:spChg>
        <pc:spChg chg="mod">
          <ac:chgData name="Ahmed Salah ELDin" userId="68850134-226f-4097-a9a8-787fd6814b0e" providerId="ADAL" clId="{ABDB72E2-1DE4-44BC-A1C5-DEF6D7024657}" dt="2022-10-17T07:29:10.617" v="283" actId="14100"/>
          <ac:spMkLst>
            <pc:docMk/>
            <pc:sldMk cId="331544636" sldId="464"/>
            <ac:spMk id="9" creationId="{7D7E345C-78BE-592C-A54D-4DAC4F673D19}"/>
          </ac:spMkLst>
        </pc:spChg>
        <pc:spChg chg="add mod">
          <ac:chgData name="Ahmed Salah ELDin" userId="68850134-226f-4097-a9a8-787fd6814b0e" providerId="ADAL" clId="{ABDB72E2-1DE4-44BC-A1C5-DEF6D7024657}" dt="2022-10-17T07:26:41.867" v="254" actId="164"/>
          <ac:spMkLst>
            <pc:docMk/>
            <pc:sldMk cId="331544636" sldId="464"/>
            <ac:spMk id="10" creationId="{358F8A96-D70B-0C1B-C616-812CD3C0B507}"/>
          </ac:spMkLst>
        </pc:spChg>
        <pc:spChg chg="add mod">
          <ac:chgData name="Ahmed Salah ELDin" userId="68850134-226f-4097-a9a8-787fd6814b0e" providerId="ADAL" clId="{ABDB72E2-1DE4-44BC-A1C5-DEF6D7024657}" dt="2022-10-17T07:26:41.867" v="254" actId="164"/>
          <ac:spMkLst>
            <pc:docMk/>
            <pc:sldMk cId="331544636" sldId="464"/>
            <ac:spMk id="12" creationId="{272E3433-AF32-9B28-BA91-B8C63100CE6A}"/>
          </ac:spMkLst>
        </pc:spChg>
        <pc:spChg chg="mod">
          <ac:chgData name="Ahmed Salah ELDin" userId="68850134-226f-4097-a9a8-787fd6814b0e" providerId="ADAL" clId="{ABDB72E2-1DE4-44BC-A1C5-DEF6D7024657}" dt="2022-10-17T07:25:47.957" v="202" actId="164"/>
          <ac:spMkLst>
            <pc:docMk/>
            <pc:sldMk cId="331544636" sldId="464"/>
            <ac:spMk id="56" creationId="{06C4AF45-7C3E-E936-AB16-4052EB6020D2}"/>
          </ac:spMkLst>
        </pc:spChg>
        <pc:spChg chg="mod">
          <ac:chgData name="Ahmed Salah ELDin" userId="68850134-226f-4097-a9a8-787fd6814b0e" providerId="ADAL" clId="{ABDB72E2-1DE4-44BC-A1C5-DEF6D7024657}" dt="2022-10-17T07:25:23.116" v="199" actId="164"/>
          <ac:spMkLst>
            <pc:docMk/>
            <pc:sldMk cId="331544636" sldId="464"/>
            <ac:spMk id="58" creationId="{3BE2FCC9-2EDB-0A6B-A131-12C6B82B6F35}"/>
          </ac:spMkLst>
        </pc:spChg>
        <pc:spChg chg="mod">
          <ac:chgData name="Ahmed Salah ELDin" userId="68850134-226f-4097-a9a8-787fd6814b0e" providerId="ADAL" clId="{ABDB72E2-1DE4-44BC-A1C5-DEF6D7024657}" dt="2022-10-17T07:26:26.717" v="250" actId="164"/>
          <ac:spMkLst>
            <pc:docMk/>
            <pc:sldMk cId="331544636" sldId="464"/>
            <ac:spMk id="59" creationId="{6334FC07-7411-2204-8F0D-19BAAFE65A0E}"/>
          </ac:spMkLst>
        </pc:spChg>
        <pc:spChg chg="mod">
          <ac:chgData name="Ahmed Salah ELDin" userId="68850134-226f-4097-a9a8-787fd6814b0e" providerId="ADAL" clId="{ABDB72E2-1DE4-44BC-A1C5-DEF6D7024657}" dt="2022-10-17T07:25:23.116" v="199" actId="164"/>
          <ac:spMkLst>
            <pc:docMk/>
            <pc:sldMk cId="331544636" sldId="464"/>
            <ac:spMk id="65" creationId="{46CDA038-274B-C39C-5AC8-2724420C4745}"/>
          </ac:spMkLst>
        </pc:spChg>
        <pc:spChg chg="mod">
          <ac:chgData name="Ahmed Salah ELDin" userId="68850134-226f-4097-a9a8-787fd6814b0e" providerId="ADAL" clId="{ABDB72E2-1DE4-44BC-A1C5-DEF6D7024657}" dt="2022-10-17T07:26:26.717" v="250" actId="164"/>
          <ac:spMkLst>
            <pc:docMk/>
            <pc:sldMk cId="331544636" sldId="464"/>
            <ac:spMk id="66" creationId="{8E0DF5E5-B23F-15F2-A69E-FD5B75529B1B}"/>
          </ac:spMkLst>
        </pc:spChg>
        <pc:spChg chg="mod">
          <ac:chgData name="Ahmed Salah ELDin" userId="68850134-226f-4097-a9a8-787fd6814b0e" providerId="ADAL" clId="{ABDB72E2-1DE4-44BC-A1C5-DEF6D7024657}" dt="2022-10-17T07:27:16.366" v="257" actId="20577"/>
          <ac:spMkLst>
            <pc:docMk/>
            <pc:sldMk cId="331544636" sldId="464"/>
            <ac:spMk id="67" creationId="{06EFC7ED-42B2-2B9C-EE7F-B76B39D08DAF}"/>
          </ac:spMkLst>
        </pc:spChg>
        <pc:spChg chg="mod">
          <ac:chgData name="Ahmed Salah ELDin" userId="68850134-226f-4097-a9a8-787fd6814b0e" providerId="ADAL" clId="{ABDB72E2-1DE4-44BC-A1C5-DEF6D7024657}" dt="2022-10-17T07:27:24.881" v="258" actId="164"/>
          <ac:spMkLst>
            <pc:docMk/>
            <pc:sldMk cId="331544636" sldId="464"/>
            <ac:spMk id="71" creationId="{76EE166E-4A54-B920-7BA3-6E461DD61028}"/>
          </ac:spMkLst>
        </pc:spChg>
        <pc:spChg chg="mod">
          <ac:chgData name="Ahmed Salah ELDin" userId="68850134-226f-4097-a9a8-787fd6814b0e" providerId="ADAL" clId="{ABDB72E2-1DE4-44BC-A1C5-DEF6D7024657}" dt="2022-10-17T07:27:24.881" v="258" actId="164"/>
          <ac:spMkLst>
            <pc:docMk/>
            <pc:sldMk cId="331544636" sldId="464"/>
            <ac:spMk id="72" creationId="{A04CA15D-6977-D022-FB48-F5A1D41EFB06}"/>
          </ac:spMkLst>
        </pc:spChg>
        <pc:grpChg chg="add mod">
          <ac:chgData name="Ahmed Salah ELDin" userId="68850134-226f-4097-a9a8-787fd6814b0e" providerId="ADAL" clId="{ABDB72E2-1DE4-44BC-A1C5-DEF6D7024657}" dt="2022-10-17T07:25:23.116" v="199" actId="164"/>
          <ac:grpSpMkLst>
            <pc:docMk/>
            <pc:sldMk cId="331544636" sldId="464"/>
            <ac:grpSpMk id="6" creationId="{A38E3496-3517-D462-7187-3C8917A9C106}"/>
          </ac:grpSpMkLst>
        </pc:grpChg>
        <pc:grpChg chg="add mod">
          <ac:chgData name="Ahmed Salah ELDin" userId="68850134-226f-4097-a9a8-787fd6814b0e" providerId="ADAL" clId="{ABDB72E2-1DE4-44BC-A1C5-DEF6D7024657}" dt="2022-10-17T07:25:47.957" v="202" actId="164"/>
          <ac:grpSpMkLst>
            <pc:docMk/>
            <pc:sldMk cId="331544636" sldId="464"/>
            <ac:grpSpMk id="8" creationId="{162E39F3-A3C3-66B8-4CE9-1561EF2B83E0}"/>
          </ac:grpSpMkLst>
        </pc:grpChg>
        <pc:grpChg chg="add mod">
          <ac:chgData name="Ahmed Salah ELDin" userId="68850134-226f-4097-a9a8-787fd6814b0e" providerId="ADAL" clId="{ABDB72E2-1DE4-44BC-A1C5-DEF6D7024657}" dt="2022-10-17T07:26:26.717" v="250" actId="164"/>
          <ac:grpSpMkLst>
            <pc:docMk/>
            <pc:sldMk cId="331544636" sldId="464"/>
            <ac:grpSpMk id="11" creationId="{A598A3A4-3113-907E-F9C5-5E801439B9D4}"/>
          </ac:grpSpMkLst>
        </pc:grpChg>
        <pc:grpChg chg="add mod">
          <ac:chgData name="Ahmed Salah ELDin" userId="68850134-226f-4097-a9a8-787fd6814b0e" providerId="ADAL" clId="{ABDB72E2-1DE4-44BC-A1C5-DEF6D7024657}" dt="2022-10-17T07:26:41.867" v="254" actId="164"/>
          <ac:grpSpMkLst>
            <pc:docMk/>
            <pc:sldMk cId="331544636" sldId="464"/>
            <ac:grpSpMk id="13" creationId="{FDA0252A-9CAC-B47A-B917-A77E28498F91}"/>
          </ac:grpSpMkLst>
        </pc:grpChg>
        <pc:grpChg chg="add mod">
          <ac:chgData name="Ahmed Salah ELDin" userId="68850134-226f-4097-a9a8-787fd6814b0e" providerId="ADAL" clId="{ABDB72E2-1DE4-44BC-A1C5-DEF6D7024657}" dt="2022-10-17T07:27:24.881" v="258" actId="164"/>
          <ac:grpSpMkLst>
            <pc:docMk/>
            <pc:sldMk cId="331544636" sldId="464"/>
            <ac:grpSpMk id="14" creationId="{39AA52FE-E1F5-F5B8-0368-DF7BB933E1F2}"/>
          </ac:grpSpMkLst>
        </pc:gr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31544636" sldId="464"/>
            <ac:inkMk id="15" creationId="{12E6AE2A-D90F-F0C1-0547-D9319EFFA980}"/>
          </ac:inkMkLst>
        </pc:inkChg>
      </pc:sldChg>
      <pc:sldChg chg="del">
        <pc:chgData name="Ahmed Salah ELDin" userId="68850134-226f-4097-a9a8-787fd6814b0e" providerId="ADAL" clId="{ABDB72E2-1DE4-44BC-A1C5-DEF6D7024657}" dt="2022-10-17T07:31:40.866" v="302" actId="47"/>
        <pc:sldMkLst>
          <pc:docMk/>
          <pc:sldMk cId="1114907140" sldId="465"/>
        </pc:sldMkLst>
      </pc:sldChg>
      <pc:sldChg chg="modSp add mod">
        <pc:chgData name="Ahmed Salah ELDin" userId="68850134-226f-4097-a9a8-787fd6814b0e" providerId="ADAL" clId="{ABDB72E2-1DE4-44BC-A1C5-DEF6D7024657}" dt="2022-10-17T07:32:08.442" v="315" actId="20577"/>
        <pc:sldMkLst>
          <pc:docMk/>
          <pc:sldMk cId="2314592262" sldId="466"/>
        </pc:sldMkLst>
        <pc:spChg chg="mod">
          <ac:chgData name="Ahmed Salah ELDin" userId="68850134-226f-4097-a9a8-787fd6814b0e" providerId="ADAL" clId="{ABDB72E2-1DE4-44BC-A1C5-DEF6D7024657}" dt="2022-10-17T07:32:08.442" v="315" actId="20577"/>
          <ac:spMkLst>
            <pc:docMk/>
            <pc:sldMk cId="2314592262" sldId="466"/>
            <ac:spMk id="2" creationId="{7EDF8E9F-7477-40C4-8B93-7CEFF71F6618}"/>
          </ac:spMkLst>
        </pc:spChg>
        <pc:graphicFrameChg chg="modGraphic">
          <ac:chgData name="Ahmed Salah ELDin" userId="68850134-226f-4097-a9a8-787fd6814b0e" providerId="ADAL" clId="{ABDB72E2-1DE4-44BC-A1C5-DEF6D7024657}" dt="2022-10-17T07:12:58.202" v="165" actId="20577"/>
          <ac:graphicFrameMkLst>
            <pc:docMk/>
            <pc:sldMk cId="2314592262" sldId="466"/>
            <ac:graphicFrameMk id="5" creationId="{EB3F582C-50B4-3B50-7B6B-4D91F3DED128}"/>
          </ac:graphicFrameMkLst>
        </pc:graphicFrameChg>
      </pc:sldChg>
      <pc:sldChg chg="modSp del mod">
        <pc:chgData name="Ahmed Salah ELDin" userId="68850134-226f-4097-a9a8-787fd6814b0e" providerId="ADAL" clId="{ABDB72E2-1DE4-44BC-A1C5-DEF6D7024657}" dt="2022-10-17T07:09:13.013" v="110" actId="2696"/>
        <pc:sldMkLst>
          <pc:docMk/>
          <pc:sldMk cId="3434799819" sldId="466"/>
        </pc:sldMkLst>
        <pc:spChg chg="mod">
          <ac:chgData name="Ahmed Salah ELDin" userId="68850134-226f-4097-a9a8-787fd6814b0e" providerId="ADAL" clId="{ABDB72E2-1DE4-44BC-A1C5-DEF6D7024657}" dt="2022-10-17T07:08:00.623" v="91" actId="20577"/>
          <ac:spMkLst>
            <pc:docMk/>
            <pc:sldMk cId="3434799819" sldId="466"/>
            <ac:spMk id="2" creationId="{7EDF8E9F-7477-40C4-8B93-7CEFF71F6618}"/>
          </ac:spMkLst>
        </pc:spChg>
        <pc:spChg chg="mod">
          <ac:chgData name="Ahmed Salah ELDin" userId="68850134-226f-4097-a9a8-787fd6814b0e" providerId="ADAL" clId="{ABDB72E2-1DE4-44BC-A1C5-DEF6D7024657}" dt="2022-10-17T07:08:52.485" v="109" actId="20577"/>
          <ac:spMkLst>
            <pc:docMk/>
            <pc:sldMk cId="3434799819" sldId="466"/>
            <ac:spMk id="3" creationId="{AF23B4CD-FA65-7FC5-E1E6-C7593B7AC565}"/>
          </ac:spMkLst>
        </pc:spChg>
      </pc:sldChg>
      <pc:sldChg chg="del">
        <pc:chgData name="Ahmed Salah ELDin" userId="68850134-226f-4097-a9a8-787fd6814b0e" providerId="ADAL" clId="{ABDB72E2-1DE4-44BC-A1C5-DEF6D7024657}" dt="2022-10-17T07:09:13.013" v="110" actId="2696"/>
        <pc:sldMkLst>
          <pc:docMk/>
          <pc:sldMk cId="3515703516" sldId="467"/>
        </pc:sldMkLst>
      </pc:sldChg>
      <pc:sldChg chg="modSp add mod">
        <pc:chgData name="Ahmed Salah ELDin" userId="68850134-226f-4097-a9a8-787fd6814b0e" providerId="ADAL" clId="{ABDB72E2-1DE4-44BC-A1C5-DEF6D7024657}" dt="2022-10-17T07:32:18.671" v="317" actId="20577"/>
        <pc:sldMkLst>
          <pc:docMk/>
          <pc:sldMk cId="4119747146" sldId="467"/>
        </pc:sldMkLst>
        <pc:spChg chg="mod">
          <ac:chgData name="Ahmed Salah ELDin" userId="68850134-226f-4097-a9a8-787fd6814b0e" providerId="ADAL" clId="{ABDB72E2-1DE4-44BC-A1C5-DEF6D7024657}" dt="2022-10-17T07:32:18.671" v="317" actId="20577"/>
          <ac:spMkLst>
            <pc:docMk/>
            <pc:sldMk cId="4119747146" sldId="467"/>
            <ac:spMk id="2" creationId="{EB975FC2-3CCE-5D86-6190-D688592F0FF0}"/>
          </ac:spMkLst>
        </pc:spChg>
      </pc:sldChg>
      <pc:sldChg chg="del">
        <pc:chgData name="Ahmed Salah ELDin" userId="68850134-226f-4097-a9a8-787fd6814b0e" providerId="ADAL" clId="{ABDB72E2-1DE4-44BC-A1C5-DEF6D7024657}" dt="2022-10-17T07:07:43.663" v="90" actId="47"/>
        <pc:sldMkLst>
          <pc:docMk/>
          <pc:sldMk cId="3206902585" sldId="468"/>
        </pc:sldMkLst>
      </pc:sldChg>
      <pc:sldChg chg="del">
        <pc:chgData name="Ahmed Salah ELDin" userId="68850134-226f-4097-a9a8-787fd6814b0e" providerId="ADAL" clId="{ABDB72E2-1DE4-44BC-A1C5-DEF6D7024657}" dt="2022-10-17T07:09:13.013" v="110" actId="2696"/>
        <pc:sldMkLst>
          <pc:docMk/>
          <pc:sldMk cId="263559866" sldId="469"/>
        </pc:sldMkLst>
      </pc:sldChg>
      <pc:sldChg chg="modSp add mod">
        <pc:chgData name="Ahmed Salah ELDin" userId="68850134-226f-4097-a9a8-787fd6814b0e" providerId="ADAL" clId="{ABDB72E2-1DE4-44BC-A1C5-DEF6D7024657}" dt="2022-10-17T07:32:22.733" v="318"/>
        <pc:sldMkLst>
          <pc:docMk/>
          <pc:sldMk cId="480038398" sldId="469"/>
        </pc:sldMkLst>
        <pc:spChg chg="mod">
          <ac:chgData name="Ahmed Salah ELDin" userId="68850134-226f-4097-a9a8-787fd6814b0e" providerId="ADAL" clId="{ABDB72E2-1DE4-44BC-A1C5-DEF6D7024657}" dt="2022-10-17T07:32:22.733" v="318"/>
          <ac:spMkLst>
            <pc:docMk/>
            <pc:sldMk cId="480038398" sldId="469"/>
            <ac:spMk id="2" creationId="{EB975FC2-3CCE-5D86-6190-D688592F0FF0}"/>
          </ac:spMkLst>
        </pc:spChg>
      </pc:sldChg>
      <pc:sldChg chg="modSp add ord modAnim">
        <pc:chgData name="Ahmed Salah ELDin" userId="68850134-226f-4097-a9a8-787fd6814b0e" providerId="ADAL" clId="{ABDB72E2-1DE4-44BC-A1C5-DEF6D7024657}" dt="2022-10-17T07:16:10.760" v="179" actId="207"/>
        <pc:sldMkLst>
          <pc:docMk/>
          <pc:sldMk cId="3020160953" sldId="470"/>
        </pc:sldMkLst>
        <pc:spChg chg="mod">
          <ac:chgData name="Ahmed Salah ELDin" userId="68850134-226f-4097-a9a8-787fd6814b0e" providerId="ADAL" clId="{ABDB72E2-1DE4-44BC-A1C5-DEF6D7024657}" dt="2022-10-17T07:16:10.760" v="179" actId="207"/>
          <ac:spMkLst>
            <pc:docMk/>
            <pc:sldMk cId="3020160953" sldId="470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7:30:40.164" v="294" actId="207"/>
        <pc:sldMkLst>
          <pc:docMk/>
          <pc:sldMk cId="1039901496" sldId="471"/>
        </pc:sldMkLst>
        <pc:spChg chg="mod">
          <ac:chgData name="Ahmed Salah ELDin" userId="68850134-226f-4097-a9a8-787fd6814b0e" providerId="ADAL" clId="{ABDB72E2-1DE4-44BC-A1C5-DEF6D7024657}" dt="2022-10-17T07:30:40.164" v="294" actId="207"/>
          <ac:spMkLst>
            <pc:docMk/>
            <pc:sldMk cId="1039901496" sldId="471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7:31:30.035" v="300" actId="207"/>
        <pc:sldMkLst>
          <pc:docMk/>
          <pc:sldMk cId="3137772925" sldId="472"/>
        </pc:sldMkLst>
        <pc:spChg chg="mod">
          <ac:chgData name="Ahmed Salah ELDin" userId="68850134-226f-4097-a9a8-787fd6814b0e" providerId="ADAL" clId="{ABDB72E2-1DE4-44BC-A1C5-DEF6D7024657}" dt="2022-10-17T07:31:30.035" v="300" actId="207"/>
          <ac:spMkLst>
            <pc:docMk/>
            <pc:sldMk cId="3137772925" sldId="472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8:29:31.040" v="1220" actId="207"/>
        <pc:sldMkLst>
          <pc:docMk/>
          <pc:sldMk cId="2997599869" sldId="473"/>
        </pc:sldMkLst>
        <pc:spChg chg="mod">
          <ac:chgData name="Ahmed Salah ELDin" userId="68850134-226f-4097-a9a8-787fd6814b0e" providerId="ADAL" clId="{ABDB72E2-1DE4-44BC-A1C5-DEF6D7024657}" dt="2022-10-17T08:29:31.040" v="1220" actId="207"/>
          <ac:spMkLst>
            <pc:docMk/>
            <pc:sldMk cId="2997599869" sldId="473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8:31:18.396" v="1233" actId="207"/>
        <pc:sldMkLst>
          <pc:docMk/>
          <pc:sldMk cId="3866734999" sldId="474"/>
        </pc:sldMkLst>
        <pc:spChg chg="mod">
          <ac:chgData name="Ahmed Salah ELDin" userId="68850134-226f-4097-a9a8-787fd6814b0e" providerId="ADAL" clId="{ABDB72E2-1DE4-44BC-A1C5-DEF6D7024657}" dt="2022-10-17T08:31:18.396" v="1233" actId="207"/>
          <ac:spMkLst>
            <pc:docMk/>
            <pc:sldMk cId="3866734999" sldId="474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8:33:26.709" v="1238" actId="207"/>
        <pc:sldMkLst>
          <pc:docMk/>
          <pc:sldMk cId="2221206604" sldId="475"/>
        </pc:sldMkLst>
        <pc:spChg chg="mod">
          <ac:chgData name="Ahmed Salah ELDin" userId="68850134-226f-4097-a9a8-787fd6814b0e" providerId="ADAL" clId="{ABDB72E2-1DE4-44BC-A1C5-DEF6D7024657}" dt="2022-10-17T08:33:26.709" v="1238" actId="207"/>
          <ac:spMkLst>
            <pc:docMk/>
            <pc:sldMk cId="2221206604" sldId="475"/>
            <ac:spMk id="3" creationId="{71A8471A-C9D0-5A9A-5A1E-FE77062D3413}"/>
          </ac:spMkLst>
        </pc:spChg>
      </pc:sldChg>
      <pc:sldChg chg="addSp delSp modSp new mod ord modAnim">
        <pc:chgData name="Ahmed Salah ELDin" userId="68850134-226f-4097-a9a8-787fd6814b0e" providerId="ADAL" clId="{ABDB72E2-1DE4-44BC-A1C5-DEF6D7024657}" dt="2022-10-17T10:36:04.609" v="1549"/>
        <pc:sldMkLst>
          <pc:docMk/>
          <pc:sldMk cId="1305205122" sldId="476"/>
        </pc:sldMkLst>
        <pc:spChg chg="mod">
          <ac:chgData name="Ahmed Salah ELDin" userId="68850134-226f-4097-a9a8-787fd6814b0e" providerId="ADAL" clId="{ABDB72E2-1DE4-44BC-A1C5-DEF6D7024657}" dt="2022-10-17T08:53:03.014" v="1341" actId="1076"/>
          <ac:spMkLst>
            <pc:docMk/>
            <pc:sldMk cId="1305205122" sldId="476"/>
            <ac:spMk id="2" creationId="{BDA18C67-584C-7604-53FE-E7A4975C6A7C}"/>
          </ac:spMkLst>
        </pc:spChg>
        <pc:spChg chg="del">
          <ac:chgData name="Ahmed Salah ELDin" userId="68850134-226f-4097-a9a8-787fd6814b0e" providerId="ADAL" clId="{ABDB72E2-1DE4-44BC-A1C5-DEF6D7024657}" dt="2022-10-17T08:41:21.598" v="1268" actId="478"/>
          <ac:spMkLst>
            <pc:docMk/>
            <pc:sldMk cId="1305205122" sldId="476"/>
            <ac:spMk id="3" creationId="{75EF145A-E41B-9319-6710-E6D34CA05FE8}"/>
          </ac:spMkLst>
        </pc:spChg>
        <pc:spChg chg="add del">
          <ac:chgData name="Ahmed Salah ELDin" userId="68850134-226f-4097-a9a8-787fd6814b0e" providerId="ADAL" clId="{ABDB72E2-1DE4-44BC-A1C5-DEF6D7024657}" dt="2022-10-17T08:48:52.436" v="1281" actId="478"/>
          <ac:spMkLst>
            <pc:docMk/>
            <pc:sldMk cId="1305205122" sldId="476"/>
            <ac:spMk id="7" creationId="{3C8C86F0-95F0-DEA2-E5BE-E1E12D2337C2}"/>
          </ac:spMkLst>
        </pc:spChg>
        <pc:spChg chg="add del">
          <ac:chgData name="Ahmed Salah ELDin" userId="68850134-226f-4097-a9a8-787fd6814b0e" providerId="ADAL" clId="{ABDB72E2-1DE4-44BC-A1C5-DEF6D7024657}" dt="2022-10-17T08:49:11.821" v="1283"/>
          <ac:spMkLst>
            <pc:docMk/>
            <pc:sldMk cId="1305205122" sldId="476"/>
            <ac:spMk id="8" creationId="{682A2B3B-C6D4-EC22-8C2B-DAA374993482}"/>
          </ac:spMkLst>
        </pc:spChg>
        <pc:spChg chg="add mod">
          <ac:chgData name="Ahmed Salah ELDin" userId="68850134-226f-4097-a9a8-787fd6814b0e" providerId="ADAL" clId="{ABDB72E2-1DE4-44BC-A1C5-DEF6D7024657}" dt="2022-10-17T09:00:00.398" v="1389" actId="1076"/>
          <ac:spMkLst>
            <pc:docMk/>
            <pc:sldMk cId="1305205122" sldId="476"/>
            <ac:spMk id="9" creationId="{A7A93D4F-C0B2-775E-163D-17D1BFBBE41A}"/>
          </ac:spMkLst>
        </pc:spChg>
        <pc:spChg chg="add mod">
          <ac:chgData name="Ahmed Salah ELDin" userId="68850134-226f-4097-a9a8-787fd6814b0e" providerId="ADAL" clId="{ABDB72E2-1DE4-44BC-A1C5-DEF6D7024657}" dt="2022-10-17T09:30:08.432" v="1524" actId="1035"/>
          <ac:spMkLst>
            <pc:docMk/>
            <pc:sldMk cId="1305205122" sldId="476"/>
            <ac:spMk id="10" creationId="{E4701054-AD51-CC59-14FE-E979B7F81F9B}"/>
          </ac:spMkLst>
        </pc:spChg>
        <pc:spChg chg="add mod">
          <ac:chgData name="Ahmed Salah ELDin" userId="68850134-226f-4097-a9a8-787fd6814b0e" providerId="ADAL" clId="{ABDB72E2-1DE4-44BC-A1C5-DEF6D7024657}" dt="2022-10-17T09:31:11.929" v="1543" actId="1076"/>
          <ac:spMkLst>
            <pc:docMk/>
            <pc:sldMk cId="1305205122" sldId="476"/>
            <ac:spMk id="11" creationId="{65E64063-5A92-55BB-7AE4-B8261AA4E8AD}"/>
          </ac:spMkLst>
        </pc:spChg>
        <pc:spChg chg="add mod">
          <ac:chgData name="Ahmed Salah ELDin" userId="68850134-226f-4097-a9a8-787fd6814b0e" providerId="ADAL" clId="{ABDB72E2-1DE4-44BC-A1C5-DEF6D7024657}" dt="2022-10-17T09:01:30.204" v="1398" actId="1076"/>
          <ac:spMkLst>
            <pc:docMk/>
            <pc:sldMk cId="1305205122" sldId="476"/>
            <ac:spMk id="15" creationId="{5AB3135F-23C7-D6B7-D8E9-D87643FD9225}"/>
          </ac:spMkLst>
        </pc:spChg>
        <pc:spChg chg="add mod">
          <ac:chgData name="Ahmed Salah ELDin" userId="68850134-226f-4097-a9a8-787fd6814b0e" providerId="ADAL" clId="{ABDB72E2-1DE4-44BC-A1C5-DEF6D7024657}" dt="2022-10-17T09:30:57.709" v="1541" actId="20577"/>
          <ac:spMkLst>
            <pc:docMk/>
            <pc:sldMk cId="1305205122" sldId="476"/>
            <ac:spMk id="36" creationId="{3BC80F33-3491-C682-3EA7-614DBF74CDAB}"/>
          </ac:spMkLst>
        </pc:spChg>
        <pc:spChg chg="add mod">
          <ac:chgData name="Ahmed Salah ELDin" userId="68850134-226f-4097-a9a8-787fd6814b0e" providerId="ADAL" clId="{ABDB72E2-1DE4-44BC-A1C5-DEF6D7024657}" dt="2022-10-17T09:30:25.921" v="1534" actId="1035"/>
          <ac:spMkLst>
            <pc:docMk/>
            <pc:sldMk cId="1305205122" sldId="476"/>
            <ac:spMk id="37" creationId="{07E9C2B0-D9F9-6A64-698E-AD7698A737E0}"/>
          </ac:spMkLst>
        </pc:spChg>
        <pc:spChg chg="add mod">
          <ac:chgData name="Ahmed Salah ELDin" userId="68850134-226f-4097-a9a8-787fd6814b0e" providerId="ADAL" clId="{ABDB72E2-1DE4-44BC-A1C5-DEF6D7024657}" dt="2022-10-17T09:31:38.581" v="1546" actId="1076"/>
          <ac:spMkLst>
            <pc:docMk/>
            <pc:sldMk cId="1305205122" sldId="476"/>
            <ac:spMk id="38" creationId="{E10DC56C-8E3C-E4B4-8884-C1AB98D2D5C5}"/>
          </ac:spMkLst>
        </pc:spChg>
        <pc:grpChg chg="add mod">
          <ac:chgData name="Ahmed Salah ELDin" userId="68850134-226f-4097-a9a8-787fd6814b0e" providerId="ADAL" clId="{ABDB72E2-1DE4-44BC-A1C5-DEF6D7024657}" dt="2022-10-17T09:31:11.929" v="1543" actId="1076"/>
          <ac:grpSpMkLst>
            <pc:docMk/>
            <pc:sldMk cId="1305205122" sldId="476"/>
            <ac:grpSpMk id="12" creationId="{1D672B8A-8729-DC0F-801B-43074AB479C1}"/>
          </ac:grpSpMkLst>
        </pc:grpChg>
        <pc:grpChg chg="add mod">
          <ac:chgData name="Ahmed Salah ELDin" userId="68850134-226f-4097-a9a8-787fd6814b0e" providerId="ADAL" clId="{ABDB72E2-1DE4-44BC-A1C5-DEF6D7024657}" dt="2022-10-17T09:30:08.432" v="1524" actId="1035"/>
          <ac:grpSpMkLst>
            <pc:docMk/>
            <pc:sldMk cId="1305205122" sldId="476"/>
            <ac:grpSpMk id="13" creationId="{EEE6E84C-F577-32E9-C76F-D24CB0B02E92}"/>
          </ac:grpSpMkLst>
        </pc:grpChg>
        <pc:grpChg chg="add mod">
          <ac:chgData name="Ahmed Salah ELDin" userId="68850134-226f-4097-a9a8-787fd6814b0e" providerId="ADAL" clId="{ABDB72E2-1DE4-44BC-A1C5-DEF6D7024657}" dt="2022-10-17T09:00:00.398" v="1389" actId="1076"/>
          <ac:grpSpMkLst>
            <pc:docMk/>
            <pc:sldMk cId="1305205122" sldId="476"/>
            <ac:grpSpMk id="14" creationId="{AAB3EC26-78C1-51CB-BBA5-DF729BA04689}"/>
          </ac:grpSpMkLst>
        </pc:grpChg>
        <pc:grpChg chg="add mod">
          <ac:chgData name="Ahmed Salah ELDin" userId="68850134-226f-4097-a9a8-787fd6814b0e" providerId="ADAL" clId="{ABDB72E2-1DE4-44BC-A1C5-DEF6D7024657}" dt="2022-10-17T09:01:30.204" v="1398" actId="1076"/>
          <ac:grpSpMkLst>
            <pc:docMk/>
            <pc:sldMk cId="1305205122" sldId="476"/>
            <ac:grpSpMk id="16" creationId="{DE22C669-815C-7018-D441-7B0FB8E258B5}"/>
          </ac:grpSpMkLst>
        </pc:grpChg>
        <pc:picChg chg="add mod modCrop">
          <ac:chgData name="Ahmed Salah ELDin" userId="68850134-226f-4097-a9a8-787fd6814b0e" providerId="ADAL" clId="{ABDB72E2-1DE4-44BC-A1C5-DEF6D7024657}" dt="2022-10-17T08:45:32.875" v="1274" actId="14100"/>
          <ac:picMkLst>
            <pc:docMk/>
            <pc:sldMk cId="1305205122" sldId="476"/>
            <ac:picMk id="6" creationId="{A1957125-79A3-E973-AEFF-A70093571482}"/>
          </ac:picMkLst>
        </pc:picChg>
        <pc:picChg chg="add mod">
          <ac:chgData name="Ahmed Salah ELDin" userId="68850134-226f-4097-a9a8-787fd6814b0e" providerId="ADAL" clId="{ABDB72E2-1DE4-44BC-A1C5-DEF6D7024657}" dt="2022-10-17T09:00:00.398" v="1389" actId="1076"/>
          <ac:picMkLst>
            <pc:docMk/>
            <pc:sldMk cId="1305205122" sldId="476"/>
            <ac:picMk id="1026" creationId="{700D42AF-DB30-65BF-E281-6E754C9D841B}"/>
          </ac:picMkLst>
        </pc:picChg>
        <pc:picChg chg="add mod">
          <ac:chgData name="Ahmed Salah ELDin" userId="68850134-226f-4097-a9a8-787fd6814b0e" providerId="ADAL" clId="{ABDB72E2-1DE4-44BC-A1C5-DEF6D7024657}" dt="2022-10-17T09:30:08.432" v="1524" actId="1035"/>
          <ac:picMkLst>
            <pc:docMk/>
            <pc:sldMk cId="1305205122" sldId="476"/>
            <ac:picMk id="1028" creationId="{AE38D3CB-41C7-768D-1C6B-356B9E6F040D}"/>
          </ac:picMkLst>
        </pc:picChg>
        <pc:picChg chg="add mod">
          <ac:chgData name="Ahmed Salah ELDin" userId="68850134-226f-4097-a9a8-787fd6814b0e" providerId="ADAL" clId="{ABDB72E2-1DE4-44BC-A1C5-DEF6D7024657}" dt="2022-10-17T09:31:11.929" v="1543" actId="1076"/>
          <ac:picMkLst>
            <pc:docMk/>
            <pc:sldMk cId="1305205122" sldId="476"/>
            <ac:picMk id="1034" creationId="{8B06C6E7-6EC1-97A5-FCFB-5107B3BC0D3C}"/>
          </ac:picMkLst>
        </pc:picChg>
        <pc:picChg chg="add del">
          <ac:chgData name="Ahmed Salah ELDin" userId="68850134-226f-4097-a9a8-787fd6814b0e" providerId="ADAL" clId="{ABDB72E2-1DE4-44BC-A1C5-DEF6D7024657}" dt="2022-10-17T08:51:17.475" v="1301"/>
          <ac:picMkLst>
            <pc:docMk/>
            <pc:sldMk cId="1305205122" sldId="476"/>
            <ac:picMk id="1036" creationId="{B0A79534-979F-F7B5-29B7-C3A2DF542700}"/>
          </ac:picMkLst>
        </pc:picChg>
        <pc:picChg chg="add mod">
          <ac:chgData name="Ahmed Salah ELDin" userId="68850134-226f-4097-a9a8-787fd6814b0e" providerId="ADAL" clId="{ABDB72E2-1DE4-44BC-A1C5-DEF6D7024657}" dt="2022-10-17T09:01:30.204" v="1398" actId="1076"/>
          <ac:picMkLst>
            <pc:docMk/>
            <pc:sldMk cId="1305205122" sldId="476"/>
            <ac:picMk id="1038" creationId="{AA813DED-7A13-33E7-9EB4-BCAACE179B69}"/>
          </ac:picMkLst>
        </pc:pic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305205122" sldId="476"/>
            <ac:inkMk id="39" creationId="{68ECF869-7570-50A9-D8F1-392D3B5457B7}"/>
          </ac:inkMkLst>
        </pc:inkChg>
        <pc:cxnChg chg="add del mod">
          <ac:chgData name="Ahmed Salah ELDin" userId="68850134-226f-4097-a9a8-787fd6814b0e" providerId="ADAL" clId="{ABDB72E2-1DE4-44BC-A1C5-DEF6D7024657}" dt="2022-10-17T09:01:18.512" v="1397" actId="478"/>
          <ac:cxnSpMkLst>
            <pc:docMk/>
            <pc:sldMk cId="1305205122" sldId="476"/>
            <ac:cxnSpMk id="18" creationId="{CEB2C6D9-9BC1-37D5-32F8-97F76567B671}"/>
          </ac:cxnSpMkLst>
        </pc:cxnChg>
        <pc:cxnChg chg="add mod">
          <ac:chgData name="Ahmed Salah ELDin" userId="68850134-226f-4097-a9a8-787fd6814b0e" providerId="ADAL" clId="{ABDB72E2-1DE4-44BC-A1C5-DEF6D7024657}" dt="2022-10-17T09:01:56.163" v="1401" actId="1582"/>
          <ac:cxnSpMkLst>
            <pc:docMk/>
            <pc:sldMk cId="1305205122" sldId="476"/>
            <ac:cxnSpMk id="21" creationId="{1482FBED-B16F-583A-81DD-DF079655EB5D}"/>
          </ac:cxnSpMkLst>
        </pc:cxnChg>
        <pc:cxnChg chg="add mod">
          <ac:chgData name="Ahmed Salah ELDin" userId="68850134-226f-4097-a9a8-787fd6814b0e" providerId="ADAL" clId="{ABDB72E2-1DE4-44BC-A1C5-DEF6D7024657}" dt="2022-10-17T09:31:11.929" v="1543" actId="1076"/>
          <ac:cxnSpMkLst>
            <pc:docMk/>
            <pc:sldMk cId="1305205122" sldId="476"/>
            <ac:cxnSpMk id="23" creationId="{59C9E978-5EAF-7EF9-9BA4-8D21FC72B2A3}"/>
          </ac:cxnSpMkLst>
        </pc:cxnChg>
        <pc:cxnChg chg="add mod">
          <ac:chgData name="Ahmed Salah ELDin" userId="68850134-226f-4097-a9a8-787fd6814b0e" providerId="ADAL" clId="{ABDB72E2-1DE4-44BC-A1C5-DEF6D7024657}" dt="2022-10-17T09:30:08.432" v="1524" actId="1035"/>
          <ac:cxnSpMkLst>
            <pc:docMk/>
            <pc:sldMk cId="1305205122" sldId="476"/>
            <ac:cxnSpMk id="24" creationId="{FD13F71A-C557-A662-0F4D-63E7DE8909BA}"/>
          </ac:cxnSpMkLst>
        </pc:cxnChg>
        <pc:cxnChg chg="add del mod">
          <ac:chgData name="Ahmed Salah ELDin" userId="68850134-226f-4097-a9a8-787fd6814b0e" providerId="ADAL" clId="{ABDB72E2-1DE4-44BC-A1C5-DEF6D7024657}" dt="2022-10-17T09:03:09.722" v="1412" actId="478"/>
          <ac:cxnSpMkLst>
            <pc:docMk/>
            <pc:sldMk cId="1305205122" sldId="476"/>
            <ac:cxnSpMk id="27" creationId="{A0F617DA-A4DB-8629-7548-EC1CDEB99AA7}"/>
          </ac:cxnSpMkLst>
        </pc:cxnChg>
        <pc:cxnChg chg="add mod">
          <ac:chgData name="Ahmed Salah ELDin" userId="68850134-226f-4097-a9a8-787fd6814b0e" providerId="ADAL" clId="{ABDB72E2-1DE4-44BC-A1C5-DEF6D7024657}" dt="2022-10-17T09:31:11.929" v="1543" actId="1076"/>
          <ac:cxnSpMkLst>
            <pc:docMk/>
            <pc:sldMk cId="1305205122" sldId="476"/>
            <ac:cxnSpMk id="29" creationId="{71126C3F-866A-6B0D-8EDA-A9A3749FDCCE}"/>
          </ac:cxnSpMkLst>
        </pc:cxnChg>
        <pc:cxnChg chg="add del mod">
          <ac:chgData name="Ahmed Salah ELDin" userId="68850134-226f-4097-a9a8-787fd6814b0e" providerId="ADAL" clId="{ABDB72E2-1DE4-44BC-A1C5-DEF6D7024657}" dt="2022-10-17T09:03:24.849" v="1417"/>
          <ac:cxnSpMkLst>
            <pc:docMk/>
            <pc:sldMk cId="1305205122" sldId="476"/>
            <ac:cxnSpMk id="32" creationId="{59866E54-9215-3BFC-3B34-92AD9AE4B547}"/>
          </ac:cxnSpMkLst>
        </pc:cxnChg>
        <pc:cxnChg chg="add mod">
          <ac:chgData name="Ahmed Salah ELDin" userId="68850134-226f-4097-a9a8-787fd6814b0e" providerId="ADAL" clId="{ABDB72E2-1DE4-44BC-A1C5-DEF6D7024657}" dt="2022-10-17T09:30:08.432" v="1524" actId="1035"/>
          <ac:cxnSpMkLst>
            <pc:docMk/>
            <pc:sldMk cId="1305205122" sldId="476"/>
            <ac:cxnSpMk id="33" creationId="{9F7D7CEC-158E-6B05-1D31-5738E8DDD938}"/>
          </ac:cxnSpMkLst>
        </pc:cxnChg>
      </pc:sldChg>
    </pc:docChg>
  </pc:docChgLst>
  <pc:docChgLst>
    <pc:chgData name="Ahmed Salah ELDin" userId="68850134-226f-4097-a9a8-787fd6814b0e" providerId="ADAL" clId="{41529A9F-B598-4F6F-BF77-A2C038883ABA}"/>
    <pc:docChg chg="undo redo custSel addSld delSld modSld sldOrd delMainMaster addSection modSection">
      <pc:chgData name="Ahmed Salah ELDin" userId="68850134-226f-4097-a9a8-787fd6814b0e" providerId="ADAL" clId="{41529A9F-B598-4F6F-BF77-A2C038883ABA}" dt="2024-10-12T20:06:33.660" v="5963" actId="2711"/>
      <pc:docMkLst>
        <pc:docMk/>
      </pc:docMkLst>
      <pc:sldChg chg="modSp mod">
        <pc:chgData name="Ahmed Salah ELDin" userId="68850134-226f-4097-a9a8-787fd6814b0e" providerId="ADAL" clId="{41529A9F-B598-4F6F-BF77-A2C038883ABA}" dt="2024-10-12T01:33:16.999" v="3520" actId="313"/>
        <pc:sldMkLst>
          <pc:docMk/>
          <pc:sldMk cId="1553194731" sldId="256"/>
        </pc:sldMkLst>
        <pc:spChg chg="mod">
          <ac:chgData name="Ahmed Salah ELDin" userId="68850134-226f-4097-a9a8-787fd6814b0e" providerId="ADAL" clId="{41529A9F-B598-4F6F-BF77-A2C038883ABA}" dt="2024-10-07T05:21:32.172" v="0" actId="20577"/>
          <ac:spMkLst>
            <pc:docMk/>
            <pc:sldMk cId="1553194731" sldId="256"/>
            <ac:spMk id="2" creationId="{89C9044F-A993-07CB-D1DD-01EB559068DB}"/>
          </ac:spMkLst>
        </pc:spChg>
        <pc:spChg chg="mod">
          <ac:chgData name="Ahmed Salah ELDin" userId="68850134-226f-4097-a9a8-787fd6814b0e" providerId="ADAL" clId="{41529A9F-B598-4F6F-BF77-A2C038883ABA}" dt="2024-10-12T01:33:16.999" v="3520" actId="313"/>
          <ac:spMkLst>
            <pc:docMk/>
            <pc:sldMk cId="1553194731" sldId="256"/>
            <ac:spMk id="3" creationId="{3A4D10DF-2536-BB92-0FC3-80368303D050}"/>
          </ac:spMkLst>
        </pc:spChg>
      </pc:sldChg>
      <pc:sldChg chg="addSp modSp mod modAnim">
        <pc:chgData name="Ahmed Salah ELDin" userId="68850134-226f-4097-a9a8-787fd6814b0e" providerId="ADAL" clId="{41529A9F-B598-4F6F-BF77-A2C038883ABA}" dt="2024-10-12T20:05:05.441" v="5949" actId="1076"/>
        <pc:sldMkLst>
          <pc:docMk/>
          <pc:sldMk cId="3835006274" sldId="257"/>
        </pc:sldMkLst>
        <pc:spChg chg="mod">
          <ac:chgData name="Ahmed Salah ELDin" userId="68850134-226f-4097-a9a8-787fd6814b0e" providerId="ADAL" clId="{41529A9F-B598-4F6F-BF77-A2C038883ABA}" dt="2024-10-12T19:53:51.859" v="5849" actId="20577"/>
          <ac:spMkLst>
            <pc:docMk/>
            <pc:sldMk cId="3835006274" sldId="257"/>
            <ac:spMk id="3" creationId="{71A8471A-C9D0-5A9A-5A1E-FE77062D3413}"/>
          </ac:spMkLst>
        </pc:spChg>
        <pc:picChg chg="add mod">
          <ac:chgData name="Ahmed Salah ELDin" userId="68850134-226f-4097-a9a8-787fd6814b0e" providerId="ADAL" clId="{41529A9F-B598-4F6F-BF77-A2C038883ABA}" dt="2024-10-12T20:05:05.441" v="5949" actId="1076"/>
          <ac:picMkLst>
            <pc:docMk/>
            <pc:sldMk cId="3835006274" sldId="257"/>
            <ac:picMk id="6" creationId="{C2DA9F49-5E81-13E3-5A06-4C007D516A3A}"/>
          </ac:picMkLst>
        </pc:picChg>
      </pc:sldChg>
      <pc:sldChg chg="del">
        <pc:chgData name="Ahmed Salah ELDin" userId="68850134-226f-4097-a9a8-787fd6814b0e" providerId="ADAL" clId="{41529A9F-B598-4F6F-BF77-A2C038883ABA}" dt="2024-10-12T19:56:55.259" v="5887" actId="47"/>
        <pc:sldMkLst>
          <pc:docMk/>
          <pc:sldMk cId="0" sldId="281"/>
        </pc:sldMkLst>
      </pc:sldChg>
      <pc:sldChg chg="addSp delSp modSp mod modAnim">
        <pc:chgData name="Ahmed Salah ELDin" userId="68850134-226f-4097-a9a8-787fd6814b0e" providerId="ADAL" clId="{41529A9F-B598-4F6F-BF77-A2C038883ABA}" dt="2024-10-12T19:58:56.013" v="5935" actId="14100"/>
        <pc:sldMkLst>
          <pc:docMk/>
          <pc:sldMk cId="959200356" sldId="282"/>
        </pc:sldMkLst>
        <pc:spChg chg="del">
          <ac:chgData name="Ahmed Salah ELDin" userId="68850134-226f-4097-a9a8-787fd6814b0e" providerId="ADAL" clId="{41529A9F-B598-4F6F-BF77-A2C038883ABA}" dt="2024-10-12T19:57:06.635" v="5888" actId="478"/>
          <ac:spMkLst>
            <pc:docMk/>
            <pc:sldMk cId="959200356" sldId="282"/>
            <ac:spMk id="2" creationId="{B489D6B7-436C-2C7F-F13D-6C24251DC420}"/>
          </ac:spMkLst>
        </pc:spChg>
        <pc:spChg chg="mod">
          <ac:chgData name="Ahmed Salah ELDin" userId="68850134-226f-4097-a9a8-787fd6814b0e" providerId="ADAL" clId="{41529A9F-B598-4F6F-BF77-A2C038883ABA}" dt="2024-10-12T19:58:25.761" v="5918" actId="27636"/>
          <ac:spMkLst>
            <pc:docMk/>
            <pc:sldMk cId="959200356" sldId="282"/>
            <ac:spMk id="5" creationId="{27335058-C1A0-1850-8421-8E9CCB877474}"/>
          </ac:spMkLst>
        </pc:spChg>
        <pc:spChg chg="mod">
          <ac:chgData name="Ahmed Salah ELDin" userId="68850134-226f-4097-a9a8-787fd6814b0e" providerId="ADAL" clId="{41529A9F-B598-4F6F-BF77-A2C038883ABA}" dt="2024-10-12T19:58:56.013" v="5935" actId="14100"/>
          <ac:spMkLst>
            <pc:docMk/>
            <pc:sldMk cId="959200356" sldId="282"/>
            <ac:spMk id="6" creationId="{8CAA3D32-FF05-983F-4278-034AFF650CAE}"/>
          </ac:spMkLst>
        </pc:spChg>
        <pc:spChg chg="add del mod">
          <ac:chgData name="Ahmed Salah ELDin" userId="68850134-226f-4097-a9a8-787fd6814b0e" providerId="ADAL" clId="{41529A9F-B598-4F6F-BF77-A2C038883ABA}" dt="2024-10-12T19:57:08.426" v="5889" actId="478"/>
          <ac:spMkLst>
            <pc:docMk/>
            <pc:sldMk cId="959200356" sldId="282"/>
            <ac:spMk id="7" creationId="{FA3B5C02-C0D7-2237-DA1A-76BBB1761C12}"/>
          </ac:spMkLst>
        </pc:spChg>
        <pc:spChg chg="add mod">
          <ac:chgData name="Ahmed Salah ELDin" userId="68850134-226f-4097-a9a8-787fd6814b0e" providerId="ADAL" clId="{41529A9F-B598-4F6F-BF77-A2C038883ABA}" dt="2024-10-12T19:57:13.315" v="5890"/>
          <ac:spMkLst>
            <pc:docMk/>
            <pc:sldMk cId="959200356" sldId="282"/>
            <ac:spMk id="8" creationId="{3B185951-CA11-D235-56FE-077B39063583}"/>
          </ac:spMkLst>
        </pc:spChg>
      </pc:sldChg>
      <pc:sldChg chg="del">
        <pc:chgData name="Ahmed Salah ELDin" userId="68850134-226f-4097-a9a8-787fd6814b0e" providerId="ADAL" clId="{41529A9F-B598-4F6F-BF77-A2C038883ABA}" dt="2024-10-11T22:22:45.106" v="3433" actId="47"/>
        <pc:sldMkLst>
          <pc:docMk/>
          <pc:sldMk cId="2622262222" sldId="293"/>
        </pc:sldMkLst>
      </pc:sldChg>
      <pc:sldChg chg="delSp modSp add mod modTransition modAnim modShow">
        <pc:chgData name="Ahmed Salah ELDin" userId="68850134-226f-4097-a9a8-787fd6814b0e" providerId="ADAL" clId="{41529A9F-B598-4F6F-BF77-A2C038883ABA}" dt="2024-10-12T01:43:05.600" v="3731" actId="14100"/>
        <pc:sldMkLst>
          <pc:docMk/>
          <pc:sldMk cId="0" sldId="353"/>
        </pc:sldMkLst>
        <pc:spChg chg="mod">
          <ac:chgData name="Ahmed Salah ELDin" userId="68850134-226f-4097-a9a8-787fd6814b0e" providerId="ADAL" clId="{41529A9F-B598-4F6F-BF77-A2C038883ABA}" dt="2024-10-12T01:40:48.034" v="3709" actId="20577"/>
          <ac:spMkLst>
            <pc:docMk/>
            <pc:sldMk cId="0" sldId="353"/>
            <ac:spMk id="2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1:43:05.600" v="3731" actId="14100"/>
          <ac:spMkLst>
            <pc:docMk/>
            <pc:sldMk cId="0" sldId="353"/>
            <ac:spMk id="3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1:42:11.145" v="3727" actId="1076"/>
          <ac:spMkLst>
            <pc:docMk/>
            <pc:sldMk cId="0" sldId="353"/>
            <ac:spMk id="5" creationId="{BE127176-EF2A-94C8-9324-EAFD5BCE7315}"/>
          </ac:spMkLst>
        </pc:spChg>
        <pc:picChg chg="del">
          <ac:chgData name="Ahmed Salah ELDin" userId="68850134-226f-4097-a9a8-787fd6814b0e" providerId="ADAL" clId="{41529A9F-B598-4F6F-BF77-A2C038883ABA}" dt="2024-10-12T01:41:53.531" v="3722" actId="478"/>
          <ac:picMkLst>
            <pc:docMk/>
            <pc:sldMk cId="0" sldId="353"/>
            <ac:picMk id="4" creationId="{5804923C-D1BC-9E2B-B0BB-53285E958069}"/>
          </ac:picMkLst>
        </pc:picChg>
      </pc:sldChg>
      <pc:sldChg chg="addSp delSp modSp mod delAnim modAnim">
        <pc:chgData name="Ahmed Salah ELDin" userId="68850134-226f-4097-a9a8-787fd6814b0e" providerId="ADAL" clId="{41529A9F-B598-4F6F-BF77-A2C038883ABA}" dt="2024-10-12T20:03:55.041" v="5946"/>
        <pc:sldMkLst>
          <pc:docMk/>
          <pc:sldMk cId="1305205122" sldId="476"/>
        </pc:sldMkLst>
        <pc:spChg chg="del">
          <ac:chgData name="Ahmed Salah ELDin" userId="68850134-226f-4097-a9a8-787fd6814b0e" providerId="ADAL" clId="{41529A9F-B598-4F6F-BF77-A2C038883ABA}" dt="2024-10-12T20:03:13.880" v="5936" actId="478"/>
          <ac:spMkLst>
            <pc:docMk/>
            <pc:sldMk cId="1305205122" sldId="476"/>
            <ac:spMk id="8" creationId="{DE4D391D-0FDC-7A9A-692A-E9982155BB64}"/>
          </ac:spMkLst>
        </pc:spChg>
        <pc:spChg chg="add mod">
          <ac:chgData name="Ahmed Salah ELDin" userId="68850134-226f-4097-a9a8-787fd6814b0e" providerId="ADAL" clId="{41529A9F-B598-4F6F-BF77-A2C038883ABA}" dt="2024-10-12T20:03:26.448" v="5938" actId="1076"/>
          <ac:spMkLst>
            <pc:docMk/>
            <pc:sldMk cId="1305205122" sldId="476"/>
            <ac:spMk id="17" creationId="{EE5607E2-C47D-E61C-7539-F020BD1AB2AE}"/>
          </ac:spMkLst>
        </pc:spChg>
        <pc:spChg chg="add mod">
          <ac:chgData name="Ahmed Salah ELDin" userId="68850134-226f-4097-a9a8-787fd6814b0e" providerId="ADAL" clId="{41529A9F-B598-4F6F-BF77-A2C038883ABA}" dt="2024-10-12T20:03:36.405" v="5945" actId="20577"/>
          <ac:spMkLst>
            <pc:docMk/>
            <pc:sldMk cId="1305205122" sldId="476"/>
            <ac:spMk id="19" creationId="{B9649C8D-5CBF-1C93-15C2-BF6C10682596}"/>
          </ac:spMkLst>
        </pc:spChg>
      </pc:sldChg>
      <pc:sldChg chg="addSp modSp mod">
        <pc:chgData name="Ahmed Salah ELDin" userId="68850134-226f-4097-a9a8-787fd6814b0e" providerId="ADAL" clId="{41529A9F-B598-4F6F-BF77-A2C038883ABA}" dt="2024-10-12T20:05:28.530" v="5951" actId="1076"/>
        <pc:sldMkLst>
          <pc:docMk/>
          <pc:sldMk cId="1096160882" sldId="477"/>
        </pc:sldMkLst>
        <pc:picChg chg="add mod">
          <ac:chgData name="Ahmed Salah ELDin" userId="68850134-226f-4097-a9a8-787fd6814b0e" providerId="ADAL" clId="{41529A9F-B598-4F6F-BF77-A2C038883ABA}" dt="2024-10-12T20:05:28.530" v="5951" actId="1076"/>
          <ac:picMkLst>
            <pc:docMk/>
            <pc:sldMk cId="1096160882" sldId="477"/>
            <ac:picMk id="3" creationId="{44FEDEC9-DE7F-E888-8BF3-906CBE4E47B2}"/>
          </ac:picMkLst>
        </pc:picChg>
      </pc:sldChg>
      <pc:sldChg chg="modSp mod">
        <pc:chgData name="Ahmed Salah ELDin" userId="68850134-226f-4097-a9a8-787fd6814b0e" providerId="ADAL" clId="{41529A9F-B598-4F6F-BF77-A2C038883ABA}" dt="2024-10-12T20:05:47.371" v="5952" actId="2710"/>
        <pc:sldMkLst>
          <pc:docMk/>
          <pc:sldMk cId="0" sldId="478"/>
        </pc:sldMkLst>
        <pc:graphicFrameChg chg="modGraphic">
          <ac:chgData name="Ahmed Salah ELDin" userId="68850134-226f-4097-a9a8-787fd6814b0e" providerId="ADAL" clId="{41529A9F-B598-4F6F-BF77-A2C038883ABA}" dt="2024-10-12T20:05:47.371" v="5952" actId="2710"/>
          <ac:graphicFrameMkLst>
            <pc:docMk/>
            <pc:sldMk cId="0" sldId="478"/>
            <ac:graphicFrameMk id="75" creationId="{00000000-0000-0000-0000-000000000000}"/>
          </ac:graphicFrameMkLst>
        </pc:graphicFrameChg>
      </pc:sldChg>
      <pc:sldChg chg="modSp">
        <pc:chgData name="Ahmed Salah ELDin" userId="68850134-226f-4097-a9a8-787fd6814b0e" providerId="ADAL" clId="{41529A9F-B598-4F6F-BF77-A2C038883ABA}" dt="2024-10-12T20:06:33.660" v="5963" actId="2711"/>
        <pc:sldMkLst>
          <pc:docMk/>
          <pc:sldMk cId="3388246005" sldId="480"/>
        </pc:sldMkLst>
        <pc:spChg chg="mod">
          <ac:chgData name="Ahmed Salah ELDin" userId="68850134-226f-4097-a9a8-787fd6814b0e" providerId="ADAL" clId="{41529A9F-B598-4F6F-BF77-A2C038883ABA}" dt="2024-10-12T20:06:33.660" v="5963" actId="2711"/>
          <ac:spMkLst>
            <pc:docMk/>
            <pc:sldMk cId="3388246005" sldId="480"/>
            <ac:spMk id="6" creationId="{EB59B656-5837-1EDF-274A-F45D21868AA9}"/>
          </ac:spMkLst>
        </pc:spChg>
      </pc:sldChg>
      <pc:sldChg chg="del">
        <pc:chgData name="Ahmed Salah ELDin" userId="68850134-226f-4097-a9a8-787fd6814b0e" providerId="ADAL" clId="{41529A9F-B598-4F6F-BF77-A2C038883ABA}" dt="2024-10-12T11:21:26.003" v="4908" actId="47"/>
        <pc:sldMkLst>
          <pc:docMk/>
          <pc:sldMk cId="2213567171" sldId="489"/>
        </pc:sldMkLst>
      </pc:sldChg>
      <pc:sldChg chg="modSp mod">
        <pc:chgData name="Ahmed Salah ELDin" userId="68850134-226f-4097-a9a8-787fd6814b0e" providerId="ADAL" clId="{41529A9F-B598-4F6F-BF77-A2C038883ABA}" dt="2024-10-12T11:21:28.806" v="4909" actId="20577"/>
        <pc:sldMkLst>
          <pc:docMk/>
          <pc:sldMk cId="943350000" sldId="490"/>
        </pc:sldMkLst>
        <pc:spChg chg="mod">
          <ac:chgData name="Ahmed Salah ELDin" userId="68850134-226f-4097-a9a8-787fd6814b0e" providerId="ADAL" clId="{41529A9F-B598-4F6F-BF77-A2C038883ABA}" dt="2024-10-12T11:21:28.806" v="4909" actId="20577"/>
          <ac:spMkLst>
            <pc:docMk/>
            <pc:sldMk cId="943350000" sldId="490"/>
            <ac:spMk id="2" creationId="{8F5A60AE-07D3-E9FE-4728-5C028E1A5D32}"/>
          </ac:spMkLst>
        </pc:spChg>
      </pc:sldChg>
      <pc:sldChg chg="modSp mod">
        <pc:chgData name="Ahmed Salah ELDin" userId="68850134-226f-4097-a9a8-787fd6814b0e" providerId="ADAL" clId="{41529A9F-B598-4F6F-BF77-A2C038883ABA}" dt="2024-10-12T11:21:31.137" v="4910" actId="20577"/>
        <pc:sldMkLst>
          <pc:docMk/>
          <pc:sldMk cId="3771889853" sldId="492"/>
        </pc:sldMkLst>
        <pc:spChg chg="mod">
          <ac:chgData name="Ahmed Salah ELDin" userId="68850134-226f-4097-a9a8-787fd6814b0e" providerId="ADAL" clId="{41529A9F-B598-4F6F-BF77-A2C038883ABA}" dt="2024-10-12T11:21:31.137" v="4910" actId="20577"/>
          <ac:spMkLst>
            <pc:docMk/>
            <pc:sldMk cId="3771889853" sldId="492"/>
            <ac:spMk id="2" creationId="{8F5A60AE-07D3-E9FE-4728-5C028E1A5D32}"/>
          </ac:spMkLst>
        </pc:spChg>
      </pc:sldChg>
      <pc:sldChg chg="modSp mod">
        <pc:chgData name="Ahmed Salah ELDin" userId="68850134-226f-4097-a9a8-787fd6814b0e" providerId="ADAL" clId="{41529A9F-B598-4F6F-BF77-A2C038883ABA}" dt="2024-10-12T11:21:33.261" v="4911" actId="20577"/>
        <pc:sldMkLst>
          <pc:docMk/>
          <pc:sldMk cId="1527117060" sldId="493"/>
        </pc:sldMkLst>
        <pc:spChg chg="mod">
          <ac:chgData name="Ahmed Salah ELDin" userId="68850134-226f-4097-a9a8-787fd6814b0e" providerId="ADAL" clId="{41529A9F-B598-4F6F-BF77-A2C038883ABA}" dt="2024-10-12T11:21:33.261" v="4911" actId="20577"/>
          <ac:spMkLst>
            <pc:docMk/>
            <pc:sldMk cId="1527117060" sldId="493"/>
            <ac:spMk id="2" creationId="{8F5A60AE-07D3-E9FE-4728-5C028E1A5D32}"/>
          </ac:spMkLst>
        </pc:spChg>
      </pc:sldChg>
      <pc:sldChg chg="modSp mod">
        <pc:chgData name="Ahmed Salah ELDin" userId="68850134-226f-4097-a9a8-787fd6814b0e" providerId="ADAL" clId="{41529A9F-B598-4F6F-BF77-A2C038883ABA}" dt="2024-10-12T11:21:35.520" v="4912" actId="20577"/>
        <pc:sldMkLst>
          <pc:docMk/>
          <pc:sldMk cId="375204051" sldId="494"/>
        </pc:sldMkLst>
        <pc:spChg chg="mod">
          <ac:chgData name="Ahmed Salah ELDin" userId="68850134-226f-4097-a9a8-787fd6814b0e" providerId="ADAL" clId="{41529A9F-B598-4F6F-BF77-A2C038883ABA}" dt="2024-10-12T11:21:35.520" v="4912" actId="20577"/>
          <ac:spMkLst>
            <pc:docMk/>
            <pc:sldMk cId="375204051" sldId="494"/>
            <ac:spMk id="2" creationId="{8F5A60AE-07D3-E9FE-4728-5C028E1A5D32}"/>
          </ac:spMkLst>
        </pc:spChg>
      </pc:sldChg>
      <pc:sldChg chg="modSp add modTransition modAnim">
        <pc:chgData name="Ahmed Salah ELDin" userId="68850134-226f-4097-a9a8-787fd6814b0e" providerId="ADAL" clId="{41529A9F-B598-4F6F-BF77-A2C038883ABA}" dt="2024-10-12T01:39:14.994" v="3705" actId="2710"/>
        <pc:sldMkLst>
          <pc:docMk/>
          <pc:sldMk cId="395110170" sldId="781"/>
        </pc:sldMkLst>
        <pc:spChg chg="mod">
          <ac:chgData name="Ahmed Salah ELDin" userId="68850134-226f-4097-a9a8-787fd6814b0e" providerId="ADAL" clId="{41529A9F-B598-4F6F-BF77-A2C038883ABA}" dt="2024-10-12T01:39:14.994" v="3705" actId="2710"/>
          <ac:spMkLst>
            <pc:docMk/>
            <pc:sldMk cId="395110170" sldId="781"/>
            <ac:spMk id="3" creationId="{C3B0BFF8-25C7-4F66-91F9-90FF9CBB0C60}"/>
          </ac:spMkLst>
        </pc:spChg>
      </pc:sldChg>
      <pc:sldChg chg="modSp mod">
        <pc:chgData name="Ahmed Salah ELDin" userId="68850134-226f-4097-a9a8-787fd6814b0e" providerId="ADAL" clId="{41529A9F-B598-4F6F-BF77-A2C038883ABA}" dt="2024-10-12T11:21:39.588" v="4913" actId="20577"/>
        <pc:sldMkLst>
          <pc:docMk/>
          <pc:sldMk cId="1744137000" sldId="839"/>
        </pc:sldMkLst>
        <pc:spChg chg="mod">
          <ac:chgData name="Ahmed Salah ELDin" userId="68850134-226f-4097-a9a8-787fd6814b0e" providerId="ADAL" clId="{41529A9F-B598-4F6F-BF77-A2C038883ABA}" dt="2024-10-12T11:21:39.588" v="4913" actId="20577"/>
          <ac:spMkLst>
            <pc:docMk/>
            <pc:sldMk cId="1744137000" sldId="839"/>
            <ac:spMk id="2" creationId="{8F5A60AE-07D3-E9FE-4728-5C028E1A5D32}"/>
          </ac:spMkLst>
        </pc:spChg>
      </pc:sldChg>
      <pc:sldChg chg="addSp delSp modSp mod">
        <pc:chgData name="Ahmed Salah ELDin" userId="68850134-226f-4097-a9a8-787fd6814b0e" providerId="ADAL" clId="{41529A9F-B598-4F6F-BF77-A2C038883ABA}" dt="2024-10-12T11:21:42.021" v="4914" actId="20577"/>
        <pc:sldMkLst>
          <pc:docMk/>
          <pc:sldMk cId="2035950103" sldId="840"/>
        </pc:sldMkLst>
        <pc:spChg chg="mod">
          <ac:chgData name="Ahmed Salah ELDin" userId="68850134-226f-4097-a9a8-787fd6814b0e" providerId="ADAL" clId="{41529A9F-B598-4F6F-BF77-A2C038883ABA}" dt="2024-10-12T11:21:42.021" v="4914" actId="20577"/>
          <ac:spMkLst>
            <pc:docMk/>
            <pc:sldMk cId="2035950103" sldId="840"/>
            <ac:spMk id="2" creationId="{8F5A60AE-07D3-E9FE-4728-5C028E1A5D32}"/>
          </ac:spMkLst>
        </pc:spChg>
        <pc:spChg chg="add del mod">
          <ac:chgData name="Ahmed Salah ELDin" userId="68850134-226f-4097-a9a8-787fd6814b0e" providerId="ADAL" clId="{41529A9F-B598-4F6F-BF77-A2C038883ABA}" dt="2024-10-09T21:02:34.558" v="154" actId="478"/>
          <ac:spMkLst>
            <pc:docMk/>
            <pc:sldMk cId="2035950103" sldId="840"/>
            <ac:spMk id="5" creationId="{CD8C957B-E19B-8E64-5247-7A267FB08B25}"/>
          </ac:spMkLst>
        </pc:spChg>
        <pc:spChg chg="add mod">
          <ac:chgData name="Ahmed Salah ELDin" userId="68850134-226f-4097-a9a8-787fd6814b0e" providerId="ADAL" clId="{41529A9F-B598-4F6F-BF77-A2C038883ABA}" dt="2024-10-09T21:02:38.224" v="156" actId="1076"/>
          <ac:spMkLst>
            <pc:docMk/>
            <pc:sldMk cId="2035950103" sldId="840"/>
            <ac:spMk id="6" creationId="{64547CA7-38EB-1A62-A79B-81A893019771}"/>
          </ac:spMkLst>
        </pc:spChg>
      </pc:sldChg>
      <pc:sldChg chg="modSp mod">
        <pc:chgData name="Ahmed Salah ELDin" userId="68850134-226f-4097-a9a8-787fd6814b0e" providerId="ADAL" clId="{41529A9F-B598-4F6F-BF77-A2C038883ABA}" dt="2024-10-11T19:11:38.814" v="1125" actId="14100"/>
        <pc:sldMkLst>
          <pc:docMk/>
          <pc:sldMk cId="1363397491" sldId="842"/>
        </pc:sldMkLst>
        <pc:spChg chg="mod">
          <ac:chgData name="Ahmed Salah ELDin" userId="68850134-226f-4097-a9a8-787fd6814b0e" providerId="ADAL" clId="{41529A9F-B598-4F6F-BF77-A2C038883ABA}" dt="2024-10-11T19:11:38.814" v="1125" actId="14100"/>
          <ac:spMkLst>
            <pc:docMk/>
            <pc:sldMk cId="1363397491" sldId="842"/>
            <ac:spMk id="3" creationId="{3CC5B943-A737-2E09-8DF5-AD94F37CD1B3}"/>
          </ac:spMkLst>
        </pc:spChg>
      </pc:sldChg>
      <pc:sldChg chg="addSp delSp modSp mod delAnim modAnim">
        <pc:chgData name="Ahmed Salah ELDin" userId="68850134-226f-4097-a9a8-787fd6814b0e" providerId="ADAL" clId="{41529A9F-B598-4F6F-BF77-A2C038883ABA}" dt="2024-10-11T18:56:47.656" v="938" actId="113"/>
        <pc:sldMkLst>
          <pc:docMk/>
          <pc:sldMk cId="686278994" sldId="844"/>
        </pc:sldMkLst>
        <pc:spChg chg="mod">
          <ac:chgData name="Ahmed Salah ELDin" userId="68850134-226f-4097-a9a8-787fd6814b0e" providerId="ADAL" clId="{41529A9F-B598-4F6F-BF77-A2C038883ABA}" dt="2024-10-11T18:13:48.236" v="713" actId="122"/>
          <ac:spMkLst>
            <pc:docMk/>
            <pc:sldMk cId="686278994" sldId="844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18:31:52.610" v="863" actId="1076"/>
          <ac:spMkLst>
            <pc:docMk/>
            <pc:sldMk cId="686278994" sldId="844"/>
            <ac:spMk id="3" creationId="{3CC5B943-A737-2E09-8DF5-AD94F37CD1B3}"/>
          </ac:spMkLst>
        </pc:spChg>
        <pc:spChg chg="del mod">
          <ac:chgData name="Ahmed Salah ELDin" userId="68850134-226f-4097-a9a8-787fd6814b0e" providerId="ADAL" clId="{41529A9F-B598-4F6F-BF77-A2C038883ABA}" dt="2024-10-11T18:13:12.200" v="711" actId="478"/>
          <ac:spMkLst>
            <pc:docMk/>
            <pc:sldMk cId="686278994" sldId="844"/>
            <ac:spMk id="5" creationId="{402B6D5F-07B4-4E13-411D-F9B95692C2EA}"/>
          </ac:spMkLst>
        </pc:spChg>
        <pc:spChg chg="add del mod">
          <ac:chgData name="Ahmed Salah ELDin" userId="68850134-226f-4097-a9a8-787fd6814b0e" providerId="ADAL" clId="{41529A9F-B598-4F6F-BF77-A2C038883ABA}" dt="2024-10-11T17:54:21.169" v="359" actId="478"/>
          <ac:spMkLst>
            <pc:docMk/>
            <pc:sldMk cId="686278994" sldId="844"/>
            <ac:spMk id="7" creationId="{5555675D-4D23-1CC8-FB4D-F4884E6055F8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8" creationId="{9E657163-5377-F8F7-9504-2AC72618EB7A}"/>
          </ac:spMkLst>
        </pc:spChg>
        <pc:spChg chg="add mod">
          <ac:chgData name="Ahmed Salah ELDin" userId="68850134-226f-4097-a9a8-787fd6814b0e" providerId="ADAL" clId="{41529A9F-B598-4F6F-BF77-A2C038883ABA}" dt="2024-10-11T18:06:53.243" v="607" actId="207"/>
          <ac:spMkLst>
            <pc:docMk/>
            <pc:sldMk cId="686278994" sldId="844"/>
            <ac:spMk id="9" creationId="{DE5F9EAE-4A73-970E-1036-D0244A19AF10}"/>
          </ac:spMkLst>
        </pc:spChg>
        <pc:spChg chg="add mod">
          <ac:chgData name="Ahmed Salah ELDin" userId="68850134-226f-4097-a9a8-787fd6814b0e" providerId="ADAL" clId="{41529A9F-B598-4F6F-BF77-A2C038883ABA}" dt="2024-10-11T18:07:02.421" v="608" actId="207"/>
          <ac:spMkLst>
            <pc:docMk/>
            <pc:sldMk cId="686278994" sldId="844"/>
            <ac:spMk id="10" creationId="{32E442A4-21FD-3CFE-35AE-56453CED49BE}"/>
          </ac:spMkLst>
        </pc:spChg>
        <pc:spChg chg="mod">
          <ac:chgData name="Ahmed Salah ELDin" userId="68850134-226f-4097-a9a8-787fd6814b0e" providerId="ADAL" clId="{41529A9F-B598-4F6F-BF77-A2C038883ABA}" dt="2024-10-11T18:07:05.849" v="609"/>
          <ac:spMkLst>
            <pc:docMk/>
            <pc:sldMk cId="686278994" sldId="844"/>
            <ac:spMk id="13" creationId="{78767191-A70D-DB0F-CED9-36FDA04E9832}"/>
          </ac:spMkLst>
        </pc:spChg>
        <pc:spChg chg="mod">
          <ac:chgData name="Ahmed Salah ELDin" userId="68850134-226f-4097-a9a8-787fd6814b0e" providerId="ADAL" clId="{41529A9F-B598-4F6F-BF77-A2C038883ABA}" dt="2024-10-11T18:07:05.849" v="609"/>
          <ac:spMkLst>
            <pc:docMk/>
            <pc:sldMk cId="686278994" sldId="844"/>
            <ac:spMk id="14" creationId="{63F8D29E-AB73-A731-AF91-789FF116BE1D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5" creationId="{DD4ABA9D-0A7D-3A14-15DA-48C25FE2DF75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6" creationId="{D64E1540-C295-85A0-348B-2DD76AE28C8B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7" creationId="{10C38C08-9BB4-D5C0-6A46-3BB4FA9266B7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8" creationId="{2D0B4EE2-C794-23C6-D0C1-2C4F62209424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9" creationId="{E131C4F0-5601-8A3C-A722-DFA28A4A3914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20" creationId="{65CE77EA-62C0-26A3-9EC7-40E7198DD20D}"/>
          </ac:spMkLst>
        </pc:spChg>
        <pc:spChg chg="mod">
          <ac:chgData name="Ahmed Salah ELDin" userId="68850134-226f-4097-a9a8-787fd6814b0e" providerId="ADAL" clId="{41529A9F-B598-4F6F-BF77-A2C038883ABA}" dt="2024-10-11T18:14:08.722" v="714"/>
          <ac:spMkLst>
            <pc:docMk/>
            <pc:sldMk cId="686278994" sldId="844"/>
            <ac:spMk id="22" creationId="{59729E5A-32BC-8404-A784-75AD05B8A5E7}"/>
          </ac:spMkLst>
        </pc:spChg>
        <pc:spChg chg="mod">
          <ac:chgData name="Ahmed Salah ELDin" userId="68850134-226f-4097-a9a8-787fd6814b0e" providerId="ADAL" clId="{41529A9F-B598-4F6F-BF77-A2C038883ABA}" dt="2024-10-11T18:14:08.722" v="714"/>
          <ac:spMkLst>
            <pc:docMk/>
            <pc:sldMk cId="686278994" sldId="844"/>
            <ac:spMk id="23" creationId="{F13BA0CF-06B2-5A9C-2B31-2AB545039A55}"/>
          </ac:spMkLst>
        </pc:spChg>
        <pc:spChg chg="mod">
          <ac:chgData name="Ahmed Salah ELDin" userId="68850134-226f-4097-a9a8-787fd6814b0e" providerId="ADAL" clId="{41529A9F-B598-4F6F-BF77-A2C038883ABA}" dt="2024-10-11T18:14:08.722" v="714"/>
          <ac:spMkLst>
            <pc:docMk/>
            <pc:sldMk cId="686278994" sldId="844"/>
            <ac:spMk id="25" creationId="{91901333-0DC7-8257-1095-DC60CC3B771D}"/>
          </ac:spMkLst>
        </pc:spChg>
        <pc:spChg chg="mod">
          <ac:chgData name="Ahmed Salah ELDin" userId="68850134-226f-4097-a9a8-787fd6814b0e" providerId="ADAL" clId="{41529A9F-B598-4F6F-BF77-A2C038883ABA}" dt="2024-10-11T18:14:08.722" v="714"/>
          <ac:spMkLst>
            <pc:docMk/>
            <pc:sldMk cId="686278994" sldId="844"/>
            <ac:spMk id="26" creationId="{8C88D85D-FAD8-F11B-5C88-CB7CB4A94952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27" creationId="{325A418B-AB80-BD28-0673-77397F2BC492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28" creationId="{FF7B8D7E-53AE-0A7E-F55E-481014831E5F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29" creationId="{80AEC740-E98C-37DE-897F-66E99E5CBC52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30" creationId="{A2CC8B4F-F735-17BC-88A3-2A65FF6F6EA4}"/>
          </ac:spMkLst>
        </pc:spChg>
        <pc:spChg chg="add del mod">
          <ac:chgData name="Ahmed Salah ELDin" userId="68850134-226f-4097-a9a8-787fd6814b0e" providerId="ADAL" clId="{41529A9F-B598-4F6F-BF77-A2C038883ABA}" dt="2024-10-11T18:14:32.710" v="721" actId="478"/>
          <ac:spMkLst>
            <pc:docMk/>
            <pc:sldMk cId="686278994" sldId="844"/>
            <ac:spMk id="31" creationId="{3FF2951C-D879-F8BC-074D-BBF819AAAE0C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32" creationId="{049F57C9-E681-A6E6-61C4-1A67845F988F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3" creationId="{B48C15BE-901B-9505-E0A7-46E3718C7E2A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4" creationId="{DF1A9D0F-5952-86B9-73B1-5C89C88CD61F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5" creationId="{2E97F9B2-9B7A-8D65-C34B-56A904ADCA50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6" creationId="{12ED2E2F-421C-BE16-75C3-C245E77C0D70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7" creationId="{7B710B8B-510C-313F-C5C4-AEBF3BFE67DF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8" creationId="{227F7E8C-6415-E510-6458-D9FC9241CA84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9" creationId="{9CA78CA1-B3FB-2F08-5705-7D0D5CC1FFD3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40" creationId="{8B5DC8B6-3590-A867-1039-F1B0AB93E29B}"/>
          </ac:spMkLst>
        </pc:spChg>
        <pc:spChg chg="add mod">
          <ac:chgData name="Ahmed Salah ELDin" userId="68850134-226f-4097-a9a8-787fd6814b0e" providerId="ADAL" clId="{41529A9F-B598-4F6F-BF77-A2C038883ABA}" dt="2024-10-11T18:56:47.656" v="938" actId="113"/>
          <ac:spMkLst>
            <pc:docMk/>
            <pc:sldMk cId="686278994" sldId="844"/>
            <ac:spMk id="61" creationId="{2F63DD77-B6F8-58E1-C47A-AA58A3F98AA5}"/>
          </ac:spMkLst>
        </pc:spChg>
        <pc:grpChg chg="add mod">
          <ac:chgData name="Ahmed Salah ELDin" userId="68850134-226f-4097-a9a8-787fd6814b0e" providerId="ADAL" clId="{41529A9F-B598-4F6F-BF77-A2C038883ABA}" dt="2024-10-11T18:33:04.451" v="865" actId="1076"/>
          <ac:grpSpMkLst>
            <pc:docMk/>
            <pc:sldMk cId="686278994" sldId="844"/>
            <ac:grpSpMk id="11" creationId="{2B48EB46-767F-D4BE-8374-725AB38C0588}"/>
          </ac:grpSpMkLst>
        </pc:grpChg>
        <pc:grpChg chg="add mod">
          <ac:chgData name="Ahmed Salah ELDin" userId="68850134-226f-4097-a9a8-787fd6814b0e" providerId="ADAL" clId="{41529A9F-B598-4F6F-BF77-A2C038883ABA}" dt="2024-10-11T18:33:04.451" v="865" actId="1076"/>
          <ac:grpSpMkLst>
            <pc:docMk/>
            <pc:sldMk cId="686278994" sldId="844"/>
            <ac:grpSpMk id="12" creationId="{A7AC6637-3641-B345-3F06-DE97E73E3C90}"/>
          </ac:grpSpMkLst>
        </pc:grpChg>
        <pc:grpChg chg="add mod">
          <ac:chgData name="Ahmed Salah ELDin" userId="68850134-226f-4097-a9a8-787fd6814b0e" providerId="ADAL" clId="{41529A9F-B598-4F6F-BF77-A2C038883ABA}" dt="2024-10-11T18:33:04.451" v="865" actId="1076"/>
          <ac:grpSpMkLst>
            <pc:docMk/>
            <pc:sldMk cId="686278994" sldId="844"/>
            <ac:grpSpMk id="21" creationId="{1F2127C3-0ACA-F0BA-6E59-5973C5A13C72}"/>
          </ac:grpSpMkLst>
        </pc:grpChg>
        <pc:grpChg chg="add mod">
          <ac:chgData name="Ahmed Salah ELDin" userId="68850134-226f-4097-a9a8-787fd6814b0e" providerId="ADAL" clId="{41529A9F-B598-4F6F-BF77-A2C038883ABA}" dt="2024-10-11T18:33:04.451" v="865" actId="1076"/>
          <ac:grpSpMkLst>
            <pc:docMk/>
            <pc:sldMk cId="686278994" sldId="844"/>
            <ac:grpSpMk id="24" creationId="{6F20A63E-B8F3-5347-4033-E8CE3E25F2F6}"/>
          </ac:grpSpMkLst>
        </pc:grpChg>
        <pc:grpChg chg="add mod">
          <ac:chgData name="Ahmed Salah ELDin" userId="68850134-226f-4097-a9a8-787fd6814b0e" providerId="ADAL" clId="{41529A9F-B598-4F6F-BF77-A2C038883ABA}" dt="2024-10-11T18:31:32.774" v="861" actId="1076"/>
          <ac:grpSpMkLst>
            <pc:docMk/>
            <pc:sldMk cId="686278994" sldId="844"/>
            <ac:grpSpMk id="60" creationId="{966CDDE5-B7F7-16E7-4BE8-84FCE274D26D}"/>
          </ac:grpSpMkLst>
        </pc:grpChg>
        <pc:picChg chg="del">
          <ac:chgData name="Ahmed Salah ELDin" userId="68850134-226f-4097-a9a8-787fd6814b0e" providerId="ADAL" clId="{41529A9F-B598-4F6F-BF77-A2C038883ABA}" dt="2024-10-11T18:01:50.210" v="567" actId="478"/>
          <ac:picMkLst>
            <pc:docMk/>
            <pc:sldMk cId="686278994" sldId="844"/>
            <ac:picMk id="6" creationId="{805995A6-7E6C-4C63-6B8D-2CA3FF0253F1}"/>
          </ac:picMkLst>
        </pc:picChg>
        <pc:cxnChg chg="add mod">
          <ac:chgData name="Ahmed Salah ELDin" userId="68850134-226f-4097-a9a8-787fd6814b0e" providerId="ADAL" clId="{41529A9F-B598-4F6F-BF77-A2C038883ABA}" dt="2024-10-11T18:30:34.724" v="846" actId="164"/>
          <ac:cxnSpMkLst>
            <pc:docMk/>
            <pc:sldMk cId="686278994" sldId="844"/>
            <ac:cxnSpMk id="42" creationId="{9E8D1F10-F129-669B-14D6-C86F3E61933A}"/>
          </ac:cxnSpMkLst>
        </pc:cxnChg>
        <pc:cxnChg chg="add mod">
          <ac:chgData name="Ahmed Salah ELDin" userId="68850134-226f-4097-a9a8-787fd6814b0e" providerId="ADAL" clId="{41529A9F-B598-4F6F-BF77-A2C038883ABA}" dt="2024-10-11T18:30:34.724" v="846" actId="164"/>
          <ac:cxnSpMkLst>
            <pc:docMk/>
            <pc:sldMk cId="686278994" sldId="844"/>
            <ac:cxnSpMk id="51" creationId="{00E9030C-4DB2-49EF-9825-EAA2333C5EFB}"/>
          </ac:cxnSpMkLst>
        </pc:cxnChg>
        <pc:cxnChg chg="add mod">
          <ac:chgData name="Ahmed Salah ELDin" userId="68850134-226f-4097-a9a8-787fd6814b0e" providerId="ADAL" clId="{41529A9F-B598-4F6F-BF77-A2C038883ABA}" dt="2024-10-11T18:30:34.724" v="846" actId="164"/>
          <ac:cxnSpMkLst>
            <pc:docMk/>
            <pc:sldMk cId="686278994" sldId="844"/>
            <ac:cxnSpMk id="54" creationId="{28244D87-DFA7-7891-0191-F3C30A83CAC1}"/>
          </ac:cxnSpMkLst>
        </pc:cxnChg>
      </pc:sldChg>
      <pc:sldChg chg="addSp delSp modSp mod delAnim modAnim">
        <pc:chgData name="Ahmed Salah ELDin" userId="68850134-226f-4097-a9a8-787fd6814b0e" providerId="ADAL" clId="{41529A9F-B598-4F6F-BF77-A2C038883ABA}" dt="2024-10-11T22:08:13.393" v="3022"/>
        <pc:sldMkLst>
          <pc:docMk/>
          <pc:sldMk cId="3107180818" sldId="845"/>
        </pc:sldMkLst>
        <pc:spChg chg="mod">
          <ac:chgData name="Ahmed Salah ELDin" userId="68850134-226f-4097-a9a8-787fd6814b0e" providerId="ADAL" clId="{41529A9F-B598-4F6F-BF77-A2C038883ABA}" dt="2024-10-11T22:07:31.925" v="3014" actId="20577"/>
          <ac:spMkLst>
            <pc:docMk/>
            <pc:sldMk cId="3107180818" sldId="845"/>
            <ac:spMk id="3" creationId="{3CC5B943-A737-2E09-8DF5-AD94F37CD1B3}"/>
          </ac:spMkLst>
        </pc:spChg>
        <pc:picChg chg="add mod">
          <ac:chgData name="Ahmed Salah ELDin" userId="68850134-226f-4097-a9a8-787fd6814b0e" providerId="ADAL" clId="{41529A9F-B598-4F6F-BF77-A2C038883ABA}" dt="2024-10-11T22:06:04.576" v="2946" actId="1076"/>
          <ac:picMkLst>
            <pc:docMk/>
            <pc:sldMk cId="3107180818" sldId="845"/>
            <ac:picMk id="6" creationId="{62841727-8648-69F4-69CA-CF68F9F4782A}"/>
          </ac:picMkLst>
        </pc:picChg>
        <pc:picChg chg="del">
          <ac:chgData name="Ahmed Salah ELDin" userId="68850134-226f-4097-a9a8-787fd6814b0e" providerId="ADAL" clId="{41529A9F-B598-4F6F-BF77-A2C038883ABA}" dt="2024-10-11T22:05:19.802" v="2944" actId="478"/>
          <ac:picMkLst>
            <pc:docMk/>
            <pc:sldMk cId="3107180818" sldId="845"/>
            <ac:picMk id="7" creationId="{5B62410D-02D6-C111-8A25-1E25D44415B3}"/>
          </ac:picMkLst>
        </pc:picChg>
        <pc:picChg chg="del">
          <ac:chgData name="Ahmed Salah ELDin" userId="68850134-226f-4097-a9a8-787fd6814b0e" providerId="ADAL" clId="{41529A9F-B598-4F6F-BF77-A2C038883ABA}" dt="2024-10-11T22:06:36.141" v="2952" actId="478"/>
          <ac:picMkLst>
            <pc:docMk/>
            <pc:sldMk cId="3107180818" sldId="845"/>
            <ac:picMk id="9" creationId="{02FC2C54-A0D6-1781-194C-F1889AACE225}"/>
          </ac:picMkLst>
        </pc:picChg>
        <pc:picChg chg="add mod">
          <ac:chgData name="Ahmed Salah ELDin" userId="68850134-226f-4097-a9a8-787fd6814b0e" providerId="ADAL" clId="{41529A9F-B598-4F6F-BF77-A2C038883ABA}" dt="2024-10-11T22:07:58.480" v="3017" actId="1076"/>
          <ac:picMkLst>
            <pc:docMk/>
            <pc:sldMk cId="3107180818" sldId="845"/>
            <ac:picMk id="10" creationId="{B87071BC-988C-CCDB-3F0C-0D0926962A44}"/>
          </ac:picMkLst>
        </pc:picChg>
        <pc:picChg chg="del">
          <ac:chgData name="Ahmed Salah ELDin" userId="68850134-226f-4097-a9a8-787fd6814b0e" providerId="ADAL" clId="{41529A9F-B598-4F6F-BF77-A2C038883ABA}" dt="2024-10-11T22:07:38.201" v="3015" actId="478"/>
          <ac:picMkLst>
            <pc:docMk/>
            <pc:sldMk cId="3107180818" sldId="845"/>
            <ac:picMk id="11" creationId="{4A84B43B-92A3-DAB1-9812-817CE1EB7778}"/>
          </ac:picMkLst>
        </pc:picChg>
      </pc:sldChg>
      <pc:sldChg chg="modSp">
        <pc:chgData name="Ahmed Salah ELDin" userId="68850134-226f-4097-a9a8-787fd6814b0e" providerId="ADAL" clId="{41529A9F-B598-4F6F-BF77-A2C038883ABA}" dt="2024-10-11T22:37:54.385" v="3480" actId="255"/>
        <pc:sldMkLst>
          <pc:docMk/>
          <pc:sldMk cId="2316613724" sldId="846"/>
        </pc:sldMkLst>
        <pc:spChg chg="mod">
          <ac:chgData name="Ahmed Salah ELDin" userId="68850134-226f-4097-a9a8-787fd6814b0e" providerId="ADAL" clId="{41529A9F-B598-4F6F-BF77-A2C038883ABA}" dt="2024-10-11T22:37:54.385" v="3480" actId="255"/>
          <ac:spMkLst>
            <pc:docMk/>
            <pc:sldMk cId="2316613724" sldId="846"/>
            <ac:spMk id="3" creationId="{3CC5B943-A737-2E09-8DF5-AD94F37CD1B3}"/>
          </ac:spMkLst>
        </pc:spChg>
      </pc:sldChg>
      <pc:sldChg chg="modSp mod addAnim delAnim modAnim">
        <pc:chgData name="Ahmed Salah ELDin" userId="68850134-226f-4097-a9a8-787fd6814b0e" providerId="ADAL" clId="{41529A9F-B598-4F6F-BF77-A2C038883ABA}" dt="2024-10-12T11:21:53.584" v="4917" actId="20577"/>
        <pc:sldMkLst>
          <pc:docMk/>
          <pc:sldMk cId="2060065130" sldId="847"/>
        </pc:sldMkLst>
        <pc:spChg chg="mod">
          <ac:chgData name="Ahmed Salah ELDin" userId="68850134-226f-4097-a9a8-787fd6814b0e" providerId="ADAL" clId="{41529A9F-B598-4F6F-BF77-A2C038883ABA}" dt="2024-10-12T11:21:53.584" v="4917" actId="20577"/>
          <ac:spMkLst>
            <pc:docMk/>
            <pc:sldMk cId="2060065130" sldId="847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7:04.746" v="3479" actId="14100"/>
          <ac:spMkLst>
            <pc:docMk/>
            <pc:sldMk cId="2060065130" sldId="847"/>
            <ac:spMk id="3" creationId="{3CC5B943-A737-2E09-8DF5-AD94F37CD1B3}"/>
          </ac:spMkLst>
        </pc:spChg>
      </pc:sldChg>
      <pc:sldChg chg="modSp mod modAnim">
        <pc:chgData name="Ahmed Salah ELDin" userId="68850134-226f-4097-a9a8-787fd6814b0e" providerId="ADAL" clId="{41529A9F-B598-4F6F-BF77-A2C038883ABA}" dt="2024-10-12T11:21:59.262" v="4919" actId="20577"/>
        <pc:sldMkLst>
          <pc:docMk/>
          <pc:sldMk cId="2446764588" sldId="848"/>
        </pc:sldMkLst>
        <pc:spChg chg="mod">
          <ac:chgData name="Ahmed Salah ELDin" userId="68850134-226f-4097-a9a8-787fd6814b0e" providerId="ADAL" clId="{41529A9F-B598-4F6F-BF77-A2C038883ABA}" dt="2024-10-12T11:21:59.262" v="4919" actId="20577"/>
          <ac:spMkLst>
            <pc:docMk/>
            <pc:sldMk cId="2446764588" sldId="848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21:23.310" v="3424" actId="14100"/>
          <ac:spMkLst>
            <pc:docMk/>
            <pc:sldMk cId="2446764588" sldId="848"/>
            <ac:spMk id="3" creationId="{3CC5B943-A737-2E09-8DF5-AD94F37CD1B3}"/>
          </ac:spMkLst>
        </pc:spChg>
      </pc:sldChg>
      <pc:sldChg chg="modSp mod modAnim">
        <pc:chgData name="Ahmed Salah ELDin" userId="68850134-226f-4097-a9a8-787fd6814b0e" providerId="ADAL" clId="{41529A9F-B598-4F6F-BF77-A2C038883ABA}" dt="2024-10-12T11:22:01.511" v="4920" actId="20577"/>
        <pc:sldMkLst>
          <pc:docMk/>
          <pc:sldMk cId="30177481" sldId="849"/>
        </pc:sldMkLst>
        <pc:spChg chg="mod">
          <ac:chgData name="Ahmed Salah ELDin" userId="68850134-226f-4097-a9a8-787fd6814b0e" providerId="ADAL" clId="{41529A9F-B598-4F6F-BF77-A2C038883ABA}" dt="2024-10-12T11:22:01.511" v="4920" actId="20577"/>
          <ac:spMkLst>
            <pc:docMk/>
            <pc:sldMk cId="30177481" sldId="849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8:39.090" v="3484" actId="20577"/>
          <ac:spMkLst>
            <pc:docMk/>
            <pc:sldMk cId="30177481" sldId="849"/>
            <ac:spMk id="3" creationId="{3CC5B943-A737-2E09-8DF5-AD94F37CD1B3}"/>
          </ac:spMkLst>
        </pc:spChg>
      </pc:sldChg>
      <pc:sldChg chg="addSp delSp modSp mod modAnim">
        <pc:chgData name="Ahmed Salah ELDin" userId="68850134-226f-4097-a9a8-787fd6814b0e" providerId="ADAL" clId="{41529A9F-B598-4F6F-BF77-A2C038883ABA}" dt="2024-10-12T11:22:03.620" v="4921" actId="20577"/>
        <pc:sldMkLst>
          <pc:docMk/>
          <pc:sldMk cId="863392290" sldId="850"/>
        </pc:sldMkLst>
        <pc:spChg chg="mod">
          <ac:chgData name="Ahmed Salah ELDin" userId="68850134-226f-4097-a9a8-787fd6814b0e" providerId="ADAL" clId="{41529A9F-B598-4F6F-BF77-A2C038883ABA}" dt="2024-10-12T11:22:03.620" v="4921" actId="20577"/>
          <ac:spMkLst>
            <pc:docMk/>
            <pc:sldMk cId="863392290" sldId="850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8:46.329" v="3488" actId="20577"/>
          <ac:spMkLst>
            <pc:docMk/>
            <pc:sldMk cId="863392290" sldId="850"/>
            <ac:spMk id="3" creationId="{3CC5B943-A737-2E09-8DF5-AD94F37CD1B3}"/>
          </ac:spMkLst>
        </pc:spChg>
        <pc:spChg chg="add del mod">
          <ac:chgData name="Ahmed Salah ELDin" userId="68850134-226f-4097-a9a8-787fd6814b0e" providerId="ADAL" clId="{41529A9F-B598-4F6F-BF77-A2C038883ABA}" dt="2024-10-11T22:22:49.575" v="3434" actId="478"/>
          <ac:spMkLst>
            <pc:docMk/>
            <pc:sldMk cId="863392290" sldId="850"/>
            <ac:spMk id="5" creationId="{46F9DFED-6FED-97F3-9089-95AE0EEE91F2}"/>
          </ac:spMkLst>
        </pc:spChg>
      </pc:sldChg>
      <pc:sldChg chg="del">
        <pc:chgData name="Ahmed Salah ELDin" userId="68850134-226f-4097-a9a8-787fd6814b0e" providerId="ADAL" clId="{41529A9F-B598-4F6F-BF77-A2C038883ABA}" dt="2024-10-11T22:24:57.356" v="3464" actId="47"/>
        <pc:sldMkLst>
          <pc:docMk/>
          <pc:sldMk cId="1923672540" sldId="851"/>
        </pc:sldMkLst>
      </pc:sldChg>
      <pc:sldChg chg="modSp mod">
        <pc:chgData name="Ahmed Salah ELDin" userId="68850134-226f-4097-a9a8-787fd6814b0e" providerId="ADAL" clId="{41529A9F-B598-4F6F-BF77-A2C038883ABA}" dt="2024-10-12T11:22:06.788" v="4922" actId="20577"/>
        <pc:sldMkLst>
          <pc:docMk/>
          <pc:sldMk cId="3442541711" sldId="852"/>
        </pc:sldMkLst>
        <pc:spChg chg="mod">
          <ac:chgData name="Ahmed Salah ELDin" userId="68850134-226f-4097-a9a8-787fd6814b0e" providerId="ADAL" clId="{41529A9F-B598-4F6F-BF77-A2C038883ABA}" dt="2024-10-12T11:22:06.788" v="4922" actId="20577"/>
          <ac:spMkLst>
            <pc:docMk/>
            <pc:sldMk cId="3442541711" sldId="852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25:18.059" v="3469" actId="403"/>
          <ac:spMkLst>
            <pc:docMk/>
            <pc:sldMk cId="3442541711" sldId="852"/>
            <ac:spMk id="3" creationId="{3CC5B943-A737-2E09-8DF5-AD94F37CD1B3}"/>
          </ac:spMkLst>
        </pc:spChg>
      </pc:sldChg>
      <pc:sldChg chg="modSp mod modAnim">
        <pc:chgData name="Ahmed Salah ELDin" userId="68850134-226f-4097-a9a8-787fd6814b0e" providerId="ADAL" clId="{41529A9F-B598-4F6F-BF77-A2C038883ABA}" dt="2024-10-12T11:22:09.719" v="4923" actId="20577"/>
        <pc:sldMkLst>
          <pc:docMk/>
          <pc:sldMk cId="3187514264" sldId="853"/>
        </pc:sldMkLst>
        <pc:spChg chg="mod">
          <ac:chgData name="Ahmed Salah ELDin" userId="68850134-226f-4097-a9a8-787fd6814b0e" providerId="ADAL" clId="{41529A9F-B598-4F6F-BF77-A2C038883ABA}" dt="2024-10-12T11:22:09.719" v="4923" actId="20577"/>
          <ac:spMkLst>
            <pc:docMk/>
            <pc:sldMk cId="3187514264" sldId="853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9:08.050" v="3491" actId="20577"/>
          <ac:spMkLst>
            <pc:docMk/>
            <pc:sldMk cId="3187514264" sldId="853"/>
            <ac:spMk id="3" creationId="{3CC5B943-A737-2E09-8DF5-AD94F37CD1B3}"/>
          </ac:spMkLst>
        </pc:spChg>
      </pc:sldChg>
      <pc:sldChg chg="modSp del mod">
        <pc:chgData name="Ahmed Salah ELDin" userId="68850134-226f-4097-a9a8-787fd6814b0e" providerId="ADAL" clId="{41529A9F-B598-4F6F-BF77-A2C038883ABA}" dt="2024-10-11T22:24:41.328" v="3463" actId="47"/>
        <pc:sldMkLst>
          <pc:docMk/>
          <pc:sldMk cId="3062484848" sldId="854"/>
        </pc:sldMkLst>
        <pc:spChg chg="mod">
          <ac:chgData name="Ahmed Salah ELDin" userId="68850134-226f-4097-a9a8-787fd6814b0e" providerId="ADAL" clId="{41529A9F-B598-4F6F-BF77-A2C038883ABA}" dt="2024-10-11T22:24:24.200" v="3458" actId="21"/>
          <ac:spMkLst>
            <pc:docMk/>
            <pc:sldMk cId="3062484848" sldId="854"/>
            <ac:spMk id="3" creationId="{3CC5B943-A737-2E09-8DF5-AD94F37CD1B3}"/>
          </ac:spMkLst>
        </pc:spChg>
      </pc:sldChg>
      <pc:sldChg chg="modSp mod">
        <pc:chgData name="Ahmed Salah ELDin" userId="68850134-226f-4097-a9a8-787fd6814b0e" providerId="ADAL" clId="{41529A9F-B598-4F6F-BF77-A2C038883ABA}" dt="2024-10-12T11:22:12.703" v="4924" actId="20577"/>
        <pc:sldMkLst>
          <pc:docMk/>
          <pc:sldMk cId="2617798340" sldId="855"/>
        </pc:sldMkLst>
        <pc:spChg chg="mod">
          <ac:chgData name="Ahmed Salah ELDin" userId="68850134-226f-4097-a9a8-787fd6814b0e" providerId="ADAL" clId="{41529A9F-B598-4F6F-BF77-A2C038883ABA}" dt="2024-10-12T11:22:12.703" v="4924" actId="20577"/>
          <ac:spMkLst>
            <pc:docMk/>
            <pc:sldMk cId="2617798340" sldId="855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40:06.251" v="3496" actId="403"/>
          <ac:spMkLst>
            <pc:docMk/>
            <pc:sldMk cId="2617798340" sldId="855"/>
            <ac:spMk id="3" creationId="{3CC5B943-A737-2E09-8DF5-AD94F37CD1B3}"/>
          </ac:spMkLst>
        </pc:spChg>
      </pc:sldChg>
      <pc:sldChg chg="modSp mod">
        <pc:chgData name="Ahmed Salah ELDin" userId="68850134-226f-4097-a9a8-787fd6814b0e" providerId="ADAL" clId="{41529A9F-B598-4F6F-BF77-A2C038883ABA}" dt="2024-10-11T22:42:05.854" v="3500"/>
        <pc:sldMkLst>
          <pc:docMk/>
          <pc:sldMk cId="4157573391" sldId="856"/>
        </pc:sldMkLst>
        <pc:spChg chg="mod">
          <ac:chgData name="Ahmed Salah ELDin" userId="68850134-226f-4097-a9a8-787fd6814b0e" providerId="ADAL" clId="{41529A9F-B598-4F6F-BF77-A2C038883ABA}" dt="2024-10-11T22:42:05.854" v="3500"/>
          <ac:spMkLst>
            <pc:docMk/>
            <pc:sldMk cId="4157573391" sldId="856"/>
            <ac:spMk id="3" creationId="{3CC5B943-A737-2E09-8DF5-AD94F37CD1B3}"/>
          </ac:spMkLst>
        </pc:spChg>
      </pc:sldChg>
      <pc:sldChg chg="modSp mod">
        <pc:chgData name="Ahmed Salah ELDin" userId="68850134-226f-4097-a9a8-787fd6814b0e" providerId="ADAL" clId="{41529A9F-B598-4F6F-BF77-A2C038883ABA}" dt="2024-10-11T22:42:50.303" v="3504" actId="403"/>
        <pc:sldMkLst>
          <pc:docMk/>
          <pc:sldMk cId="1306463906" sldId="857"/>
        </pc:sldMkLst>
        <pc:spChg chg="mod">
          <ac:chgData name="Ahmed Salah ELDin" userId="68850134-226f-4097-a9a8-787fd6814b0e" providerId="ADAL" clId="{41529A9F-B598-4F6F-BF77-A2C038883ABA}" dt="2024-10-11T22:42:50.303" v="3504" actId="403"/>
          <ac:spMkLst>
            <pc:docMk/>
            <pc:sldMk cId="1306463906" sldId="857"/>
            <ac:spMk id="3" creationId="{3CC5B943-A737-2E09-8DF5-AD94F37CD1B3}"/>
          </ac:spMkLst>
        </pc:spChg>
      </pc:sldChg>
      <pc:sldChg chg="addSp delSp modSp add mod modAnim">
        <pc:chgData name="Ahmed Salah ELDin" userId="68850134-226f-4097-a9a8-787fd6814b0e" providerId="ADAL" clId="{41529A9F-B598-4F6F-BF77-A2C038883ABA}" dt="2024-10-11T21:25:24.793" v="2667" actId="1076"/>
        <pc:sldMkLst>
          <pc:docMk/>
          <pc:sldMk cId="2679746556" sldId="862"/>
        </pc:sldMkLst>
        <pc:spChg chg="mod">
          <ac:chgData name="Ahmed Salah ELDin" userId="68850134-226f-4097-a9a8-787fd6814b0e" providerId="ADAL" clId="{41529A9F-B598-4F6F-BF77-A2C038883ABA}" dt="2024-10-11T19:51:02.484" v="2053" actId="14100"/>
          <ac:spMkLst>
            <pc:docMk/>
            <pc:sldMk cId="2679746556" sldId="862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1T20:04:41.303" v="2165" actId="1036"/>
          <ac:spMkLst>
            <pc:docMk/>
            <pc:sldMk cId="2679746556" sldId="862"/>
            <ac:spMk id="5" creationId="{FEB579F1-82AD-0D3D-BA2D-694ADA7242BB}"/>
          </ac:spMkLst>
        </pc:spChg>
        <pc:spChg chg="add del mod">
          <ac:chgData name="Ahmed Salah ELDin" userId="68850134-226f-4097-a9a8-787fd6814b0e" providerId="ADAL" clId="{41529A9F-B598-4F6F-BF77-A2C038883ABA}" dt="2024-10-11T19:16:27.912" v="1147" actId="478"/>
          <ac:spMkLst>
            <pc:docMk/>
            <pc:sldMk cId="2679746556" sldId="862"/>
            <ac:spMk id="6" creationId="{5D249CD6-9BC7-8876-55A0-E71CCEFDA86A}"/>
          </ac:spMkLst>
        </pc:spChg>
        <pc:spChg chg="add mod">
          <ac:chgData name="Ahmed Salah ELDin" userId="68850134-226f-4097-a9a8-787fd6814b0e" providerId="ADAL" clId="{41529A9F-B598-4F6F-BF77-A2C038883ABA}" dt="2024-10-11T21:22:00.875" v="2478" actId="1038"/>
          <ac:spMkLst>
            <pc:docMk/>
            <pc:sldMk cId="2679746556" sldId="862"/>
            <ac:spMk id="7" creationId="{BBE3270E-A93F-F1A5-07D2-9D8D081E4D84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8" creationId="{9E657163-5377-F8F7-9504-2AC72618EB7A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5" creationId="{DD4ABA9D-0A7D-3A14-15DA-48C25FE2DF75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6" creationId="{D64E1540-C295-85A0-348B-2DD76AE28C8B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7" creationId="{10C38C08-9BB4-D5C0-6A46-3BB4FA9266B7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8" creationId="{2D0B4EE2-C794-23C6-D0C1-2C4F62209424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9" creationId="{E131C4F0-5601-8A3C-A722-DFA28A4A3914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20" creationId="{65CE77EA-62C0-26A3-9EC7-40E7198DD20D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27" creationId="{325A418B-AB80-BD28-0673-77397F2BC492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28" creationId="{FF7B8D7E-53AE-0A7E-F55E-481014831E5F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29" creationId="{80AEC740-E98C-37DE-897F-66E99E5CBC52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30" creationId="{A2CC8B4F-F735-17BC-88A3-2A65FF6F6EA4}"/>
          </ac:spMkLst>
        </pc:spChg>
        <pc:spChg chg="add mod">
          <ac:chgData name="Ahmed Salah ELDin" userId="68850134-226f-4097-a9a8-787fd6814b0e" providerId="ADAL" clId="{41529A9F-B598-4F6F-BF77-A2C038883ABA}" dt="2024-10-11T19:40:10.467" v="1659" actId="1037"/>
          <ac:spMkLst>
            <pc:docMk/>
            <pc:sldMk cId="2679746556" sldId="862"/>
            <ac:spMk id="31" creationId="{05978300-92F0-0B96-D6F7-CAC92578F391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32" creationId="{049F57C9-E681-A6E6-61C4-1A67845F988F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3" creationId="{B48C15BE-901B-9505-E0A7-46E3718C7E2A}"/>
          </ac:spMkLst>
        </pc:spChg>
        <pc:spChg chg="mod topLvl">
          <ac:chgData name="Ahmed Salah ELDin" userId="68850134-226f-4097-a9a8-787fd6814b0e" providerId="ADAL" clId="{41529A9F-B598-4F6F-BF77-A2C038883ABA}" dt="2024-10-11T19:40:05.807" v="1652" actId="14100"/>
          <ac:spMkLst>
            <pc:docMk/>
            <pc:sldMk cId="2679746556" sldId="862"/>
            <ac:spMk id="34" creationId="{DF1A9D0F-5952-86B9-73B1-5C89C88CD61F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5" creationId="{2E97F9B2-9B7A-8D65-C34B-56A904ADCA50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6" creationId="{12ED2E2F-421C-BE16-75C3-C245E77C0D70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7" creationId="{7B710B8B-510C-313F-C5C4-AEBF3BFE67DF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8" creationId="{227F7E8C-6415-E510-6458-D9FC9241CA84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9" creationId="{9CA78CA1-B3FB-2F08-5705-7D0D5CC1FFD3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40" creationId="{8B5DC8B6-3590-A867-1039-F1B0AB93E29B}"/>
          </ac:spMkLst>
        </pc:spChg>
        <pc:spChg chg="add del mod">
          <ac:chgData name="Ahmed Salah ELDin" userId="68850134-226f-4097-a9a8-787fd6814b0e" providerId="ADAL" clId="{41529A9F-B598-4F6F-BF77-A2C038883ABA}" dt="2024-10-11T19:20:40.604" v="1206" actId="478"/>
          <ac:spMkLst>
            <pc:docMk/>
            <pc:sldMk cId="2679746556" sldId="862"/>
            <ac:spMk id="41" creationId="{CD7B5571-A555-1B56-17F6-991BD47B457F}"/>
          </ac:spMkLst>
        </pc:spChg>
        <pc:spChg chg="add mod">
          <ac:chgData name="Ahmed Salah ELDin" userId="68850134-226f-4097-a9a8-787fd6814b0e" providerId="ADAL" clId="{41529A9F-B598-4F6F-BF77-A2C038883ABA}" dt="2024-10-11T19:23:22.207" v="1280" actId="20577"/>
          <ac:spMkLst>
            <pc:docMk/>
            <pc:sldMk cId="2679746556" sldId="862"/>
            <ac:spMk id="43" creationId="{2AE42ABE-FAC1-0A12-8CA8-90D0EE5E5D96}"/>
          </ac:spMkLst>
        </pc:spChg>
        <pc:spChg chg="mod topLvl">
          <ac:chgData name="Ahmed Salah ELDin" userId="68850134-226f-4097-a9a8-787fd6814b0e" providerId="ADAL" clId="{41529A9F-B598-4F6F-BF77-A2C038883ABA}" dt="2024-10-11T19:42:18.251" v="1677" actId="164"/>
          <ac:spMkLst>
            <pc:docMk/>
            <pc:sldMk cId="2679746556" sldId="862"/>
            <ac:spMk id="46" creationId="{40D27C67-9459-D433-B828-D62EA8E2281C}"/>
          </ac:spMkLst>
        </pc:spChg>
        <pc:spChg chg="mod topLvl">
          <ac:chgData name="Ahmed Salah ELDin" userId="68850134-226f-4097-a9a8-787fd6814b0e" providerId="ADAL" clId="{41529A9F-B598-4F6F-BF77-A2C038883ABA}" dt="2024-10-11T20:32:36.413" v="2313" actId="20577"/>
          <ac:spMkLst>
            <pc:docMk/>
            <pc:sldMk cId="2679746556" sldId="862"/>
            <ac:spMk id="47" creationId="{5498BEE6-5958-20B4-9264-F27A7DCAE19A}"/>
          </ac:spMkLst>
        </pc:spChg>
        <pc:spChg chg="mod topLvl">
          <ac:chgData name="Ahmed Salah ELDin" userId="68850134-226f-4097-a9a8-787fd6814b0e" providerId="ADAL" clId="{41529A9F-B598-4F6F-BF77-A2C038883ABA}" dt="2024-10-11T20:32:26.657" v="2311" actId="20577"/>
          <ac:spMkLst>
            <pc:docMk/>
            <pc:sldMk cId="2679746556" sldId="862"/>
            <ac:spMk id="48" creationId="{9CE65E92-6C19-8F87-22C2-FA0A4636AB47}"/>
          </ac:spMkLst>
        </pc:spChg>
        <pc:spChg chg="mod">
          <ac:chgData name="Ahmed Salah ELDin" userId="68850134-226f-4097-a9a8-787fd6814b0e" providerId="ADAL" clId="{41529A9F-B598-4F6F-BF77-A2C038883ABA}" dt="2024-10-11T19:24:28.689" v="1318" actId="14100"/>
          <ac:spMkLst>
            <pc:docMk/>
            <pc:sldMk cId="2679746556" sldId="862"/>
            <ac:spMk id="50" creationId="{301D6CDF-2E6A-844B-DC3B-EC8F51CD7965}"/>
          </ac:spMkLst>
        </pc:spChg>
        <pc:spChg chg="mod">
          <ac:chgData name="Ahmed Salah ELDin" userId="68850134-226f-4097-a9a8-787fd6814b0e" providerId="ADAL" clId="{41529A9F-B598-4F6F-BF77-A2C038883ABA}" dt="2024-10-11T19:30:39.907" v="1421" actId="20577"/>
          <ac:spMkLst>
            <pc:docMk/>
            <pc:sldMk cId="2679746556" sldId="862"/>
            <ac:spMk id="52" creationId="{6B94A0B9-B056-0FFA-2DFA-C0E764F31362}"/>
          </ac:spMkLst>
        </pc:spChg>
        <pc:spChg chg="mod">
          <ac:chgData name="Ahmed Salah ELDin" userId="68850134-226f-4097-a9a8-787fd6814b0e" providerId="ADAL" clId="{41529A9F-B598-4F6F-BF77-A2C038883ABA}" dt="2024-10-11T19:30:41.739" v="1422" actId="20577"/>
          <ac:spMkLst>
            <pc:docMk/>
            <pc:sldMk cId="2679746556" sldId="862"/>
            <ac:spMk id="53" creationId="{014E1BD7-93BF-4900-8615-9ECEA66DE4AF}"/>
          </ac:spMkLst>
        </pc:spChg>
        <pc:spChg chg="add mod">
          <ac:chgData name="Ahmed Salah ELDin" userId="68850134-226f-4097-a9a8-787fd6814b0e" providerId="ADAL" clId="{41529A9F-B598-4F6F-BF77-A2C038883ABA}" dt="2024-10-11T19:42:09.157" v="1676" actId="165"/>
          <ac:spMkLst>
            <pc:docMk/>
            <pc:sldMk cId="2679746556" sldId="862"/>
            <ac:spMk id="55" creationId="{8C9232B8-47DA-632F-0AE6-3F9AE5C820B4}"/>
          </ac:spMkLst>
        </pc:spChg>
        <pc:spChg chg="add mod">
          <ac:chgData name="Ahmed Salah ELDin" userId="68850134-226f-4097-a9a8-787fd6814b0e" providerId="ADAL" clId="{41529A9F-B598-4F6F-BF77-A2C038883ABA}" dt="2024-10-11T19:42:09.157" v="1676" actId="165"/>
          <ac:spMkLst>
            <pc:docMk/>
            <pc:sldMk cId="2679746556" sldId="862"/>
            <ac:spMk id="56" creationId="{D04645A6-935F-0D24-9183-084146125CA9}"/>
          </ac:spMkLst>
        </pc:spChg>
        <pc:spChg chg="del">
          <ac:chgData name="Ahmed Salah ELDin" userId="68850134-226f-4097-a9a8-787fd6814b0e" providerId="ADAL" clId="{41529A9F-B598-4F6F-BF77-A2C038883ABA}" dt="2024-10-11T19:10:21.083" v="1110" actId="478"/>
          <ac:spMkLst>
            <pc:docMk/>
            <pc:sldMk cId="2679746556" sldId="862"/>
            <ac:spMk id="61" creationId="{2F63DD77-B6F8-58E1-C47A-AA58A3F98AA5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4" creationId="{03FD9618-C302-FD4F-B669-EA6D1105E692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5" creationId="{D65772C9-70EC-F82B-74D2-761F856E35A0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6" creationId="{22A841AE-CA28-C7D4-4BEC-E7B7CDB04C83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7" creationId="{2F069902-9441-B702-A2CF-E28137C82A33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8" creationId="{E5C0B50B-FB30-C1F1-525D-984CF4E85552}"/>
          </ac:spMkLst>
        </pc:spChg>
        <pc:spChg chg="mod topLvl">
          <ac:chgData name="Ahmed Salah ELDin" userId="68850134-226f-4097-a9a8-787fd6814b0e" providerId="ADAL" clId="{41529A9F-B598-4F6F-BF77-A2C038883ABA}" dt="2024-10-11T20:04:41.303" v="2165" actId="1036"/>
          <ac:spMkLst>
            <pc:docMk/>
            <pc:sldMk cId="2679746556" sldId="862"/>
            <ac:spMk id="71" creationId="{5E6C9A21-CB50-B875-9817-B14CB5737386}"/>
          </ac:spMkLst>
        </pc:spChg>
        <pc:spChg chg="mod topLvl">
          <ac:chgData name="Ahmed Salah ELDin" userId="68850134-226f-4097-a9a8-787fd6814b0e" providerId="ADAL" clId="{41529A9F-B598-4F6F-BF77-A2C038883ABA}" dt="2024-10-11T20:32:42.296" v="2314" actId="20577"/>
          <ac:spMkLst>
            <pc:docMk/>
            <pc:sldMk cId="2679746556" sldId="862"/>
            <ac:spMk id="72" creationId="{877DD161-2441-5F1D-A2E6-C1FB76BB452F}"/>
          </ac:spMkLst>
        </pc:spChg>
        <pc:spChg chg="mod topLvl">
          <ac:chgData name="Ahmed Salah ELDin" userId="68850134-226f-4097-a9a8-787fd6814b0e" providerId="ADAL" clId="{41529A9F-B598-4F6F-BF77-A2C038883ABA}" dt="2024-10-11T20:32:46.593" v="2315" actId="20577"/>
          <ac:spMkLst>
            <pc:docMk/>
            <pc:sldMk cId="2679746556" sldId="862"/>
            <ac:spMk id="73" creationId="{C936A231-71CE-1DC3-1331-B928C4788357}"/>
          </ac:spMkLst>
        </pc:spChg>
        <pc:spChg chg="mod">
          <ac:chgData name="Ahmed Salah ELDin" userId="68850134-226f-4097-a9a8-787fd6814b0e" providerId="ADAL" clId="{41529A9F-B598-4F6F-BF77-A2C038883ABA}" dt="2024-10-11T19:31:36.236" v="1449" actId="165"/>
          <ac:spMkLst>
            <pc:docMk/>
            <pc:sldMk cId="2679746556" sldId="862"/>
            <ac:spMk id="75" creationId="{87003A61-4C9A-087E-87BA-9F6700F42506}"/>
          </ac:spMkLst>
        </pc:spChg>
        <pc:spChg chg="mod">
          <ac:chgData name="Ahmed Salah ELDin" userId="68850134-226f-4097-a9a8-787fd6814b0e" providerId="ADAL" clId="{41529A9F-B598-4F6F-BF77-A2C038883ABA}" dt="2024-10-11T19:31:36.236" v="1449" actId="165"/>
          <ac:spMkLst>
            <pc:docMk/>
            <pc:sldMk cId="2679746556" sldId="862"/>
            <ac:spMk id="76" creationId="{83AD3F1C-E7A5-CEB6-6984-E33BEA897E13}"/>
          </ac:spMkLst>
        </pc:spChg>
        <pc:spChg chg="add mod">
          <ac:chgData name="Ahmed Salah ELDin" userId="68850134-226f-4097-a9a8-787fd6814b0e" providerId="ADAL" clId="{41529A9F-B598-4F6F-BF77-A2C038883ABA}" dt="2024-10-11T19:41:55.023" v="1675" actId="164"/>
          <ac:spMkLst>
            <pc:docMk/>
            <pc:sldMk cId="2679746556" sldId="862"/>
            <ac:spMk id="77" creationId="{DAA513BD-5EE3-A9F3-C37B-E2D67F5BF80F}"/>
          </ac:spMkLst>
        </pc:spChg>
        <pc:spChg chg="add mod">
          <ac:chgData name="Ahmed Salah ELDin" userId="68850134-226f-4097-a9a8-787fd6814b0e" providerId="ADAL" clId="{41529A9F-B598-4F6F-BF77-A2C038883ABA}" dt="2024-10-11T19:41:55.023" v="1675" actId="164"/>
          <ac:spMkLst>
            <pc:docMk/>
            <pc:sldMk cId="2679746556" sldId="862"/>
            <ac:spMk id="78" creationId="{BD5E1377-EBED-3998-A4D4-C5A3956BFFBD}"/>
          </ac:spMkLst>
        </pc:spChg>
        <pc:spChg chg="add mod">
          <ac:chgData name="Ahmed Salah ELDin" userId="68850134-226f-4097-a9a8-787fd6814b0e" providerId="ADAL" clId="{41529A9F-B598-4F6F-BF77-A2C038883ABA}" dt="2024-10-11T19:41:55.023" v="1675" actId="164"/>
          <ac:spMkLst>
            <pc:docMk/>
            <pc:sldMk cId="2679746556" sldId="862"/>
            <ac:spMk id="79" creationId="{7A2F2C3A-1A86-2629-2CCC-980373314F15}"/>
          </ac:spMkLst>
        </pc:spChg>
        <pc:spChg chg="mod">
          <ac:chgData name="Ahmed Salah ELDin" userId="68850134-226f-4097-a9a8-787fd6814b0e" providerId="ADAL" clId="{41529A9F-B598-4F6F-BF77-A2C038883ABA}" dt="2024-10-11T19:35:49.531" v="1551" actId="1038"/>
          <ac:spMkLst>
            <pc:docMk/>
            <pc:sldMk cId="2679746556" sldId="862"/>
            <ac:spMk id="81" creationId="{7285DAD5-CA11-85AF-0EBE-E24EB1B9FEC5}"/>
          </ac:spMkLst>
        </pc:spChg>
        <pc:spChg chg="mod">
          <ac:chgData name="Ahmed Salah ELDin" userId="68850134-226f-4097-a9a8-787fd6814b0e" providerId="ADAL" clId="{41529A9F-B598-4F6F-BF77-A2C038883ABA}" dt="2024-10-11T19:35:42.993" v="1546" actId="1038"/>
          <ac:spMkLst>
            <pc:docMk/>
            <pc:sldMk cId="2679746556" sldId="862"/>
            <ac:spMk id="82" creationId="{9A5D50BF-B9A5-4B93-8E1D-93B029AF3C9F}"/>
          </ac:spMkLst>
        </pc:spChg>
        <pc:spChg chg="add mod topLvl">
          <ac:chgData name="Ahmed Salah ELDin" userId="68850134-226f-4097-a9a8-787fd6814b0e" providerId="ADAL" clId="{41529A9F-B598-4F6F-BF77-A2C038883ABA}" dt="2024-10-11T21:23:35.387" v="2657" actId="164"/>
          <ac:spMkLst>
            <pc:docMk/>
            <pc:sldMk cId="2679746556" sldId="862"/>
            <ac:spMk id="83" creationId="{C90219CB-13CB-1822-B103-559A53741AA7}"/>
          </ac:spMkLst>
        </pc:spChg>
        <pc:spChg chg="add mod topLvl">
          <ac:chgData name="Ahmed Salah ELDin" userId="68850134-226f-4097-a9a8-787fd6814b0e" providerId="ADAL" clId="{41529A9F-B598-4F6F-BF77-A2C038883ABA}" dt="2024-10-11T21:23:35.387" v="2657" actId="164"/>
          <ac:spMkLst>
            <pc:docMk/>
            <pc:sldMk cId="2679746556" sldId="862"/>
            <ac:spMk id="84" creationId="{109D1A57-54E3-FAFD-FCC9-A222B6225F5D}"/>
          </ac:spMkLst>
        </pc:spChg>
        <pc:spChg chg="add mod topLvl">
          <ac:chgData name="Ahmed Salah ELDin" userId="68850134-226f-4097-a9a8-787fd6814b0e" providerId="ADAL" clId="{41529A9F-B598-4F6F-BF77-A2C038883ABA}" dt="2024-10-11T21:23:35.387" v="2657" actId="164"/>
          <ac:spMkLst>
            <pc:docMk/>
            <pc:sldMk cId="2679746556" sldId="862"/>
            <ac:spMk id="85" creationId="{B805AA91-1CE4-2646-C812-3EC496C4002F}"/>
          </ac:spMkLst>
        </pc:spChg>
        <pc:spChg chg="del mod">
          <ac:chgData name="Ahmed Salah ELDin" userId="68850134-226f-4097-a9a8-787fd6814b0e" providerId="ADAL" clId="{41529A9F-B598-4F6F-BF77-A2C038883ABA}" dt="2024-10-11T19:34:25.828" v="1532" actId="478"/>
          <ac:spMkLst>
            <pc:docMk/>
            <pc:sldMk cId="2679746556" sldId="862"/>
            <ac:spMk id="87" creationId="{9821B8D9-950F-53B4-02F0-61329FD4AEE1}"/>
          </ac:spMkLst>
        </pc:spChg>
        <pc:spChg chg="del mod">
          <ac:chgData name="Ahmed Salah ELDin" userId="68850134-226f-4097-a9a8-787fd6814b0e" providerId="ADAL" clId="{41529A9F-B598-4F6F-BF77-A2C038883ABA}" dt="2024-10-11T19:34:23.924" v="1531" actId="478"/>
          <ac:spMkLst>
            <pc:docMk/>
            <pc:sldMk cId="2679746556" sldId="862"/>
            <ac:spMk id="88" creationId="{50861B8A-0324-65A7-D7FA-C496A439B3D6}"/>
          </ac:spMkLst>
        </pc:spChg>
        <pc:spChg chg="add mod">
          <ac:chgData name="Ahmed Salah ELDin" userId="68850134-226f-4097-a9a8-787fd6814b0e" providerId="ADAL" clId="{41529A9F-B598-4F6F-BF77-A2C038883ABA}" dt="2024-10-11T19:42:33.700" v="1678" actId="164"/>
          <ac:spMkLst>
            <pc:docMk/>
            <pc:sldMk cId="2679746556" sldId="862"/>
            <ac:spMk id="90" creationId="{EE68EA7D-8E92-06C0-C79F-C5CB9A9D375C}"/>
          </ac:spMkLst>
        </pc:spChg>
        <pc:spChg chg="add mod">
          <ac:chgData name="Ahmed Salah ELDin" userId="68850134-226f-4097-a9a8-787fd6814b0e" providerId="ADAL" clId="{41529A9F-B598-4F6F-BF77-A2C038883ABA}" dt="2024-10-11T19:42:33.700" v="1678" actId="164"/>
          <ac:spMkLst>
            <pc:docMk/>
            <pc:sldMk cId="2679746556" sldId="862"/>
            <ac:spMk id="91" creationId="{0968DB27-40DE-5DFF-51DA-EC64E6C3CE4E}"/>
          </ac:spMkLst>
        </pc:spChg>
        <pc:spChg chg="add mod">
          <ac:chgData name="Ahmed Salah ELDin" userId="68850134-226f-4097-a9a8-787fd6814b0e" providerId="ADAL" clId="{41529A9F-B598-4F6F-BF77-A2C038883ABA}" dt="2024-10-11T19:42:33.700" v="1678" actId="164"/>
          <ac:spMkLst>
            <pc:docMk/>
            <pc:sldMk cId="2679746556" sldId="862"/>
            <ac:spMk id="92" creationId="{E972DAB1-DAD3-1275-7C25-D64A0DE573CF}"/>
          </ac:spMkLst>
        </pc:spChg>
        <pc:spChg chg="mod">
          <ac:chgData name="Ahmed Salah ELDin" userId="68850134-226f-4097-a9a8-787fd6814b0e" providerId="ADAL" clId="{41529A9F-B598-4F6F-BF77-A2C038883ABA}" dt="2024-10-11T19:36:19.971" v="1552"/>
          <ac:spMkLst>
            <pc:docMk/>
            <pc:sldMk cId="2679746556" sldId="862"/>
            <ac:spMk id="94" creationId="{32A5B3BE-A5F5-3CE4-2534-CE79415BC5B5}"/>
          </ac:spMkLst>
        </pc:spChg>
        <pc:spChg chg="mod">
          <ac:chgData name="Ahmed Salah ELDin" userId="68850134-226f-4097-a9a8-787fd6814b0e" providerId="ADAL" clId="{41529A9F-B598-4F6F-BF77-A2C038883ABA}" dt="2024-10-11T19:36:19.971" v="1552"/>
          <ac:spMkLst>
            <pc:docMk/>
            <pc:sldMk cId="2679746556" sldId="862"/>
            <ac:spMk id="95" creationId="{A89C73DA-B9AD-2114-3E03-1D0FBDC18E52}"/>
          </ac:spMkLst>
        </pc:spChg>
        <pc:spChg chg="add mod">
          <ac:chgData name="Ahmed Salah ELDin" userId="68850134-226f-4097-a9a8-787fd6814b0e" providerId="ADAL" clId="{41529A9F-B598-4F6F-BF77-A2C038883ABA}" dt="2024-10-11T19:39:13.205" v="1646"/>
          <ac:spMkLst>
            <pc:docMk/>
            <pc:sldMk cId="2679746556" sldId="862"/>
            <ac:spMk id="96" creationId="{CA1F3D1A-854E-DE81-FBA8-DE5C85522157}"/>
          </ac:spMkLst>
        </pc:spChg>
        <pc:spChg chg="add mod">
          <ac:chgData name="Ahmed Salah ELDin" userId="68850134-226f-4097-a9a8-787fd6814b0e" providerId="ADAL" clId="{41529A9F-B598-4F6F-BF77-A2C038883ABA}" dt="2024-10-11T19:40:21.144" v="1660" actId="164"/>
          <ac:spMkLst>
            <pc:docMk/>
            <pc:sldMk cId="2679746556" sldId="862"/>
            <ac:spMk id="97" creationId="{5E7A84A6-CAD7-CE89-1C1F-38A8B644398E}"/>
          </ac:spMkLst>
        </pc:spChg>
        <pc:spChg chg="add mod">
          <ac:chgData name="Ahmed Salah ELDin" userId="68850134-226f-4097-a9a8-787fd6814b0e" providerId="ADAL" clId="{41529A9F-B598-4F6F-BF77-A2C038883ABA}" dt="2024-10-11T19:40:21.144" v="1660" actId="164"/>
          <ac:spMkLst>
            <pc:docMk/>
            <pc:sldMk cId="2679746556" sldId="862"/>
            <ac:spMk id="98" creationId="{F0AB3899-6707-A53E-1167-7A72BD8E173F}"/>
          </ac:spMkLst>
        </pc:spChg>
        <pc:spChg chg="add mod">
          <ac:chgData name="Ahmed Salah ELDin" userId="68850134-226f-4097-a9a8-787fd6814b0e" providerId="ADAL" clId="{41529A9F-B598-4F6F-BF77-A2C038883ABA}" dt="2024-10-11T19:40:21.144" v="1660" actId="164"/>
          <ac:spMkLst>
            <pc:docMk/>
            <pc:sldMk cId="2679746556" sldId="862"/>
            <ac:spMk id="99" creationId="{D98E6279-A20D-34EF-8A87-C1877913F418}"/>
          </ac:spMkLst>
        </pc:spChg>
        <pc:spChg chg="add mod">
          <ac:chgData name="Ahmed Salah ELDin" userId="68850134-226f-4097-a9a8-787fd6814b0e" providerId="ADAL" clId="{41529A9F-B598-4F6F-BF77-A2C038883ABA}" dt="2024-10-11T20:04:51.932" v="2166" actId="1076"/>
          <ac:spMkLst>
            <pc:docMk/>
            <pc:sldMk cId="2679746556" sldId="862"/>
            <ac:spMk id="124" creationId="{093E3C91-CC27-D2CF-463E-C0B988434AB3}"/>
          </ac:spMkLst>
        </pc:spChg>
        <pc:spChg chg="mod">
          <ac:chgData name="Ahmed Salah ELDin" userId="68850134-226f-4097-a9a8-787fd6814b0e" providerId="ADAL" clId="{41529A9F-B598-4F6F-BF77-A2C038883ABA}" dt="2024-10-11T21:24:39.518" v="2662"/>
          <ac:spMkLst>
            <pc:docMk/>
            <pc:sldMk cId="2679746556" sldId="862"/>
            <ac:spMk id="134" creationId="{5F35CD79-2002-16C7-54FA-074DE0282343}"/>
          </ac:spMkLst>
        </pc:spChg>
        <pc:spChg chg="mod">
          <ac:chgData name="Ahmed Salah ELDin" userId="68850134-226f-4097-a9a8-787fd6814b0e" providerId="ADAL" clId="{41529A9F-B598-4F6F-BF77-A2C038883ABA}" dt="2024-10-11T21:25:01.667" v="2665" actId="20577"/>
          <ac:spMkLst>
            <pc:docMk/>
            <pc:sldMk cId="2679746556" sldId="862"/>
            <ac:spMk id="135" creationId="{2A051122-87C4-C6FF-C51E-2A3C1AC75A71}"/>
          </ac:spMkLst>
        </pc:spChg>
        <pc:spChg chg="mod">
          <ac:chgData name="Ahmed Salah ELDin" userId="68850134-226f-4097-a9a8-787fd6814b0e" providerId="ADAL" clId="{41529A9F-B598-4F6F-BF77-A2C038883ABA}" dt="2024-10-11T21:25:07.136" v="2666" actId="20577"/>
          <ac:spMkLst>
            <pc:docMk/>
            <pc:sldMk cId="2679746556" sldId="862"/>
            <ac:spMk id="136" creationId="{9FECA6E9-6663-87C5-A329-BDC0ADA7A0FE}"/>
          </ac:spMkLst>
        </pc:spChg>
        <pc:grpChg chg="del">
          <ac:chgData name="Ahmed Salah ELDin" userId="68850134-226f-4097-a9a8-787fd6814b0e" providerId="ADAL" clId="{41529A9F-B598-4F6F-BF77-A2C038883ABA}" dt="2024-10-11T19:10:24.500" v="1111" actId="478"/>
          <ac:grpSpMkLst>
            <pc:docMk/>
            <pc:sldMk cId="2679746556" sldId="862"/>
            <ac:grpSpMk id="11" creationId="{2B48EB46-767F-D4BE-8374-725AB38C0588}"/>
          </ac:grpSpMkLst>
        </pc:grpChg>
        <pc:grpChg chg="del">
          <ac:chgData name="Ahmed Salah ELDin" userId="68850134-226f-4097-a9a8-787fd6814b0e" providerId="ADAL" clId="{41529A9F-B598-4F6F-BF77-A2C038883ABA}" dt="2024-10-11T19:10:24.500" v="1111" actId="478"/>
          <ac:grpSpMkLst>
            <pc:docMk/>
            <pc:sldMk cId="2679746556" sldId="862"/>
            <ac:grpSpMk id="12" creationId="{A7AC6637-3641-B345-3F06-DE97E73E3C90}"/>
          </ac:grpSpMkLst>
        </pc:grpChg>
        <pc:grpChg chg="del">
          <ac:chgData name="Ahmed Salah ELDin" userId="68850134-226f-4097-a9a8-787fd6814b0e" providerId="ADAL" clId="{41529A9F-B598-4F6F-BF77-A2C038883ABA}" dt="2024-10-11T19:10:24.500" v="1111" actId="478"/>
          <ac:grpSpMkLst>
            <pc:docMk/>
            <pc:sldMk cId="2679746556" sldId="862"/>
            <ac:grpSpMk id="21" creationId="{1F2127C3-0ACA-F0BA-6E59-5973C5A13C72}"/>
          </ac:grpSpMkLst>
        </pc:grpChg>
        <pc:grpChg chg="del">
          <ac:chgData name="Ahmed Salah ELDin" userId="68850134-226f-4097-a9a8-787fd6814b0e" providerId="ADAL" clId="{41529A9F-B598-4F6F-BF77-A2C038883ABA}" dt="2024-10-11T19:10:24.500" v="1111" actId="478"/>
          <ac:grpSpMkLst>
            <pc:docMk/>
            <pc:sldMk cId="2679746556" sldId="862"/>
            <ac:grpSpMk id="24" creationId="{6F20A63E-B8F3-5347-4033-E8CE3E25F2F6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44" creationId="{305ED218-ED87-F375-320C-D4C659F1D87D}"/>
          </ac:grpSpMkLst>
        </pc:grpChg>
        <pc:grpChg chg="add del mod topLvl">
          <ac:chgData name="Ahmed Salah ELDin" userId="68850134-226f-4097-a9a8-787fd6814b0e" providerId="ADAL" clId="{41529A9F-B598-4F6F-BF77-A2C038883ABA}" dt="2024-10-11T19:28:32.220" v="1382" actId="165"/>
          <ac:grpSpMkLst>
            <pc:docMk/>
            <pc:sldMk cId="2679746556" sldId="862"/>
            <ac:grpSpMk id="45" creationId="{5D855C86-255A-26AF-89A3-157E8B580DCA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49" creationId="{8E65E04E-C572-CD72-C748-E6F5A0F696F8}"/>
          </ac:grpSpMkLst>
        </pc:grpChg>
        <pc:grpChg chg="add mod topLvl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57" creationId="{5B3F7134-C5DF-E8D7-4EE3-FDF5E3DD2DF4}"/>
          </ac:grpSpMkLst>
        </pc:grpChg>
        <pc:grpChg chg="add del mod">
          <ac:chgData name="Ahmed Salah ELDin" userId="68850134-226f-4097-a9a8-787fd6814b0e" providerId="ADAL" clId="{41529A9F-B598-4F6F-BF77-A2C038883ABA}" dt="2024-10-11T19:28:18.752" v="1379" actId="165"/>
          <ac:grpSpMkLst>
            <pc:docMk/>
            <pc:sldMk cId="2679746556" sldId="862"/>
            <ac:grpSpMk id="58" creationId="{719DB122-6B72-3857-616E-DC22729E571A}"/>
          </ac:grpSpMkLst>
        </pc:grpChg>
        <pc:grpChg chg="add del mod">
          <ac:chgData name="Ahmed Salah ELDin" userId="68850134-226f-4097-a9a8-787fd6814b0e" providerId="ADAL" clId="{41529A9F-B598-4F6F-BF77-A2C038883ABA}" dt="2024-10-11T19:29:52.744" v="1414" actId="478"/>
          <ac:grpSpMkLst>
            <pc:docMk/>
            <pc:sldMk cId="2679746556" sldId="862"/>
            <ac:grpSpMk id="59" creationId="{26A2271A-D722-EE4C-9761-9602D14BD3D3}"/>
          </ac:grpSpMkLst>
        </pc:grpChg>
        <pc:grpChg chg="del mod">
          <ac:chgData name="Ahmed Salah ELDin" userId="68850134-226f-4097-a9a8-787fd6814b0e" providerId="ADAL" clId="{41529A9F-B598-4F6F-BF77-A2C038883ABA}" dt="2024-10-11T19:13:28.316" v="1139" actId="165"/>
          <ac:grpSpMkLst>
            <pc:docMk/>
            <pc:sldMk cId="2679746556" sldId="862"/>
            <ac:grpSpMk id="60" creationId="{966CDDE5-B7F7-16E7-4BE8-84FCE274D26D}"/>
          </ac:grpSpMkLst>
        </pc:grpChg>
        <pc:grpChg chg="mod">
          <ac:chgData name="Ahmed Salah ELDin" userId="68850134-226f-4097-a9a8-787fd6814b0e" providerId="ADAL" clId="{41529A9F-B598-4F6F-BF77-A2C038883ABA}" dt="2024-10-11T19:27:58.877" v="1376"/>
          <ac:grpSpMkLst>
            <pc:docMk/>
            <pc:sldMk cId="2679746556" sldId="862"/>
            <ac:grpSpMk id="62" creationId="{53B42467-0D2E-5192-D7A3-42FD2B0BAF54}"/>
          </ac:grpSpMkLst>
        </pc:grpChg>
        <pc:grpChg chg="mod">
          <ac:chgData name="Ahmed Salah ELDin" userId="68850134-226f-4097-a9a8-787fd6814b0e" providerId="ADAL" clId="{41529A9F-B598-4F6F-BF77-A2C038883ABA}" dt="2024-10-11T19:27:58.877" v="1376"/>
          <ac:grpSpMkLst>
            <pc:docMk/>
            <pc:sldMk cId="2679746556" sldId="862"/>
            <ac:grpSpMk id="63" creationId="{649654E3-3851-D23E-B695-0B832935B782}"/>
          </ac:grpSpMkLst>
        </pc:grpChg>
        <pc:grpChg chg="add del mod">
          <ac:chgData name="Ahmed Salah ELDin" userId="68850134-226f-4097-a9a8-787fd6814b0e" providerId="ADAL" clId="{41529A9F-B598-4F6F-BF77-A2C038883ABA}" dt="2024-10-11T19:42:09.157" v="1676" actId="165"/>
          <ac:grpSpMkLst>
            <pc:docMk/>
            <pc:sldMk cId="2679746556" sldId="862"/>
            <ac:grpSpMk id="69" creationId="{214A2256-74CB-6E36-A6E7-8C1BA9FA67E9}"/>
          </ac:grpSpMkLst>
        </pc:grpChg>
        <pc:grpChg chg="add del mod">
          <ac:chgData name="Ahmed Salah ELDin" userId="68850134-226f-4097-a9a8-787fd6814b0e" providerId="ADAL" clId="{41529A9F-B598-4F6F-BF77-A2C038883ABA}" dt="2024-10-11T19:31:36.236" v="1449" actId="165"/>
          <ac:grpSpMkLst>
            <pc:docMk/>
            <pc:sldMk cId="2679746556" sldId="862"/>
            <ac:grpSpMk id="70" creationId="{F16D854B-4D63-8EBC-1E68-B956D8804D3A}"/>
          </ac:grpSpMkLst>
        </pc:grpChg>
        <pc:grpChg chg="mod topLvl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74" creationId="{E6B2F224-B05B-BD91-D842-0AEF012D6B28}"/>
          </ac:grpSpMkLst>
        </pc:grpChg>
        <pc:grpChg chg="add mod">
          <ac:chgData name="Ahmed Salah ELDin" userId="68850134-226f-4097-a9a8-787fd6814b0e" providerId="ADAL" clId="{41529A9F-B598-4F6F-BF77-A2C038883ABA}" dt="2024-10-11T21:24:30.787" v="2661" actId="1076"/>
          <ac:grpSpMkLst>
            <pc:docMk/>
            <pc:sldMk cId="2679746556" sldId="862"/>
            <ac:grpSpMk id="80" creationId="{C2B757DD-10CC-F5AC-A4BA-DEADAE13D324}"/>
          </ac:grpSpMkLst>
        </pc:grpChg>
        <pc:grpChg chg="add del mod">
          <ac:chgData name="Ahmed Salah ELDin" userId="68850134-226f-4097-a9a8-787fd6814b0e" providerId="ADAL" clId="{41529A9F-B598-4F6F-BF77-A2C038883ABA}" dt="2024-10-11T19:34:23.924" v="1531" actId="478"/>
          <ac:grpSpMkLst>
            <pc:docMk/>
            <pc:sldMk cId="2679746556" sldId="862"/>
            <ac:grpSpMk id="86" creationId="{38FCEE29-D1E7-B01F-A8B9-F0D8742C847E}"/>
          </ac:grpSpMkLst>
        </pc:grpChg>
        <pc:grpChg chg="add del mod">
          <ac:chgData name="Ahmed Salah ELDin" userId="68850134-226f-4097-a9a8-787fd6814b0e" providerId="ADAL" clId="{41529A9F-B598-4F6F-BF77-A2C038883ABA}" dt="2024-10-11T19:34:39.420" v="1533" actId="165"/>
          <ac:grpSpMkLst>
            <pc:docMk/>
            <pc:sldMk cId="2679746556" sldId="862"/>
            <ac:grpSpMk id="89" creationId="{A0018D68-6184-60EC-47DD-84EA3A9D9F90}"/>
          </ac:grpSpMkLst>
        </pc:grpChg>
        <pc:grpChg chg="add mod">
          <ac:chgData name="Ahmed Salah ELDin" userId="68850134-226f-4097-a9a8-787fd6814b0e" providerId="ADAL" clId="{41529A9F-B598-4F6F-BF77-A2C038883ABA}" dt="2024-10-11T21:23:09.281" v="2656" actId="1037"/>
          <ac:grpSpMkLst>
            <pc:docMk/>
            <pc:sldMk cId="2679746556" sldId="862"/>
            <ac:grpSpMk id="93" creationId="{06FB9AB0-3139-74A5-FC05-FC9AA49A01D4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100" creationId="{2D605375-F967-AEF5-7B06-4FF0D7B848A4}"/>
          </ac:grpSpMkLst>
        </pc:grpChg>
        <pc:grpChg chg="add mod">
          <ac:chgData name="Ahmed Salah ELDin" userId="68850134-226f-4097-a9a8-787fd6814b0e" providerId="ADAL" clId="{41529A9F-B598-4F6F-BF77-A2C038883ABA}" dt="2024-10-11T21:24:19.601" v="2660" actId="1076"/>
          <ac:grpSpMkLst>
            <pc:docMk/>
            <pc:sldMk cId="2679746556" sldId="862"/>
            <ac:grpSpMk id="101" creationId="{A7A59ACA-C9F7-2C18-17F0-A5869C46AFF5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102" creationId="{008C9626-C577-8B4F-F373-673AB28DEB65}"/>
          </ac:grpSpMkLst>
        </pc:grpChg>
        <pc:grpChg chg="add mod">
          <ac:chgData name="Ahmed Salah ELDin" userId="68850134-226f-4097-a9a8-787fd6814b0e" providerId="ADAL" clId="{41529A9F-B598-4F6F-BF77-A2C038883ABA}" dt="2024-10-11T21:22:38.158" v="2561" actId="1037"/>
          <ac:grpSpMkLst>
            <pc:docMk/>
            <pc:sldMk cId="2679746556" sldId="862"/>
            <ac:grpSpMk id="103" creationId="{9FE76914-9545-CE25-0623-69B7E5913F09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129" creationId="{25B8736F-B683-FD37-B007-E20FFC592BD0}"/>
          </ac:grpSpMkLst>
        </pc:grpChg>
        <pc:grpChg chg="add mod">
          <ac:chgData name="Ahmed Salah ELDin" userId="68850134-226f-4097-a9a8-787fd6814b0e" providerId="ADAL" clId="{41529A9F-B598-4F6F-BF77-A2C038883ABA}" dt="2024-10-11T21:24:08.377" v="2659" actId="1076"/>
          <ac:grpSpMkLst>
            <pc:docMk/>
            <pc:sldMk cId="2679746556" sldId="862"/>
            <ac:grpSpMk id="132" creationId="{99D277D3-C94B-3883-C9BF-B870A274BBC7}"/>
          </ac:grpSpMkLst>
        </pc:grpChg>
        <pc:grpChg chg="add mod">
          <ac:chgData name="Ahmed Salah ELDin" userId="68850134-226f-4097-a9a8-787fd6814b0e" providerId="ADAL" clId="{41529A9F-B598-4F6F-BF77-A2C038883ABA}" dt="2024-10-11T21:25:24.793" v="2667" actId="1076"/>
          <ac:grpSpMkLst>
            <pc:docMk/>
            <pc:sldMk cId="2679746556" sldId="862"/>
            <ac:grpSpMk id="133" creationId="{07C8BAE7-F589-DA0E-7252-E72DE5BF2BF4}"/>
          </ac:grpSpMkLst>
        </pc:grpChg>
        <pc:cxnChg chg="del mod topLvl">
          <ac:chgData name="Ahmed Salah ELDin" userId="68850134-226f-4097-a9a8-787fd6814b0e" providerId="ADAL" clId="{41529A9F-B598-4F6F-BF77-A2C038883ABA}" dt="2024-10-11T19:16:45.084" v="1150" actId="478"/>
          <ac:cxnSpMkLst>
            <pc:docMk/>
            <pc:sldMk cId="2679746556" sldId="862"/>
            <ac:cxnSpMk id="42" creationId="{9E8D1F10-F129-669B-14D6-C86F3E61933A}"/>
          </ac:cxnSpMkLst>
        </pc:cxnChg>
        <pc:cxnChg chg="del mod topLvl">
          <ac:chgData name="Ahmed Salah ELDin" userId="68850134-226f-4097-a9a8-787fd6814b0e" providerId="ADAL" clId="{41529A9F-B598-4F6F-BF77-A2C038883ABA}" dt="2024-10-11T19:16:45.084" v="1150" actId="478"/>
          <ac:cxnSpMkLst>
            <pc:docMk/>
            <pc:sldMk cId="2679746556" sldId="862"/>
            <ac:cxnSpMk id="51" creationId="{00E9030C-4DB2-49EF-9825-EAA2333C5EFB}"/>
          </ac:cxnSpMkLst>
        </pc:cxnChg>
        <pc:cxnChg chg="del mod topLvl">
          <ac:chgData name="Ahmed Salah ELDin" userId="68850134-226f-4097-a9a8-787fd6814b0e" providerId="ADAL" clId="{41529A9F-B598-4F6F-BF77-A2C038883ABA}" dt="2024-10-11T19:16:45.084" v="1150" actId="478"/>
          <ac:cxnSpMkLst>
            <pc:docMk/>
            <pc:sldMk cId="2679746556" sldId="862"/>
            <ac:cxnSpMk id="54" creationId="{28244D87-DFA7-7891-0191-F3C30A83CAC1}"/>
          </ac:cxnSpMkLst>
        </pc:cxnChg>
        <pc:cxnChg chg="add mod">
          <ac:chgData name="Ahmed Salah ELDin" userId="68850134-226f-4097-a9a8-787fd6814b0e" providerId="ADAL" clId="{41529A9F-B598-4F6F-BF77-A2C038883ABA}" dt="2024-10-11T20:04:41.303" v="2165" actId="1036"/>
          <ac:cxnSpMkLst>
            <pc:docMk/>
            <pc:sldMk cId="2679746556" sldId="862"/>
            <ac:cxnSpMk id="105" creationId="{63408644-09F3-0C3F-76FE-F658942FAB5B}"/>
          </ac:cxnSpMkLst>
        </pc:cxnChg>
        <pc:cxnChg chg="add mod">
          <ac:chgData name="Ahmed Salah ELDin" userId="68850134-226f-4097-a9a8-787fd6814b0e" providerId="ADAL" clId="{41529A9F-B598-4F6F-BF77-A2C038883ABA}" dt="2024-10-11T21:24:30.787" v="2661" actId="1076"/>
          <ac:cxnSpMkLst>
            <pc:docMk/>
            <pc:sldMk cId="2679746556" sldId="862"/>
            <ac:cxnSpMk id="106" creationId="{2DCDE410-8A80-850B-EB76-AD452149B3C6}"/>
          </ac:cxnSpMkLst>
        </pc:cxnChg>
        <pc:cxnChg chg="add mod">
          <ac:chgData name="Ahmed Salah ELDin" userId="68850134-226f-4097-a9a8-787fd6814b0e" providerId="ADAL" clId="{41529A9F-B598-4F6F-BF77-A2C038883ABA}" dt="2024-10-11T21:24:30.787" v="2661" actId="1076"/>
          <ac:cxnSpMkLst>
            <pc:docMk/>
            <pc:sldMk cId="2679746556" sldId="862"/>
            <ac:cxnSpMk id="111" creationId="{0236CB8E-6D2A-4FA9-4DCA-73F45E566A71}"/>
          </ac:cxnSpMkLst>
        </pc:cxnChg>
        <pc:cxnChg chg="add mod">
          <ac:chgData name="Ahmed Salah ELDin" userId="68850134-226f-4097-a9a8-787fd6814b0e" providerId="ADAL" clId="{41529A9F-B598-4F6F-BF77-A2C038883ABA}" dt="2024-10-11T20:04:41.303" v="2165" actId="1036"/>
          <ac:cxnSpMkLst>
            <pc:docMk/>
            <pc:sldMk cId="2679746556" sldId="862"/>
            <ac:cxnSpMk id="115" creationId="{982245AC-B017-424F-7579-3C95BB35F214}"/>
          </ac:cxnSpMkLst>
        </pc:cxnChg>
        <pc:cxnChg chg="add mod">
          <ac:chgData name="Ahmed Salah ELDin" userId="68850134-226f-4097-a9a8-787fd6814b0e" providerId="ADAL" clId="{41529A9F-B598-4F6F-BF77-A2C038883ABA}" dt="2024-10-11T21:24:30.787" v="2661" actId="1076"/>
          <ac:cxnSpMkLst>
            <pc:docMk/>
            <pc:sldMk cId="2679746556" sldId="862"/>
            <ac:cxnSpMk id="118" creationId="{84969AFA-7C8A-C86C-7B49-703E44A3E55E}"/>
          </ac:cxnSpMkLst>
        </pc:cxnChg>
        <pc:cxnChg chg="add mod">
          <ac:chgData name="Ahmed Salah ELDin" userId="68850134-226f-4097-a9a8-787fd6814b0e" providerId="ADAL" clId="{41529A9F-B598-4F6F-BF77-A2C038883ABA}" dt="2024-10-11T21:24:30.787" v="2661" actId="1076"/>
          <ac:cxnSpMkLst>
            <pc:docMk/>
            <pc:sldMk cId="2679746556" sldId="862"/>
            <ac:cxnSpMk id="121" creationId="{03A71C43-7A98-26F7-2025-31DC2469C27F}"/>
          </ac:cxnSpMkLst>
        </pc:cxnChg>
        <pc:cxnChg chg="add mod">
          <ac:chgData name="Ahmed Salah ELDin" userId="68850134-226f-4097-a9a8-787fd6814b0e" providerId="ADAL" clId="{41529A9F-B598-4F6F-BF77-A2C038883ABA}" dt="2024-10-11T20:04:56.970" v="2167" actId="14100"/>
          <ac:cxnSpMkLst>
            <pc:docMk/>
            <pc:sldMk cId="2679746556" sldId="862"/>
            <ac:cxnSpMk id="125" creationId="{115746F2-68A0-5070-BC8A-F37951DA7545}"/>
          </ac:cxnSpMkLst>
        </pc:cxnChg>
      </pc:sldChg>
      <pc:sldChg chg="addSp delSp modSp add mod delAnim modAnim">
        <pc:chgData name="Ahmed Salah ELDin" userId="68850134-226f-4097-a9a8-787fd6814b0e" providerId="ADAL" clId="{41529A9F-B598-4F6F-BF77-A2C038883ABA}" dt="2024-10-11T21:41:26.435" v="2774" actId="20577"/>
        <pc:sldMkLst>
          <pc:docMk/>
          <pc:sldMk cId="799557571" sldId="863"/>
        </pc:sldMkLst>
        <pc:spChg chg="mod">
          <ac:chgData name="Ahmed Salah ELDin" userId="68850134-226f-4097-a9a8-787fd6814b0e" providerId="ADAL" clId="{41529A9F-B598-4F6F-BF77-A2C038883ABA}" dt="2024-10-11T20:03:05.366" v="2130" actId="20577"/>
          <ac:spMkLst>
            <pc:docMk/>
            <pc:sldMk cId="799557571" sldId="863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1:41:26.435" v="2774" actId="20577"/>
          <ac:spMkLst>
            <pc:docMk/>
            <pc:sldMk cId="799557571" sldId="863"/>
            <ac:spMk id="3" creationId="{3CC5B943-A737-2E09-8DF5-AD94F37CD1B3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5" creationId="{FEB579F1-82AD-0D3D-BA2D-694ADA7242BB}"/>
          </ac:spMkLst>
        </pc:spChg>
        <pc:spChg chg="add 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6" creationId="{C52379BC-5399-A3B1-C55B-2044F74B865F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7" creationId="{BBE3270E-A93F-F1A5-07D2-9D8D081E4D84}"/>
          </ac:spMkLst>
        </pc:spChg>
        <pc:spChg chg="add del mod">
          <ac:chgData name="Ahmed Salah ELDin" userId="68850134-226f-4097-a9a8-787fd6814b0e" providerId="ADAL" clId="{41529A9F-B598-4F6F-BF77-A2C038883ABA}" dt="2024-10-11T21:27:18.159" v="2675" actId="478"/>
          <ac:spMkLst>
            <pc:docMk/>
            <pc:sldMk cId="799557571" sldId="863"/>
            <ac:spMk id="8" creationId="{E1206E3C-D200-F2D3-5C72-3A892C39783A}"/>
          </ac:spMkLst>
        </pc:spChg>
        <pc:spChg chg="mod topLvl">
          <ac:chgData name="Ahmed Salah ELDin" userId="68850134-226f-4097-a9a8-787fd6814b0e" providerId="ADAL" clId="{41529A9F-B598-4F6F-BF77-A2C038883ABA}" dt="2024-10-11T20:44:47.502" v="2427" actId="20577"/>
          <ac:spMkLst>
            <pc:docMk/>
            <pc:sldMk cId="799557571" sldId="863"/>
            <ac:spMk id="10" creationId="{75929CC6-6830-C6E6-7584-2755D7AD105A}"/>
          </ac:spMkLst>
        </pc:spChg>
        <pc:spChg chg="del mod">
          <ac:chgData name="Ahmed Salah ELDin" userId="68850134-226f-4097-a9a8-787fd6814b0e" providerId="ADAL" clId="{41529A9F-B598-4F6F-BF77-A2C038883ABA}" dt="2024-10-11T20:44:38.681" v="2424" actId="478"/>
          <ac:spMkLst>
            <pc:docMk/>
            <pc:sldMk cId="799557571" sldId="863"/>
            <ac:spMk id="11" creationId="{17451C5B-81FC-950F-A7EF-82D495DA9540}"/>
          </ac:spMkLst>
        </pc:spChg>
        <pc:spChg chg="del mod topLvl">
          <ac:chgData name="Ahmed Salah ELDin" userId="68850134-226f-4097-a9a8-787fd6814b0e" providerId="ADAL" clId="{41529A9F-B598-4F6F-BF77-A2C038883ABA}" dt="2024-10-11T20:44:44.840" v="2425" actId="478"/>
          <ac:spMkLst>
            <pc:docMk/>
            <pc:sldMk cId="799557571" sldId="863"/>
            <ac:spMk id="12" creationId="{F1EAE489-0168-C258-2150-7AF8D5E06B33}"/>
          </ac:spMkLst>
        </pc:spChg>
        <pc:spChg chg="mod topLvl">
          <ac:chgData name="Ahmed Salah ELDin" userId="68850134-226f-4097-a9a8-787fd6814b0e" providerId="ADAL" clId="{41529A9F-B598-4F6F-BF77-A2C038883ABA}" dt="2024-10-11T20:45:32.077" v="2439" actId="478"/>
          <ac:spMkLst>
            <pc:docMk/>
            <pc:sldMk cId="799557571" sldId="863"/>
            <ac:spMk id="14" creationId="{BD5CC9CF-AD5A-2335-D3B4-F0DE1DCB3533}"/>
          </ac:spMkLst>
        </pc:spChg>
        <pc:spChg chg="del mod">
          <ac:chgData name="Ahmed Salah ELDin" userId="68850134-226f-4097-a9a8-787fd6814b0e" providerId="ADAL" clId="{41529A9F-B598-4F6F-BF77-A2C038883ABA}" dt="2024-10-11T20:45:19.988" v="2435" actId="478"/>
          <ac:spMkLst>
            <pc:docMk/>
            <pc:sldMk cId="799557571" sldId="863"/>
            <ac:spMk id="15" creationId="{A04E0C54-F59E-344C-E114-D42A5EF845B8}"/>
          </ac:spMkLst>
        </pc:spChg>
        <pc:spChg chg="del mod topLvl">
          <ac:chgData name="Ahmed Salah ELDin" userId="68850134-226f-4097-a9a8-787fd6814b0e" providerId="ADAL" clId="{41529A9F-B598-4F6F-BF77-A2C038883ABA}" dt="2024-10-11T20:45:32.077" v="2439" actId="478"/>
          <ac:spMkLst>
            <pc:docMk/>
            <pc:sldMk cId="799557571" sldId="863"/>
            <ac:spMk id="16" creationId="{12E1282C-FBE3-4025-61CD-926609B7E45E}"/>
          </ac:spMkLst>
        </pc:spChg>
        <pc:spChg chg="mod topLvl">
          <ac:chgData name="Ahmed Salah ELDin" userId="68850134-226f-4097-a9a8-787fd6814b0e" providerId="ADAL" clId="{41529A9F-B598-4F6F-BF77-A2C038883ABA}" dt="2024-10-11T21:28:00.860" v="2682" actId="1076"/>
          <ac:spMkLst>
            <pc:docMk/>
            <pc:sldMk cId="799557571" sldId="863"/>
            <ac:spMk id="18" creationId="{ADCA60E3-B712-890D-F3A5-CCC94E5EF12C}"/>
          </ac:spMkLst>
        </pc:spChg>
        <pc:spChg chg="del mod topLvl">
          <ac:chgData name="Ahmed Salah ELDin" userId="68850134-226f-4097-a9a8-787fd6814b0e" providerId="ADAL" clId="{41529A9F-B598-4F6F-BF77-A2C038883ABA}" dt="2024-10-11T20:45:08.414" v="2432" actId="478"/>
          <ac:spMkLst>
            <pc:docMk/>
            <pc:sldMk cId="799557571" sldId="863"/>
            <ac:spMk id="19" creationId="{BD28AA25-ABB8-0688-AD23-52E3DEBBB51C}"/>
          </ac:spMkLst>
        </pc:spChg>
        <pc:spChg chg="del mod topLvl">
          <ac:chgData name="Ahmed Salah ELDin" userId="68850134-226f-4097-a9a8-787fd6814b0e" providerId="ADAL" clId="{41529A9F-B598-4F6F-BF77-A2C038883ABA}" dt="2024-10-11T20:45:03.307" v="2430" actId="478"/>
          <ac:spMkLst>
            <pc:docMk/>
            <pc:sldMk cId="799557571" sldId="863"/>
            <ac:spMk id="20" creationId="{3A68C425-65CF-CDD3-F6F5-E8B000E0F25F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22" creationId="{2C496AD0-3760-7B7E-39AA-545CF179B001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23" creationId="{CFB82A31-65F2-D19D-0346-79B4C387C726}"/>
          </ac:spMkLst>
        </pc:spChg>
        <pc:spChg chg="add mod topLvl">
          <ac:chgData name="Ahmed Salah ELDin" userId="68850134-226f-4097-a9a8-787fd6814b0e" providerId="ADAL" clId="{41529A9F-B598-4F6F-BF77-A2C038883ABA}" dt="2024-10-11T20:46:04.529" v="2446" actId="20577"/>
          <ac:spMkLst>
            <pc:docMk/>
            <pc:sldMk cId="799557571" sldId="863"/>
            <ac:spMk id="24" creationId="{C4354950-20AA-7DDF-C86D-99927A3BA1CA}"/>
          </ac:spMkLst>
        </pc:spChg>
        <pc:spChg chg="add del mod topLvl">
          <ac:chgData name="Ahmed Salah ELDin" userId="68850134-226f-4097-a9a8-787fd6814b0e" providerId="ADAL" clId="{41529A9F-B598-4F6F-BF77-A2C038883ABA}" dt="2024-10-11T20:45:50.682" v="2443" actId="478"/>
          <ac:spMkLst>
            <pc:docMk/>
            <pc:sldMk cId="799557571" sldId="863"/>
            <ac:spMk id="25" creationId="{C9C4DF96-34CE-C18E-9A31-E66C1DB6EC22}"/>
          </ac:spMkLst>
        </pc:spChg>
        <pc:spChg chg="add del mod topLvl">
          <ac:chgData name="Ahmed Salah ELDin" userId="68850134-226f-4097-a9a8-787fd6814b0e" providerId="ADAL" clId="{41529A9F-B598-4F6F-BF77-A2C038883ABA}" dt="2024-10-11T20:46:01.618" v="2444" actId="478"/>
          <ac:spMkLst>
            <pc:docMk/>
            <pc:sldMk cId="799557571" sldId="863"/>
            <ac:spMk id="26" creationId="{62760E4C-896E-C76C-1C30-D005257C9000}"/>
          </ac:spMkLst>
        </pc:spChg>
        <pc:spChg chg="mod">
          <ac:chgData name="Ahmed Salah ELDin" userId="68850134-226f-4097-a9a8-787fd6814b0e" providerId="ADAL" clId="{41529A9F-B598-4F6F-BF77-A2C038883ABA}" dt="2024-10-11T20:23:21.297" v="2270" actId="165"/>
          <ac:spMkLst>
            <pc:docMk/>
            <pc:sldMk cId="799557571" sldId="863"/>
            <ac:spMk id="28" creationId="{B85F9753-88DC-0475-63DB-1A2E1B638ACE}"/>
          </ac:spMkLst>
        </pc:spChg>
        <pc:spChg chg="mod">
          <ac:chgData name="Ahmed Salah ELDin" userId="68850134-226f-4097-a9a8-787fd6814b0e" providerId="ADAL" clId="{41529A9F-B598-4F6F-BF77-A2C038883ABA}" dt="2024-10-11T20:23:21.297" v="2270" actId="165"/>
          <ac:spMkLst>
            <pc:docMk/>
            <pc:sldMk cId="799557571" sldId="863"/>
            <ac:spMk id="29" creationId="{36AD2C4B-71BF-49C9-F216-3083BE32ADFA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32" creationId="{50CE1CE5-FFBF-F237-8221-5362F3D79A36}"/>
          </ac:spMkLst>
        </pc:spChg>
        <pc:spChg chg="del mod">
          <ac:chgData name="Ahmed Salah ELDin" userId="68850134-226f-4097-a9a8-787fd6814b0e" providerId="ADAL" clId="{41529A9F-B598-4F6F-BF77-A2C038883ABA}" dt="2024-10-11T20:46:15.644" v="2449" actId="478"/>
          <ac:spMkLst>
            <pc:docMk/>
            <pc:sldMk cId="799557571" sldId="863"/>
            <ac:spMk id="33" creationId="{F7803074-6027-5333-9B97-A517D11A9A52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35" creationId="{5760909C-6728-C67C-9C75-86234E08A8F4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37" creationId="{498F99C8-A18E-8AA4-6FA0-1B67AD55EF1E}"/>
          </ac:spMkLst>
        </pc:spChg>
        <pc:spChg chg="mod">
          <ac:chgData name="Ahmed Salah ELDin" userId="68850134-226f-4097-a9a8-787fd6814b0e" providerId="ADAL" clId="{41529A9F-B598-4F6F-BF77-A2C038883ABA}" dt="2024-10-11T20:46:09.407" v="2447" actId="6549"/>
          <ac:spMkLst>
            <pc:docMk/>
            <pc:sldMk cId="799557571" sldId="863"/>
            <ac:spMk id="38" creationId="{D1198834-580F-84DB-F4E4-C03113FFE32F}"/>
          </ac:spMkLst>
        </pc:spChg>
        <pc:spChg chg="add del mod">
          <ac:chgData name="Ahmed Salah ELDin" userId="68850134-226f-4097-a9a8-787fd6814b0e" providerId="ADAL" clId="{41529A9F-B598-4F6F-BF77-A2C038883ABA}" dt="2024-10-11T21:27:22.859" v="2677" actId="478"/>
          <ac:spMkLst>
            <pc:docMk/>
            <pc:sldMk cId="799557571" sldId="863"/>
            <ac:spMk id="39" creationId="{62196A00-D875-B3B0-61EF-81F31D1C5242}"/>
          </ac:spMkLst>
        </pc:spChg>
        <pc:spChg chg="add del mod">
          <ac:chgData name="Ahmed Salah ELDin" userId="68850134-226f-4097-a9a8-787fd6814b0e" providerId="ADAL" clId="{41529A9F-B598-4F6F-BF77-A2C038883ABA}" dt="2024-10-11T21:27:26.969" v="2678" actId="478"/>
          <ac:spMkLst>
            <pc:docMk/>
            <pc:sldMk cId="799557571" sldId="863"/>
            <ac:spMk id="40" creationId="{DEB0BC23-7B62-1304-FD5A-223C78968157}"/>
          </ac:spMkLst>
        </pc:spChg>
        <pc:spChg chg="add del mod">
          <ac:chgData name="Ahmed Salah ELDin" userId="68850134-226f-4097-a9a8-787fd6814b0e" providerId="ADAL" clId="{41529A9F-B598-4F6F-BF77-A2C038883ABA}" dt="2024-10-11T21:27:26.969" v="2678" actId="478"/>
          <ac:spMkLst>
            <pc:docMk/>
            <pc:sldMk cId="799557571" sldId="863"/>
            <ac:spMk id="41" creationId="{7E690CAC-72B6-0C3D-90E0-D58C7429DC2A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45" creationId="{B9DDB743-CB32-2540-282B-AE316D738E2B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51" creationId="{92E374EA-F0CC-48FE-660C-F3CD49A33558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54" creationId="{C25497C3-8F52-BD1E-D229-25F85F095697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59" creationId="{83585D15-B972-2B6C-BF77-C63A10B47C74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60" creationId="{1B30E630-2C74-25C4-79CA-04BDA8BA1990}"/>
          </ac:spMkLst>
        </pc:spChg>
        <pc:spChg chg="mod topLvl">
          <ac:chgData name="Ahmed Salah ELDin" userId="68850134-226f-4097-a9a8-787fd6814b0e" providerId="ADAL" clId="{41529A9F-B598-4F6F-BF77-A2C038883ABA}" dt="2024-10-11T20:44:31.993" v="2423" actId="20577"/>
          <ac:spMkLst>
            <pc:docMk/>
            <pc:sldMk cId="799557571" sldId="863"/>
            <ac:spMk id="62" creationId="{15F82909-2816-BB37-74D1-B49D24C31B0C}"/>
          </ac:spMkLst>
        </pc:spChg>
        <pc:spChg chg="del mod">
          <ac:chgData name="Ahmed Salah ELDin" userId="68850134-226f-4097-a9a8-787fd6814b0e" providerId="ADAL" clId="{41529A9F-B598-4F6F-BF77-A2C038883ABA}" dt="2024-10-11T20:44:22.043" v="2419" actId="478"/>
          <ac:spMkLst>
            <pc:docMk/>
            <pc:sldMk cId="799557571" sldId="863"/>
            <ac:spMk id="63" creationId="{FF7483F0-2FCB-B663-8D35-265D6D58B188}"/>
          </ac:spMkLst>
        </pc:spChg>
        <pc:spChg chg="del mod topLvl">
          <ac:chgData name="Ahmed Salah ELDin" userId="68850134-226f-4097-a9a8-787fd6814b0e" providerId="ADAL" clId="{41529A9F-B598-4F6F-BF77-A2C038883ABA}" dt="2024-10-11T20:44:28.995" v="2421" actId="478"/>
          <ac:spMkLst>
            <pc:docMk/>
            <pc:sldMk cId="799557571" sldId="863"/>
            <ac:spMk id="64" creationId="{E70367D4-082F-EFE9-7226-221F2EF2D126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71" creationId="{5E6C9A21-CB50-B875-9817-B14CB5737386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72" creationId="{877DD161-2441-5F1D-A2E6-C1FB76BB452F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73" creationId="{C936A231-71CE-1DC3-1331-B928C4788357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83" creationId="{C90219CB-13CB-1822-B103-559A53741AA7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84" creationId="{109D1A57-54E3-FAFD-FCC9-A222B6225F5D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85" creationId="{B805AA91-1CE4-2646-C812-3EC496C4002F}"/>
          </ac:spMkLst>
        </pc:spChg>
        <pc:spChg chg="mod topLvl">
          <ac:chgData name="Ahmed Salah ELDin" userId="68850134-226f-4097-a9a8-787fd6814b0e" providerId="ADAL" clId="{41529A9F-B598-4F6F-BF77-A2C038883ABA}" dt="2024-10-11T20:40:50.398" v="2403" actId="165"/>
          <ac:spMkLst>
            <pc:docMk/>
            <pc:sldMk cId="799557571" sldId="863"/>
            <ac:spMk id="87" creationId="{01E68ABC-AF9C-2F4D-6C09-46AEA9AE980F}"/>
          </ac:spMkLst>
        </pc:spChg>
        <pc:spChg chg="add mod">
          <ac:chgData name="Ahmed Salah ELDin" userId="68850134-226f-4097-a9a8-787fd6814b0e" providerId="ADAL" clId="{41529A9F-B598-4F6F-BF77-A2C038883ABA}" dt="2024-10-11T20:19:32.845" v="2242" actId="20577"/>
          <ac:spMkLst>
            <pc:docMk/>
            <pc:sldMk cId="799557571" sldId="863"/>
            <ac:spMk id="89" creationId="{B0DE8BC6-4355-E6BF-68E0-7FA8BC2FE364}"/>
          </ac:spMkLst>
        </pc:spChg>
        <pc:spChg chg="add mod">
          <ac:chgData name="Ahmed Salah ELDin" userId="68850134-226f-4097-a9a8-787fd6814b0e" providerId="ADAL" clId="{41529A9F-B598-4F6F-BF77-A2C038883ABA}" dt="2024-10-11T20:11:39.779" v="2226"/>
          <ac:spMkLst>
            <pc:docMk/>
            <pc:sldMk cId="799557571" sldId="863"/>
            <ac:spMk id="96" creationId="{4B0DF011-80EE-CEC6-95BF-936F9AFDE921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08" creationId="{0AE21AE5-4247-AA6D-C601-85F2E7804D6F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09" creationId="{AF42AB7C-F274-F897-95F2-728ADE39C75A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10" creationId="{7DBC7C9C-2F0F-FA58-4EB8-533C3B93D70C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13" creationId="{FFF359A2-E017-EA28-031E-B06D0F5088F2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14" creationId="{31775D43-8C5F-966C-46E5-4D1B60E181EB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17" creationId="{2DA1E417-BF18-CE8F-66BA-A862F3372383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19" creationId="{C5EDB13D-7A61-0446-A3B9-BD7CB6CF2DEE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20" creationId="{0E632F84-A56E-3AAF-E6A5-01D28236C2C6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23" creationId="{F9D23A2F-91AE-C9EE-16F6-B1C73BC38977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26" creationId="{87A5D0E8-804D-AE81-B39A-FC2863BC7431}"/>
          </ac:spMkLst>
        </pc:spChg>
        <pc:spChg chg="mod">
          <ac:chgData name="Ahmed Salah ELDin" userId="68850134-226f-4097-a9a8-787fd6814b0e" providerId="ADAL" clId="{41529A9F-B598-4F6F-BF77-A2C038883ABA}" dt="2024-10-11T20:20:31.348" v="2249"/>
          <ac:spMkLst>
            <pc:docMk/>
            <pc:sldMk cId="799557571" sldId="863"/>
            <ac:spMk id="128" creationId="{7E54B073-484D-09B2-B337-243E7DF93410}"/>
          </ac:spMkLst>
        </pc:spChg>
        <pc:spChg chg="mod">
          <ac:chgData name="Ahmed Salah ELDin" userId="68850134-226f-4097-a9a8-787fd6814b0e" providerId="ADAL" clId="{41529A9F-B598-4F6F-BF77-A2C038883ABA}" dt="2024-10-11T20:20:31.348" v="2249"/>
          <ac:spMkLst>
            <pc:docMk/>
            <pc:sldMk cId="799557571" sldId="863"/>
            <ac:spMk id="130" creationId="{FE4C030E-3ADC-DA25-9690-EA7749E91365}"/>
          </ac:spMkLst>
        </pc:spChg>
        <pc:spChg chg="mod">
          <ac:chgData name="Ahmed Salah ELDin" userId="68850134-226f-4097-a9a8-787fd6814b0e" providerId="ADAL" clId="{41529A9F-B598-4F6F-BF77-A2C038883ABA}" dt="2024-10-11T20:20:31.348" v="2249"/>
          <ac:spMkLst>
            <pc:docMk/>
            <pc:sldMk cId="799557571" sldId="863"/>
            <ac:spMk id="131" creationId="{96D69B72-EE35-53AD-BB74-48A8458F81E4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3" creationId="{98967AA0-B094-E196-4A82-A666309DCB70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4" creationId="{3EEA4010-6355-F948-6D76-9A2887A74B20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5" creationId="{BB0F4857-0F23-5E3E-FC34-8E43A0EEDAB9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7" creationId="{EC643E0E-A2D8-5AD8-CDF2-B8E38CB5429B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8" creationId="{63A4CD7C-42D2-8863-63D2-13FCE682FBE1}"/>
          </ac:spMkLst>
        </pc:spChg>
        <pc:spChg chg="add mod">
          <ac:chgData name="Ahmed Salah ELDin" userId="68850134-226f-4097-a9a8-787fd6814b0e" providerId="ADAL" clId="{41529A9F-B598-4F6F-BF77-A2C038883ABA}" dt="2024-10-11T20:27:42.074" v="2302" actId="20577"/>
          <ac:spMkLst>
            <pc:docMk/>
            <pc:sldMk cId="799557571" sldId="863"/>
            <ac:spMk id="139" creationId="{8397B8CA-FD56-66BC-2F41-9DEB697E6719}"/>
          </ac:spMkLst>
        </pc:spChg>
        <pc:spChg chg="add mod">
          <ac:chgData name="Ahmed Salah ELDin" userId="68850134-226f-4097-a9a8-787fd6814b0e" providerId="ADAL" clId="{41529A9F-B598-4F6F-BF77-A2C038883ABA}" dt="2024-10-11T21:32:24.777" v="2729" actId="14100"/>
          <ac:spMkLst>
            <pc:docMk/>
            <pc:sldMk cId="799557571" sldId="863"/>
            <ac:spMk id="140" creationId="{1F7D7D45-6919-C089-9EAE-C8AC4E555B11}"/>
          </ac:spMkLst>
        </pc:spChg>
        <pc:spChg chg="add mod">
          <ac:chgData name="Ahmed Salah ELDin" userId="68850134-226f-4097-a9a8-787fd6814b0e" providerId="ADAL" clId="{41529A9F-B598-4F6F-BF77-A2C038883ABA}" dt="2024-10-11T20:33:30.613" v="2317"/>
          <ac:spMkLst>
            <pc:docMk/>
            <pc:sldMk cId="799557571" sldId="863"/>
            <ac:spMk id="148" creationId="{0540D073-03A0-FD02-B168-82162E1F28BE}"/>
          </ac:spMkLst>
        </pc:spChg>
        <pc:spChg chg="add mod">
          <ac:chgData name="Ahmed Salah ELDin" userId="68850134-226f-4097-a9a8-787fd6814b0e" providerId="ADAL" clId="{41529A9F-B598-4F6F-BF77-A2C038883ABA}" dt="2024-10-11T20:35:36.931" v="2335" actId="20577"/>
          <ac:spMkLst>
            <pc:docMk/>
            <pc:sldMk cId="799557571" sldId="863"/>
            <ac:spMk id="149" creationId="{F2860972-2543-325E-3F1F-1D05B5D17237}"/>
          </ac:spMkLst>
        </pc:spChg>
        <pc:spChg chg="mod topLvl">
          <ac:chgData name="Ahmed Salah ELDin" userId="68850134-226f-4097-a9a8-787fd6814b0e" providerId="ADAL" clId="{41529A9F-B598-4F6F-BF77-A2C038883ABA}" dt="2024-10-11T20:40:02.894" v="2400" actId="164"/>
          <ac:spMkLst>
            <pc:docMk/>
            <pc:sldMk cId="799557571" sldId="863"/>
            <ac:spMk id="151" creationId="{139153DA-9318-F4E9-BE39-895D25B52C7F}"/>
          </ac:spMkLst>
        </pc:spChg>
        <pc:spChg chg="del mod topLvl">
          <ac:chgData name="Ahmed Salah ELDin" userId="68850134-226f-4097-a9a8-787fd6814b0e" providerId="ADAL" clId="{41529A9F-B598-4F6F-BF77-A2C038883ABA}" dt="2024-10-11T20:38:34.421" v="2373" actId="21"/>
          <ac:spMkLst>
            <pc:docMk/>
            <pc:sldMk cId="799557571" sldId="863"/>
            <ac:spMk id="152" creationId="{65A44C6C-F49A-538F-9328-5344B538BF6A}"/>
          </ac:spMkLst>
        </pc:spChg>
        <pc:spChg chg="add mod">
          <ac:chgData name="Ahmed Salah ELDin" userId="68850134-226f-4097-a9a8-787fd6814b0e" providerId="ADAL" clId="{41529A9F-B598-4F6F-BF77-A2C038883ABA}" dt="2024-10-11T20:40:02.894" v="2400" actId="164"/>
          <ac:spMkLst>
            <pc:docMk/>
            <pc:sldMk cId="799557571" sldId="863"/>
            <ac:spMk id="153" creationId="{65A44C6C-F49A-538F-9328-5344B538BF6A}"/>
          </ac:spMkLst>
        </pc:spChg>
        <pc:spChg chg="add del mod">
          <ac:chgData name="Ahmed Salah ELDin" userId="68850134-226f-4097-a9a8-787fd6814b0e" providerId="ADAL" clId="{41529A9F-B598-4F6F-BF77-A2C038883ABA}" dt="2024-10-11T20:44:18.172" v="2418" actId="478"/>
          <ac:spMkLst>
            <pc:docMk/>
            <pc:sldMk cId="799557571" sldId="863"/>
            <ac:spMk id="159" creationId="{40E534D9-4BF6-6966-417A-98B429CDA71C}"/>
          </ac:spMkLst>
        </pc:spChg>
        <pc:spChg chg="add 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60" creationId="{9B59D474-C889-A654-63E1-94A66C4FF316}"/>
          </ac:spMkLst>
        </pc:spChg>
        <pc:spChg chg="mod topLvl">
          <ac:chgData name="Ahmed Salah ELDin" userId="68850134-226f-4097-a9a8-787fd6814b0e" providerId="ADAL" clId="{41529A9F-B598-4F6F-BF77-A2C038883ABA}" dt="2024-10-11T21:29:03.812" v="2696" actId="20577"/>
          <ac:spMkLst>
            <pc:docMk/>
            <pc:sldMk cId="799557571" sldId="863"/>
            <ac:spMk id="162" creationId="{F7959E31-7DC8-64CD-AFF6-DA03D55C9653}"/>
          </ac:spMkLst>
        </pc:spChg>
        <pc:spChg chg="del mod">
          <ac:chgData name="Ahmed Salah ELDin" userId="68850134-226f-4097-a9a8-787fd6814b0e" providerId="ADAL" clId="{41529A9F-B598-4F6F-BF77-A2C038883ABA}" dt="2024-10-11T21:28:58.029" v="2693" actId="478"/>
          <ac:spMkLst>
            <pc:docMk/>
            <pc:sldMk cId="799557571" sldId="863"/>
            <ac:spMk id="163" creationId="{E6101327-FDAF-E8FB-F1C9-8116E30098E6}"/>
          </ac:spMkLst>
        </pc:spChg>
        <pc:spChg chg="del mod topLvl">
          <ac:chgData name="Ahmed Salah ELDin" userId="68850134-226f-4097-a9a8-787fd6814b0e" providerId="ADAL" clId="{41529A9F-B598-4F6F-BF77-A2C038883ABA}" dt="2024-10-11T21:29:01.088" v="2694" actId="478"/>
          <ac:spMkLst>
            <pc:docMk/>
            <pc:sldMk cId="799557571" sldId="863"/>
            <ac:spMk id="164" creationId="{2A4F1A91-9131-BC33-F572-9963B7BEEB90}"/>
          </ac:spMkLst>
        </pc:spChg>
        <pc:spChg chg="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66" creationId="{F65DF8B1-596E-1811-BB1F-3621127F8F3C}"/>
          </ac:spMkLst>
        </pc:spChg>
        <pc:spChg chg="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67" creationId="{4E4D54F8-AD91-37FF-9A01-9D69CC94E51E}"/>
          </ac:spMkLst>
        </pc:spChg>
        <pc:spChg chg="mod topLvl">
          <ac:chgData name="Ahmed Salah ELDin" userId="68850134-226f-4097-a9a8-787fd6814b0e" providerId="ADAL" clId="{41529A9F-B598-4F6F-BF77-A2C038883ABA}" dt="2024-10-11T21:28:46.277" v="2691" actId="20577"/>
          <ac:spMkLst>
            <pc:docMk/>
            <pc:sldMk cId="799557571" sldId="863"/>
            <ac:spMk id="169" creationId="{BF348DBE-3F8C-356E-AD40-9FB7E2BBE1D4}"/>
          </ac:spMkLst>
        </pc:spChg>
        <pc:spChg chg="del mod">
          <ac:chgData name="Ahmed Salah ELDin" userId="68850134-226f-4097-a9a8-787fd6814b0e" providerId="ADAL" clId="{41529A9F-B598-4F6F-BF77-A2C038883ABA}" dt="2024-10-11T21:28:34.306" v="2688" actId="478"/>
          <ac:spMkLst>
            <pc:docMk/>
            <pc:sldMk cId="799557571" sldId="863"/>
            <ac:spMk id="170" creationId="{33807B30-8AF0-D7A7-0A00-1F8157205397}"/>
          </ac:spMkLst>
        </pc:spChg>
        <pc:spChg chg="del mod topLvl">
          <ac:chgData name="Ahmed Salah ELDin" userId="68850134-226f-4097-a9a8-787fd6814b0e" providerId="ADAL" clId="{41529A9F-B598-4F6F-BF77-A2C038883ABA}" dt="2024-10-11T21:28:41.078" v="2689" actId="478"/>
          <ac:spMkLst>
            <pc:docMk/>
            <pc:sldMk cId="799557571" sldId="863"/>
            <ac:spMk id="171" creationId="{7E2E0AF5-D103-C7F3-DDB8-A4788BF07390}"/>
          </ac:spMkLst>
        </pc:spChg>
        <pc:spChg chg="mod topLvl">
          <ac:chgData name="Ahmed Salah ELDin" userId="68850134-226f-4097-a9a8-787fd6814b0e" providerId="ADAL" clId="{41529A9F-B598-4F6F-BF77-A2C038883ABA}" dt="2024-10-11T21:29:27.600" v="2705" actId="20577"/>
          <ac:spMkLst>
            <pc:docMk/>
            <pc:sldMk cId="799557571" sldId="863"/>
            <ac:spMk id="173" creationId="{06668DA5-1786-7A4A-6E79-499D8E654844}"/>
          </ac:spMkLst>
        </pc:spChg>
        <pc:spChg chg="del mod">
          <ac:chgData name="Ahmed Salah ELDin" userId="68850134-226f-4097-a9a8-787fd6814b0e" providerId="ADAL" clId="{41529A9F-B598-4F6F-BF77-A2C038883ABA}" dt="2024-10-11T21:29:18.080" v="2701" actId="478"/>
          <ac:spMkLst>
            <pc:docMk/>
            <pc:sldMk cId="799557571" sldId="863"/>
            <ac:spMk id="174" creationId="{58C0AEE3-6D2E-E824-A4A0-F0751F5076D1}"/>
          </ac:spMkLst>
        </pc:spChg>
        <pc:spChg chg="del mod topLvl">
          <ac:chgData name="Ahmed Salah ELDin" userId="68850134-226f-4097-a9a8-787fd6814b0e" providerId="ADAL" clId="{41529A9F-B598-4F6F-BF77-A2C038883ABA}" dt="2024-10-11T21:29:24.832" v="2703" actId="478"/>
          <ac:spMkLst>
            <pc:docMk/>
            <pc:sldMk cId="799557571" sldId="863"/>
            <ac:spMk id="175" creationId="{764756B4-33AC-4756-F608-D4338CB6DB0C}"/>
          </ac:spMkLst>
        </pc:spChg>
        <pc:spChg chg="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77" creationId="{380E59D9-4275-40E0-A6C0-366A4D77163A}"/>
          </ac:spMkLst>
        </pc:spChg>
        <pc:spChg chg="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78" creationId="{D5E9B38A-9A74-CFC4-DA62-42B111C278E9}"/>
          </ac:spMkLst>
        </pc:spChg>
        <pc:spChg chg="mod topLvl">
          <ac:chgData name="Ahmed Salah ELDin" userId="68850134-226f-4097-a9a8-787fd6814b0e" providerId="ADAL" clId="{41529A9F-B598-4F6F-BF77-A2C038883ABA}" dt="2024-10-11T21:29:12.920" v="2700" actId="20577"/>
          <ac:spMkLst>
            <pc:docMk/>
            <pc:sldMk cId="799557571" sldId="863"/>
            <ac:spMk id="182" creationId="{C4B84BFD-9467-F4BC-CF73-BA29646E7C67}"/>
          </ac:spMkLst>
        </pc:spChg>
        <pc:spChg chg="del mod">
          <ac:chgData name="Ahmed Salah ELDin" userId="68850134-226f-4097-a9a8-787fd6814b0e" providerId="ADAL" clId="{41529A9F-B598-4F6F-BF77-A2C038883ABA}" dt="2024-10-11T21:29:07.727" v="2697" actId="478"/>
          <ac:spMkLst>
            <pc:docMk/>
            <pc:sldMk cId="799557571" sldId="863"/>
            <ac:spMk id="183" creationId="{C9ED7021-D5FF-CEAE-BB46-3CD8E0B24205}"/>
          </ac:spMkLst>
        </pc:spChg>
        <pc:spChg chg="del mod topLvl">
          <ac:chgData name="Ahmed Salah ELDin" userId="68850134-226f-4097-a9a8-787fd6814b0e" providerId="ADAL" clId="{41529A9F-B598-4F6F-BF77-A2C038883ABA}" dt="2024-10-11T21:29:10.611" v="2698" actId="478"/>
          <ac:spMkLst>
            <pc:docMk/>
            <pc:sldMk cId="799557571" sldId="863"/>
            <ac:spMk id="184" creationId="{A4C26CD3-6051-C12D-30DA-3A5D40A27D6C}"/>
          </ac:spMkLst>
        </pc:spChg>
        <pc:grpChg chg="add del mod">
          <ac:chgData name="Ahmed Salah ELDin" userId="68850134-226f-4097-a9a8-787fd6814b0e" providerId="ADAL" clId="{41529A9F-B598-4F6F-BF77-A2C038883ABA}" dt="2024-10-11T20:44:44.840" v="2425" actId="478"/>
          <ac:grpSpMkLst>
            <pc:docMk/>
            <pc:sldMk cId="799557571" sldId="863"/>
            <ac:grpSpMk id="9" creationId="{7ED63FBB-2FBC-FC43-1DCE-EA7E43AA4E1E}"/>
          </ac:grpSpMkLst>
        </pc:grpChg>
        <pc:grpChg chg="add del mod">
          <ac:chgData name="Ahmed Salah ELDin" userId="68850134-226f-4097-a9a8-787fd6814b0e" providerId="ADAL" clId="{41529A9F-B598-4F6F-BF77-A2C038883ABA}" dt="2024-10-11T20:45:32.077" v="2439" actId="478"/>
          <ac:grpSpMkLst>
            <pc:docMk/>
            <pc:sldMk cId="799557571" sldId="863"/>
            <ac:grpSpMk id="13" creationId="{D3723C25-A863-8BC6-13DD-ED2F7507D862}"/>
          </ac:grpSpMkLst>
        </pc:grpChg>
        <pc:grpChg chg="add del mod">
          <ac:chgData name="Ahmed Salah ELDin" userId="68850134-226f-4097-a9a8-787fd6814b0e" providerId="ADAL" clId="{41529A9F-B598-4F6F-BF77-A2C038883ABA}" dt="2024-10-11T20:36:25.397" v="2339" actId="165"/>
          <ac:grpSpMkLst>
            <pc:docMk/>
            <pc:sldMk cId="799557571" sldId="863"/>
            <ac:grpSpMk id="17" creationId="{C284B4F5-6BB4-D21D-40EF-BF83B6A3D4EA}"/>
          </ac:grpSpMkLst>
        </pc:grpChg>
        <pc:grpChg chg="add del mod">
          <ac:chgData name="Ahmed Salah ELDin" userId="68850134-226f-4097-a9a8-787fd6814b0e" providerId="ADAL" clId="{41529A9F-B598-4F6F-BF77-A2C038883ABA}" dt="2024-10-11T20:45:05.604" v="2431" actId="478"/>
          <ac:grpSpMkLst>
            <pc:docMk/>
            <pc:sldMk cId="799557571" sldId="863"/>
            <ac:grpSpMk id="21" creationId="{045690C0-4FCB-0871-6074-9AB3D5AC1938}"/>
          </ac:grpSpMkLst>
        </pc:grpChg>
        <pc:grpChg chg="add del mod topLvl">
          <ac:chgData name="Ahmed Salah ELDin" userId="68850134-226f-4097-a9a8-787fd6814b0e" providerId="ADAL" clId="{41529A9F-B598-4F6F-BF77-A2C038883ABA}" dt="2024-10-11T20:45:42.887" v="2441" actId="478"/>
          <ac:grpSpMkLst>
            <pc:docMk/>
            <pc:sldMk cId="799557571" sldId="863"/>
            <ac:grpSpMk id="27" creationId="{1012B94C-DA72-D63C-02B5-29C5723CC576}"/>
          </ac:grpSpMkLst>
        </pc:grpChg>
        <pc:grpChg chg="add del mod">
          <ac:chgData name="Ahmed Salah ELDin" userId="68850134-226f-4097-a9a8-787fd6814b0e" providerId="ADAL" clId="{41529A9F-B598-4F6F-BF77-A2C038883ABA}" dt="2024-10-11T21:27:26.969" v="2678" actId="478"/>
          <ac:grpSpMkLst>
            <pc:docMk/>
            <pc:sldMk cId="799557571" sldId="863"/>
            <ac:grpSpMk id="30" creationId="{802452B4-901A-E7DE-9A38-A7E75F1BAF1D}"/>
          </ac:grpSpMkLst>
        </pc:grpChg>
        <pc:grpChg chg="add del mod">
          <ac:chgData name="Ahmed Salah ELDin" userId="68850134-226f-4097-a9a8-787fd6814b0e" providerId="ADAL" clId="{41529A9F-B598-4F6F-BF77-A2C038883ABA}" dt="2024-10-11T20:46:11.779" v="2448" actId="478"/>
          <ac:grpSpMkLst>
            <pc:docMk/>
            <pc:sldMk cId="799557571" sldId="863"/>
            <ac:grpSpMk id="36" creationId="{FACB1142-D96A-DAAA-E466-9785AE6C1DD3}"/>
          </ac:grpSpMkLst>
        </pc:grpChg>
        <pc:grpChg chg="add del mod">
          <ac:chgData name="Ahmed Salah ELDin" userId="68850134-226f-4097-a9a8-787fd6814b0e" providerId="ADAL" clId="{41529A9F-B598-4F6F-BF77-A2C038883ABA}" dt="2024-10-11T21:27:16.840" v="2674" actId="478"/>
          <ac:grpSpMkLst>
            <pc:docMk/>
            <pc:sldMk cId="799557571" sldId="863"/>
            <ac:grpSpMk id="42" creationId="{1A57D4BF-D4F1-5A0B-6ADC-9B3A95D2F795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44" creationId="{305ED218-ED87-F375-320C-D4C659F1D87D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49" creationId="{8E65E04E-C572-CD72-C748-E6F5A0F696F8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57" creationId="{5B3F7134-C5DF-E8D7-4EE3-FDF5E3DD2DF4}"/>
          </ac:grpSpMkLst>
        </pc:grpChg>
        <pc:grpChg chg="add del mod">
          <ac:chgData name="Ahmed Salah ELDin" userId="68850134-226f-4097-a9a8-787fd6814b0e" providerId="ADAL" clId="{41529A9F-B598-4F6F-BF77-A2C038883ABA}" dt="2024-10-11T21:27:13.864" v="2673" actId="478"/>
          <ac:grpSpMkLst>
            <pc:docMk/>
            <pc:sldMk cId="799557571" sldId="863"/>
            <ac:grpSpMk id="58" creationId="{88F41EF2-D127-A504-15AF-F13028604A34}"/>
          </ac:grpSpMkLst>
        </pc:grpChg>
        <pc:grpChg chg="add del mod">
          <ac:chgData name="Ahmed Salah ELDin" userId="68850134-226f-4097-a9a8-787fd6814b0e" providerId="ADAL" clId="{41529A9F-B598-4F6F-BF77-A2C038883ABA}" dt="2024-10-11T20:44:28.995" v="2421" actId="478"/>
          <ac:grpSpMkLst>
            <pc:docMk/>
            <pc:sldMk cId="799557571" sldId="863"/>
            <ac:grpSpMk id="61" creationId="{5A4CC7A7-A2FA-2408-F8B0-4AC8CAAF86A0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74" creationId="{E6B2F224-B05B-BD91-D842-0AEF012D6B28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80" creationId="{C2B757DD-10CC-F5AC-A4BA-DEADAE13D324}"/>
          </ac:grpSpMkLst>
        </pc:grpChg>
        <pc:grpChg chg="add del mod">
          <ac:chgData name="Ahmed Salah ELDin" userId="68850134-226f-4097-a9a8-787fd6814b0e" providerId="ADAL" clId="{41529A9F-B598-4F6F-BF77-A2C038883ABA}" dt="2024-10-11T20:40:50.398" v="2403" actId="165"/>
          <ac:grpSpMkLst>
            <pc:docMk/>
            <pc:sldMk cId="799557571" sldId="863"/>
            <ac:grpSpMk id="86" creationId="{C4944816-36EC-A569-490C-184FFD6D8AB9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93" creationId="{06FB9AB0-3139-74A5-FC05-FC9AA49A01D4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00" creationId="{2D605375-F967-AEF5-7B06-4FF0D7B848A4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01" creationId="{A7A59ACA-C9F7-2C18-17F0-A5869C46AFF5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02" creationId="{008C9626-C577-8B4F-F373-673AB28DEB65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03" creationId="{9FE76914-9545-CE25-0623-69B7E5913F09}"/>
          </ac:grpSpMkLst>
        </pc:grpChg>
        <pc:grpChg chg="add del mod">
          <ac:chgData name="Ahmed Salah ELDin" userId="68850134-226f-4097-a9a8-787fd6814b0e" providerId="ADAL" clId="{41529A9F-B598-4F6F-BF77-A2C038883ABA}" dt="2024-10-11T20:23:21.297" v="2270" actId="165"/>
          <ac:grpSpMkLst>
            <pc:docMk/>
            <pc:sldMk cId="799557571" sldId="863"/>
            <ac:grpSpMk id="104" creationId="{D64BCE17-4B73-7AAC-231D-4DAA98F90A83}"/>
          </ac:grpSpMkLst>
        </pc:grpChg>
        <pc:grpChg chg="add del mod">
          <ac:chgData name="Ahmed Salah ELDin" userId="68850134-226f-4097-a9a8-787fd6814b0e" providerId="ADAL" clId="{41529A9F-B598-4F6F-BF77-A2C038883ABA}" dt="2024-10-11T20:18:58.508" v="2238" actId="478"/>
          <ac:grpSpMkLst>
            <pc:docMk/>
            <pc:sldMk cId="799557571" sldId="863"/>
            <ac:grpSpMk id="107" creationId="{3CCEE07F-AF65-7EF1-7DC0-560308C9AB10}"/>
          </ac:grpSpMkLst>
        </pc:grpChg>
        <pc:grpChg chg="mod">
          <ac:chgData name="Ahmed Salah ELDin" userId="68850134-226f-4097-a9a8-787fd6814b0e" providerId="ADAL" clId="{41529A9F-B598-4F6F-BF77-A2C038883ABA}" dt="2024-10-11T20:12:19.823" v="2229"/>
          <ac:grpSpMkLst>
            <pc:docMk/>
            <pc:sldMk cId="799557571" sldId="863"/>
            <ac:grpSpMk id="112" creationId="{D84DC6C3-0050-30D1-F500-A5B8928F6494}"/>
          </ac:grpSpMkLst>
        </pc:grpChg>
        <pc:grpChg chg="add del mod">
          <ac:chgData name="Ahmed Salah ELDin" userId="68850134-226f-4097-a9a8-787fd6814b0e" providerId="ADAL" clId="{41529A9F-B598-4F6F-BF77-A2C038883ABA}" dt="2024-10-11T20:21:37.506" v="2253" actId="478"/>
          <ac:grpSpMkLst>
            <pc:docMk/>
            <pc:sldMk cId="799557571" sldId="863"/>
            <ac:grpSpMk id="116" creationId="{7B5F7030-1D77-4149-61F1-F485AF6D2F0F}"/>
          </ac:grpSpMkLst>
        </pc:grpChg>
        <pc:grpChg chg="mod">
          <ac:chgData name="Ahmed Salah ELDin" userId="68850134-226f-4097-a9a8-787fd6814b0e" providerId="ADAL" clId="{41529A9F-B598-4F6F-BF77-A2C038883ABA}" dt="2024-10-11T20:20:15.883" v="2247"/>
          <ac:grpSpMkLst>
            <pc:docMk/>
            <pc:sldMk cId="799557571" sldId="863"/>
            <ac:grpSpMk id="122" creationId="{9BD4A425-4246-F192-4C35-608ABBB2D35A}"/>
          </ac:grpSpMkLst>
        </pc:grpChg>
        <pc:grpChg chg="add mod">
          <ac:chgData name="Ahmed Salah ELDin" userId="68850134-226f-4097-a9a8-787fd6814b0e" providerId="ADAL" clId="{41529A9F-B598-4F6F-BF77-A2C038883ABA}" dt="2024-10-11T20:20:31.348" v="2249"/>
          <ac:grpSpMkLst>
            <pc:docMk/>
            <pc:sldMk cId="799557571" sldId="863"/>
            <ac:grpSpMk id="127" creationId="{DF505247-04DE-295C-26DC-DA0EE4131D8D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29" creationId="{25B8736F-B683-FD37-B007-E20FFC592BD0}"/>
          </ac:grpSpMkLst>
        </pc:grpChg>
        <pc:grpChg chg="add del mod">
          <ac:chgData name="Ahmed Salah ELDin" userId="68850134-226f-4097-a9a8-787fd6814b0e" providerId="ADAL" clId="{41529A9F-B598-4F6F-BF77-A2C038883ABA}" dt="2024-10-11T20:21:33.402" v="2252" actId="478"/>
          <ac:grpSpMkLst>
            <pc:docMk/>
            <pc:sldMk cId="799557571" sldId="863"/>
            <ac:grpSpMk id="132" creationId="{CCC9C347-5E88-3DC5-8C12-B3EAA2C8379F}"/>
          </ac:grpSpMkLst>
        </pc:grpChg>
        <pc:grpChg chg="add del mod">
          <ac:chgData name="Ahmed Salah ELDin" userId="68850134-226f-4097-a9a8-787fd6814b0e" providerId="ADAL" clId="{41529A9F-B598-4F6F-BF77-A2C038883ABA}" dt="2024-10-11T20:21:33.402" v="2252" actId="478"/>
          <ac:grpSpMkLst>
            <pc:docMk/>
            <pc:sldMk cId="799557571" sldId="863"/>
            <ac:grpSpMk id="136" creationId="{62C62B11-CD6B-CEFE-D0F0-439463133AF4}"/>
          </ac:grpSpMkLst>
        </pc:grpChg>
        <pc:grpChg chg="add mod">
          <ac:chgData name="Ahmed Salah ELDin" userId="68850134-226f-4097-a9a8-787fd6814b0e" providerId="ADAL" clId="{41529A9F-B598-4F6F-BF77-A2C038883ABA}" dt="2024-10-11T21:32:19.376" v="2728" actId="1035"/>
          <ac:grpSpMkLst>
            <pc:docMk/>
            <pc:sldMk cId="799557571" sldId="863"/>
            <ac:grpSpMk id="141" creationId="{42A99A09-E1D9-E669-3914-7F88589FBB8C}"/>
          </ac:grpSpMkLst>
        </pc:grpChg>
        <pc:grpChg chg="add del mod">
          <ac:chgData name="Ahmed Salah ELDin" userId="68850134-226f-4097-a9a8-787fd6814b0e" providerId="ADAL" clId="{41529A9F-B598-4F6F-BF77-A2C038883ABA}" dt="2024-10-11T20:38:34.421" v="2373" actId="21"/>
          <ac:grpSpMkLst>
            <pc:docMk/>
            <pc:sldMk cId="799557571" sldId="863"/>
            <ac:grpSpMk id="150" creationId="{2FB034DA-9566-05E9-EAC6-5E25CF394E1D}"/>
          </ac:grpSpMkLst>
        </pc:grpChg>
        <pc:grpChg chg="add mod">
          <ac:chgData name="Ahmed Salah ELDin" userId="68850134-226f-4097-a9a8-787fd6814b0e" providerId="ADAL" clId="{41529A9F-B598-4F6F-BF77-A2C038883ABA}" dt="2024-10-11T21:30:17.452" v="2711" actId="1076"/>
          <ac:grpSpMkLst>
            <pc:docMk/>
            <pc:sldMk cId="799557571" sldId="863"/>
            <ac:grpSpMk id="154" creationId="{CE531D71-0AEE-B73E-E2D3-D404684F95DA}"/>
          </ac:grpSpMkLst>
        </pc:grpChg>
        <pc:grpChg chg="add del mod">
          <ac:chgData name="Ahmed Salah ELDin" userId="68850134-226f-4097-a9a8-787fd6814b0e" providerId="ADAL" clId="{41529A9F-B598-4F6F-BF77-A2C038883ABA}" dt="2024-10-11T21:29:01.088" v="2694" actId="478"/>
          <ac:grpSpMkLst>
            <pc:docMk/>
            <pc:sldMk cId="799557571" sldId="863"/>
            <ac:grpSpMk id="161" creationId="{35F7BF9F-832B-A38E-894F-B2FA0C9E101F}"/>
          </ac:grpSpMkLst>
        </pc:grpChg>
        <pc:grpChg chg="add del mod">
          <ac:chgData name="Ahmed Salah ELDin" userId="68850134-226f-4097-a9a8-787fd6814b0e" providerId="ADAL" clId="{41529A9F-B598-4F6F-BF77-A2C038883ABA}" dt="2024-10-11T21:28:54.009" v="2692" actId="478"/>
          <ac:grpSpMkLst>
            <pc:docMk/>
            <pc:sldMk cId="799557571" sldId="863"/>
            <ac:grpSpMk id="165" creationId="{CFF5E2B1-B4BD-7CB9-1025-C0BD564D1748}"/>
          </ac:grpSpMkLst>
        </pc:grpChg>
        <pc:grpChg chg="add del mod">
          <ac:chgData name="Ahmed Salah ELDin" userId="68850134-226f-4097-a9a8-787fd6814b0e" providerId="ADAL" clId="{41529A9F-B598-4F6F-BF77-A2C038883ABA}" dt="2024-10-11T21:28:41.078" v="2689" actId="478"/>
          <ac:grpSpMkLst>
            <pc:docMk/>
            <pc:sldMk cId="799557571" sldId="863"/>
            <ac:grpSpMk id="168" creationId="{A4D4BEF5-7ACC-F016-45A8-99801DD72102}"/>
          </ac:grpSpMkLst>
        </pc:grpChg>
        <pc:grpChg chg="add del mod">
          <ac:chgData name="Ahmed Salah ELDin" userId="68850134-226f-4097-a9a8-787fd6814b0e" providerId="ADAL" clId="{41529A9F-B598-4F6F-BF77-A2C038883ABA}" dt="2024-10-11T21:29:24.832" v="2703" actId="478"/>
          <ac:grpSpMkLst>
            <pc:docMk/>
            <pc:sldMk cId="799557571" sldId="863"/>
            <ac:grpSpMk id="172" creationId="{7112D906-A63B-2C77-8E0C-4273A6EEE9BD}"/>
          </ac:grpSpMkLst>
        </pc:grpChg>
        <pc:grpChg chg="add del mod">
          <ac:chgData name="Ahmed Salah ELDin" userId="68850134-226f-4097-a9a8-787fd6814b0e" providerId="ADAL" clId="{41529A9F-B598-4F6F-BF77-A2C038883ABA}" dt="2024-10-11T21:29:21.148" v="2702" actId="478"/>
          <ac:grpSpMkLst>
            <pc:docMk/>
            <pc:sldMk cId="799557571" sldId="863"/>
            <ac:grpSpMk id="176" creationId="{0F06F23F-2B41-E781-350C-C312AEBB5AB1}"/>
          </ac:grpSpMkLst>
        </pc:grpChg>
        <pc:grpChg chg="add del mod">
          <ac:chgData name="Ahmed Salah ELDin" userId="68850134-226f-4097-a9a8-787fd6814b0e" providerId="ADAL" clId="{41529A9F-B598-4F6F-BF77-A2C038883ABA}" dt="2024-10-11T21:29:10.611" v="2698" actId="478"/>
          <ac:grpSpMkLst>
            <pc:docMk/>
            <pc:sldMk cId="799557571" sldId="863"/>
            <ac:grpSpMk id="181" creationId="{5CA108A9-C4B5-244A-5C7C-FE7B24E0213F}"/>
          </ac:grpSpMkLst>
        </pc:grpChg>
        <pc:cxnChg chg="add mod">
          <ac:chgData name="Ahmed Salah ELDin" userId="68850134-226f-4097-a9a8-787fd6814b0e" providerId="ADAL" clId="{41529A9F-B598-4F6F-BF77-A2C038883ABA}" dt="2024-10-11T21:32:19.376" v="2728" actId="1035"/>
          <ac:cxnSpMkLst>
            <pc:docMk/>
            <pc:sldMk cId="799557571" sldId="863"/>
            <ac:cxnSpMk id="65" creationId="{77FE97AE-6AA0-9A36-A19F-33D0E3D20B7A}"/>
          </ac:cxnSpMkLst>
        </pc:cxnChg>
        <pc:cxnChg chg="add mod">
          <ac:chgData name="Ahmed Salah ELDin" userId="68850134-226f-4097-a9a8-787fd6814b0e" providerId="ADAL" clId="{41529A9F-B598-4F6F-BF77-A2C038883ABA}" dt="2024-10-11T21:32:19.376" v="2728" actId="1035"/>
          <ac:cxnSpMkLst>
            <pc:docMk/>
            <pc:sldMk cId="799557571" sldId="863"/>
            <ac:cxnSpMk id="66" creationId="{DF85681E-3B24-8D38-773D-3000DFC208D4}"/>
          </ac:cxnSpMkLst>
        </pc:cxnChg>
        <pc:cxnChg chg="add del mod">
          <ac:chgData name="Ahmed Salah ELDin" userId="68850134-226f-4097-a9a8-787fd6814b0e" providerId="ADAL" clId="{41529A9F-B598-4F6F-BF77-A2C038883ABA}" dt="2024-10-11T21:27:19.767" v="2676" actId="478"/>
          <ac:cxnSpMkLst>
            <pc:docMk/>
            <pc:sldMk cId="799557571" sldId="863"/>
            <ac:cxnSpMk id="67" creationId="{F621DEBB-9C14-A08C-587C-0903EE058E37}"/>
          </ac:cxnSpMkLst>
        </pc:cxnChg>
        <pc:cxnChg chg="add del mod">
          <ac:chgData name="Ahmed Salah ELDin" userId="68850134-226f-4097-a9a8-787fd6814b0e" providerId="ADAL" clId="{41529A9F-B598-4F6F-BF77-A2C038883ABA}" dt="2024-10-11T20:30:39.923" v="2305" actId="478"/>
          <ac:cxnSpMkLst>
            <pc:docMk/>
            <pc:sldMk cId="799557571" sldId="863"/>
            <ac:cxnSpMk id="68" creationId="{D3062237-5930-6380-EA31-10489BF757E6}"/>
          </ac:cxnSpMkLst>
        </pc:cxnChg>
        <pc:cxnChg chg="add del mod">
          <ac:chgData name="Ahmed Salah ELDin" userId="68850134-226f-4097-a9a8-787fd6814b0e" providerId="ADAL" clId="{41529A9F-B598-4F6F-BF77-A2C038883ABA}" dt="2024-10-11T20:30:41.301" v="2306" actId="478"/>
          <ac:cxnSpMkLst>
            <pc:docMk/>
            <pc:sldMk cId="799557571" sldId="863"/>
            <ac:cxnSpMk id="69" creationId="{7DB2DD17-FF35-D6D7-FB29-BBF43F74AC4C}"/>
          </ac:cxnSpMkLst>
        </pc:cxnChg>
        <pc:cxnChg chg="add del mod">
          <ac:chgData name="Ahmed Salah ELDin" userId="68850134-226f-4097-a9a8-787fd6814b0e" providerId="ADAL" clId="{41529A9F-B598-4F6F-BF77-A2C038883ABA}" dt="2024-10-11T20:30:42.186" v="2307" actId="478"/>
          <ac:cxnSpMkLst>
            <pc:docMk/>
            <pc:sldMk cId="799557571" sldId="863"/>
            <ac:cxnSpMk id="70" creationId="{82125EDF-E099-532F-4A4F-081CFA89A101}"/>
          </ac:cxnSpMkLst>
        </pc:cxnChg>
        <pc:cxnChg chg="mod topLvl">
          <ac:chgData name="Ahmed Salah ELDin" userId="68850134-226f-4097-a9a8-787fd6814b0e" providerId="ADAL" clId="{41529A9F-B598-4F6F-BF77-A2C038883ABA}" dt="2024-10-11T21:33:23.963" v="2731" actId="14100"/>
          <ac:cxnSpMkLst>
            <pc:docMk/>
            <pc:sldMk cId="799557571" sldId="863"/>
            <ac:cxnSpMk id="88" creationId="{188E87F9-2209-C9C5-790B-566118865272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05" creationId="{63408644-09F3-0C3F-76FE-F658942FAB5B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06" creationId="{2DCDE410-8A80-850B-EB76-AD452149B3C6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11" creationId="{0236CB8E-6D2A-4FA9-4DCA-73F45E566A71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15" creationId="{982245AC-B017-424F-7579-3C95BB35F214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18" creationId="{84969AFA-7C8A-C86C-7B49-703E44A3E55E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21" creationId="{03A71C43-7A98-26F7-2025-31DC2469C27F}"/>
          </ac:cxnSpMkLst>
        </pc:cxnChg>
        <pc:cxnChg chg="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25" creationId="{115746F2-68A0-5070-BC8A-F37951DA7545}"/>
          </ac:cxnSpMkLst>
        </pc:cxnChg>
        <pc:cxnChg chg="add mod">
          <ac:chgData name="Ahmed Salah ELDin" userId="68850134-226f-4097-a9a8-787fd6814b0e" providerId="ADAL" clId="{41529A9F-B598-4F6F-BF77-A2C038883ABA}" dt="2024-10-11T21:32:24.777" v="2729" actId="14100"/>
          <ac:cxnSpMkLst>
            <pc:docMk/>
            <pc:sldMk cId="799557571" sldId="863"/>
            <ac:cxnSpMk id="142" creationId="{BD17A446-F895-B087-F026-AE553416C0B5}"/>
          </ac:cxnSpMkLst>
        </pc:cxnChg>
        <pc:cxnChg chg="add mod">
          <ac:chgData name="Ahmed Salah ELDin" userId="68850134-226f-4097-a9a8-787fd6814b0e" providerId="ADAL" clId="{41529A9F-B598-4F6F-BF77-A2C038883ABA}" dt="2024-10-11T21:32:24.777" v="2729" actId="14100"/>
          <ac:cxnSpMkLst>
            <pc:docMk/>
            <pc:sldMk cId="799557571" sldId="863"/>
            <ac:cxnSpMk id="145" creationId="{72375AAE-4F06-C141-0290-5D06B78F4F31}"/>
          </ac:cxnSpMkLst>
        </pc:cxnChg>
        <pc:cxnChg chg="add mod">
          <ac:chgData name="Ahmed Salah ELDin" userId="68850134-226f-4097-a9a8-787fd6814b0e" providerId="ADAL" clId="{41529A9F-B598-4F6F-BF77-A2C038883ABA}" dt="2024-10-11T21:32:53.875" v="2730" actId="14100"/>
          <ac:cxnSpMkLst>
            <pc:docMk/>
            <pc:sldMk cId="799557571" sldId="863"/>
            <ac:cxnSpMk id="155" creationId="{764B23BE-48A7-9F0E-BAE6-7ECD013B8634}"/>
          </ac:cxnSpMkLst>
        </pc:cxnChg>
        <pc:cxnChg chg="add mod">
          <ac:chgData name="Ahmed Salah ELDin" userId="68850134-226f-4097-a9a8-787fd6814b0e" providerId="ADAL" clId="{41529A9F-B598-4F6F-BF77-A2C038883ABA}" dt="2024-10-11T21:31:41.783" v="2723" actId="14100"/>
          <ac:cxnSpMkLst>
            <pc:docMk/>
            <pc:sldMk cId="799557571" sldId="863"/>
            <ac:cxnSpMk id="179" creationId="{A068AD49-2CA1-6003-A645-37A5873ACFDA}"/>
          </ac:cxnSpMkLst>
        </pc:cxnChg>
        <pc:cxnChg chg="add del mod">
          <ac:chgData name="Ahmed Salah ELDin" userId="68850134-226f-4097-a9a8-787fd6814b0e" providerId="ADAL" clId="{41529A9F-B598-4F6F-BF77-A2C038883ABA}" dt="2024-10-11T21:29:32.924" v="2706" actId="478"/>
          <ac:cxnSpMkLst>
            <pc:docMk/>
            <pc:sldMk cId="799557571" sldId="863"/>
            <ac:cxnSpMk id="180" creationId="{1A788821-2FA8-A62F-712C-680B15A8B7DF}"/>
          </ac:cxnSpMkLst>
        </pc:cxnChg>
      </pc:sldChg>
      <pc:sldChg chg="addSp delSp modSp add mod delAnim modAnim">
        <pc:chgData name="Ahmed Salah ELDin" userId="68850134-226f-4097-a9a8-787fd6814b0e" providerId="ADAL" clId="{41529A9F-B598-4F6F-BF77-A2C038883ABA}" dt="2024-10-11T21:57:41.935" v="2895"/>
        <pc:sldMkLst>
          <pc:docMk/>
          <pc:sldMk cId="29629457" sldId="864"/>
        </pc:sldMkLst>
        <pc:spChg chg="mod">
          <ac:chgData name="Ahmed Salah ELDin" userId="68850134-226f-4097-a9a8-787fd6814b0e" providerId="ADAL" clId="{41529A9F-B598-4F6F-BF77-A2C038883ABA}" dt="2024-10-11T21:36:30.764" v="2736" actId="20577"/>
          <ac:spMkLst>
            <pc:docMk/>
            <pc:sldMk cId="29629457" sldId="864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1:38:38.021" v="2756" actId="403"/>
          <ac:spMkLst>
            <pc:docMk/>
            <pc:sldMk cId="29629457" sldId="864"/>
            <ac:spMk id="3" creationId="{3CC5B943-A737-2E09-8DF5-AD94F37CD1B3}"/>
          </ac:spMkLst>
        </pc:spChg>
        <pc:spChg chg="add del">
          <ac:chgData name="Ahmed Salah ELDin" userId="68850134-226f-4097-a9a8-787fd6814b0e" providerId="ADAL" clId="{41529A9F-B598-4F6F-BF77-A2C038883ABA}" dt="2024-10-11T21:45:01.366" v="2788" actId="22"/>
          <ac:spMkLst>
            <pc:docMk/>
            <pc:sldMk cId="29629457" sldId="864"/>
            <ac:spMk id="7" creationId="{4C113DD4-7790-08D0-8915-76787A9467BA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8" creationId="{DCB30DB5-49C5-773C-F1C7-2E55AC7BD8B5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9" creationId="{71AD568E-3BF0-9A19-BCB4-78705A656128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11" creationId="{5F4312AC-2022-76CC-D8F2-B04982E8AF05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12" creationId="{99AB5F58-0496-55B5-2F48-70FF0303EBFB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13" creationId="{B2FC9EF2-DBFE-E0A0-6B09-DEC4EA531EAB}"/>
          </ac:spMkLst>
        </pc:spChg>
        <pc:spChg chg="add mod">
          <ac:chgData name="Ahmed Salah ELDin" userId="68850134-226f-4097-a9a8-787fd6814b0e" providerId="ADAL" clId="{41529A9F-B598-4F6F-BF77-A2C038883ABA}" dt="2024-10-11T21:51:19.291" v="2859" actId="14100"/>
          <ac:spMkLst>
            <pc:docMk/>
            <pc:sldMk cId="29629457" sldId="864"/>
            <ac:spMk id="15" creationId="{E4955F52-9ADC-2BC9-A27A-21FF34BACF93}"/>
          </ac:spMkLst>
        </pc:spChg>
        <pc:spChg chg="add mod">
          <ac:chgData name="Ahmed Salah ELDin" userId="68850134-226f-4097-a9a8-787fd6814b0e" providerId="ADAL" clId="{41529A9F-B598-4F6F-BF77-A2C038883ABA}" dt="2024-10-11T21:53:30.896" v="2862" actId="1076"/>
          <ac:spMkLst>
            <pc:docMk/>
            <pc:sldMk cId="29629457" sldId="864"/>
            <ac:spMk id="16" creationId="{F6E05AA8-9207-875E-8C23-564491B73F53}"/>
          </ac:spMkLst>
        </pc:spChg>
        <pc:spChg chg="mod">
          <ac:chgData name="Ahmed Salah ELDin" userId="68850134-226f-4097-a9a8-787fd6814b0e" providerId="ADAL" clId="{41529A9F-B598-4F6F-BF77-A2C038883ABA}" dt="2024-10-11T21:47:34.098" v="2819" actId="1076"/>
          <ac:spMkLst>
            <pc:docMk/>
            <pc:sldMk cId="29629457" sldId="864"/>
            <ac:spMk id="24" creationId="{C4354950-20AA-7DDF-C86D-99927A3BA1CA}"/>
          </ac:spMkLst>
        </pc:spChg>
        <pc:spChg chg="add mod">
          <ac:chgData name="Ahmed Salah ELDin" userId="68850134-226f-4097-a9a8-787fd6814b0e" providerId="ADAL" clId="{41529A9F-B598-4F6F-BF77-A2C038883ABA}" dt="2024-10-11T21:54:59.305" v="2876" actId="1076"/>
          <ac:spMkLst>
            <pc:docMk/>
            <pc:sldMk cId="29629457" sldId="864"/>
            <ac:spMk id="29" creationId="{9B3AEFC1-1E7D-69D5-1F47-F66713BE7DC1}"/>
          </ac:spMkLst>
        </pc:spChg>
        <pc:spChg chg="mod">
          <ac:chgData name="Ahmed Salah ELDin" userId="68850134-226f-4097-a9a8-787fd6814b0e" providerId="ADAL" clId="{41529A9F-B598-4F6F-BF77-A2C038883ABA}" dt="2024-10-11T21:44:34.643" v="2785" actId="1076"/>
          <ac:spMkLst>
            <pc:docMk/>
            <pc:sldMk cId="29629457" sldId="864"/>
            <ac:spMk id="89" creationId="{B0DE8BC6-4355-E6BF-68E0-7FA8BC2FE364}"/>
          </ac:spMkLst>
        </pc:spChg>
        <pc:spChg chg="del mod">
          <ac:chgData name="Ahmed Salah ELDin" userId="68850134-226f-4097-a9a8-787fd6814b0e" providerId="ADAL" clId="{41529A9F-B598-4F6F-BF77-A2C038883ABA}" dt="2024-10-11T21:44:38.287" v="2786" actId="478"/>
          <ac:spMkLst>
            <pc:docMk/>
            <pc:sldMk cId="29629457" sldId="864"/>
            <ac:spMk id="149" creationId="{F2860972-2543-325E-3F1F-1D05B5D17237}"/>
          </ac:spMkLst>
        </pc:spChg>
        <pc:grpChg chg="del">
          <ac:chgData name="Ahmed Salah ELDin" userId="68850134-226f-4097-a9a8-787fd6814b0e" providerId="ADAL" clId="{41529A9F-B598-4F6F-BF77-A2C038883ABA}" dt="2024-10-11T21:36:45.601" v="2738" actId="478"/>
          <ac:grpSpMkLst>
            <pc:docMk/>
            <pc:sldMk cId="29629457" sldId="864"/>
            <ac:grpSpMk id="141" creationId="{42A99A09-E1D9-E669-3914-7F88589FBB8C}"/>
          </ac:grpSpMkLst>
        </pc:grpChg>
        <pc:grpChg chg="del">
          <ac:chgData name="Ahmed Salah ELDin" userId="68850134-226f-4097-a9a8-787fd6814b0e" providerId="ADAL" clId="{41529A9F-B598-4F6F-BF77-A2C038883ABA}" dt="2024-10-11T21:36:42.119" v="2737" actId="478"/>
          <ac:grpSpMkLst>
            <pc:docMk/>
            <pc:sldMk cId="29629457" sldId="864"/>
            <ac:grpSpMk id="154" creationId="{CE531D71-0AEE-B73E-E2D3-D404684F95DA}"/>
          </ac:grpSpMkLst>
        </pc:grpChg>
        <pc:cxnChg chg="add mod">
          <ac:chgData name="Ahmed Salah ELDin" userId="68850134-226f-4097-a9a8-787fd6814b0e" providerId="ADAL" clId="{41529A9F-B598-4F6F-BF77-A2C038883ABA}" dt="2024-10-11T21:51:23.683" v="2860" actId="14100"/>
          <ac:cxnSpMkLst>
            <pc:docMk/>
            <pc:sldMk cId="29629457" sldId="864"/>
            <ac:cxnSpMk id="17" creationId="{98C44CFC-AF11-0298-1875-B9058D1BA365}"/>
          </ac:cxnSpMkLst>
        </pc:cxnChg>
        <pc:cxnChg chg="add mod">
          <ac:chgData name="Ahmed Salah ELDin" userId="68850134-226f-4097-a9a8-787fd6814b0e" providerId="ADAL" clId="{41529A9F-B598-4F6F-BF77-A2C038883ABA}" dt="2024-10-11T21:51:19.291" v="2859" actId="14100"/>
          <ac:cxnSpMkLst>
            <pc:docMk/>
            <pc:sldMk cId="29629457" sldId="864"/>
            <ac:cxnSpMk id="21" creationId="{84797D4D-A262-9A53-DDC3-21B5F86C22BF}"/>
          </ac:cxnSpMkLst>
        </pc:cxnChg>
        <pc:cxnChg chg="add mod">
          <ac:chgData name="Ahmed Salah ELDin" userId="68850134-226f-4097-a9a8-787fd6814b0e" providerId="ADAL" clId="{41529A9F-B598-4F6F-BF77-A2C038883ABA}" dt="2024-10-11T21:56:22.868" v="2888" actId="14100"/>
          <ac:cxnSpMkLst>
            <pc:docMk/>
            <pc:sldMk cId="29629457" sldId="864"/>
            <ac:cxnSpMk id="30" creationId="{C6E8854C-8863-6AB8-1093-CCE91119D8FF}"/>
          </ac:cxnSpMkLst>
        </pc:cxnChg>
        <pc:cxnChg chg="add mod">
          <ac:chgData name="Ahmed Salah ELDin" userId="68850134-226f-4097-a9a8-787fd6814b0e" providerId="ADAL" clId="{41529A9F-B598-4F6F-BF77-A2C038883ABA}" dt="2024-10-11T21:56:27.876" v="2889" actId="14100"/>
          <ac:cxnSpMkLst>
            <pc:docMk/>
            <pc:sldMk cId="29629457" sldId="864"/>
            <ac:cxnSpMk id="33" creationId="{BB9B5FEA-2A15-1DBA-B8A7-0D376DA8E13D}"/>
          </ac:cxnSpMkLst>
        </pc:cxnChg>
        <pc:cxnChg chg="mod">
          <ac:chgData name="Ahmed Salah ELDin" userId="68850134-226f-4097-a9a8-787fd6814b0e" providerId="ADAL" clId="{41529A9F-B598-4F6F-BF77-A2C038883ABA}" dt="2024-10-11T21:36:45.601" v="2738" actId="478"/>
          <ac:cxnSpMkLst>
            <pc:docMk/>
            <pc:sldMk cId="29629457" sldId="864"/>
            <ac:cxnSpMk id="65" creationId="{77FE97AE-6AA0-9A36-A19F-33D0E3D20B7A}"/>
          </ac:cxnSpMkLst>
        </pc:cxnChg>
        <pc:cxnChg chg="mod">
          <ac:chgData name="Ahmed Salah ELDin" userId="68850134-226f-4097-a9a8-787fd6814b0e" providerId="ADAL" clId="{41529A9F-B598-4F6F-BF77-A2C038883ABA}" dt="2024-10-11T21:36:45.601" v="2738" actId="478"/>
          <ac:cxnSpMkLst>
            <pc:docMk/>
            <pc:sldMk cId="29629457" sldId="864"/>
            <ac:cxnSpMk id="66" creationId="{DF85681E-3B24-8D38-773D-3000DFC208D4}"/>
          </ac:cxnSpMkLst>
        </pc:cxnChg>
        <pc:cxnChg chg="mod">
          <ac:chgData name="Ahmed Salah ELDin" userId="68850134-226f-4097-a9a8-787fd6814b0e" providerId="ADAL" clId="{41529A9F-B598-4F6F-BF77-A2C038883ABA}" dt="2024-10-11T21:36:42.119" v="2737" actId="478"/>
          <ac:cxnSpMkLst>
            <pc:docMk/>
            <pc:sldMk cId="29629457" sldId="864"/>
            <ac:cxnSpMk id="88" creationId="{188E87F9-2209-C9C5-790B-566118865272}"/>
          </ac:cxnSpMkLst>
        </pc:cxnChg>
        <pc:cxnChg chg="del mod">
          <ac:chgData name="Ahmed Salah ELDin" userId="68850134-226f-4097-a9a8-787fd6814b0e" providerId="ADAL" clId="{41529A9F-B598-4F6F-BF77-A2C038883ABA}" dt="2024-10-11T21:37:05.252" v="2740" actId="478"/>
          <ac:cxnSpMkLst>
            <pc:docMk/>
            <pc:sldMk cId="29629457" sldId="864"/>
            <ac:cxnSpMk id="142" creationId="{BD17A446-F895-B087-F026-AE553416C0B5}"/>
          </ac:cxnSpMkLst>
        </pc:cxnChg>
        <pc:cxnChg chg="del mod">
          <ac:chgData name="Ahmed Salah ELDin" userId="68850134-226f-4097-a9a8-787fd6814b0e" providerId="ADAL" clId="{41529A9F-B598-4F6F-BF77-A2C038883ABA}" dt="2024-10-11T21:37:07.554" v="2741" actId="478"/>
          <ac:cxnSpMkLst>
            <pc:docMk/>
            <pc:sldMk cId="29629457" sldId="864"/>
            <ac:cxnSpMk id="145" creationId="{72375AAE-4F06-C141-0290-5D06B78F4F31}"/>
          </ac:cxnSpMkLst>
        </pc:cxnChg>
        <pc:cxnChg chg="del mod">
          <ac:chgData name="Ahmed Salah ELDin" userId="68850134-226f-4097-a9a8-787fd6814b0e" providerId="ADAL" clId="{41529A9F-B598-4F6F-BF77-A2C038883ABA}" dt="2024-10-11T21:36:59.254" v="2739" actId="478"/>
          <ac:cxnSpMkLst>
            <pc:docMk/>
            <pc:sldMk cId="29629457" sldId="864"/>
            <ac:cxnSpMk id="155" creationId="{764B23BE-48A7-9F0E-BAE6-7ECD013B8634}"/>
          </ac:cxnSpMkLst>
        </pc:cxnChg>
      </pc:sldChg>
      <pc:sldChg chg="addSp modSp add mod modAnim">
        <pc:chgData name="Ahmed Salah ELDin" userId="68850134-226f-4097-a9a8-787fd6814b0e" providerId="ADAL" clId="{41529A9F-B598-4F6F-BF77-A2C038883ABA}" dt="2024-10-12T11:21:57.151" v="4918" actId="20577"/>
        <pc:sldMkLst>
          <pc:docMk/>
          <pc:sldMk cId="3870189398" sldId="865"/>
        </pc:sldMkLst>
        <pc:spChg chg="mod">
          <ac:chgData name="Ahmed Salah ELDin" userId="68850134-226f-4097-a9a8-787fd6814b0e" providerId="ADAL" clId="{41529A9F-B598-4F6F-BF77-A2C038883ABA}" dt="2024-10-12T11:21:57.151" v="4918" actId="20577"/>
          <ac:spMkLst>
            <pc:docMk/>
            <pc:sldMk cId="3870189398" sldId="865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6:53.996" v="3477" actId="113"/>
          <ac:spMkLst>
            <pc:docMk/>
            <pc:sldMk cId="3870189398" sldId="865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1T22:16:05.794" v="3272" actId="1076"/>
          <ac:spMkLst>
            <pc:docMk/>
            <pc:sldMk cId="3870189398" sldId="865"/>
            <ac:spMk id="5" creationId="{1775AE2D-F71D-52F5-62FB-8E80DDA3ABD1}"/>
          </ac:spMkLst>
        </pc:spChg>
        <pc:spChg chg="mod">
          <ac:chgData name="Ahmed Salah ELDin" userId="68850134-226f-4097-a9a8-787fd6814b0e" providerId="ADAL" clId="{41529A9F-B598-4F6F-BF77-A2C038883ABA}" dt="2024-10-11T22:15:58.444" v="3271"/>
          <ac:spMkLst>
            <pc:docMk/>
            <pc:sldMk cId="3870189398" sldId="865"/>
            <ac:spMk id="7" creationId="{BB42E6D9-FCE2-1C6B-F9A7-5B90FF246D94}"/>
          </ac:spMkLst>
        </pc:spChg>
        <pc:spChg chg="mod">
          <ac:chgData name="Ahmed Salah ELDin" userId="68850134-226f-4097-a9a8-787fd6814b0e" providerId="ADAL" clId="{41529A9F-B598-4F6F-BF77-A2C038883ABA}" dt="2024-10-11T22:15:58.444" v="3271"/>
          <ac:spMkLst>
            <pc:docMk/>
            <pc:sldMk cId="3870189398" sldId="865"/>
            <ac:spMk id="8" creationId="{CA45142F-CD3F-63F9-45DE-65EAE192E8FF}"/>
          </ac:spMkLst>
        </pc:spChg>
        <pc:spChg chg="mod">
          <ac:chgData name="Ahmed Salah ELDin" userId="68850134-226f-4097-a9a8-787fd6814b0e" providerId="ADAL" clId="{41529A9F-B598-4F6F-BF77-A2C038883ABA}" dt="2024-10-11T22:15:58.444" v="3271"/>
          <ac:spMkLst>
            <pc:docMk/>
            <pc:sldMk cId="3870189398" sldId="865"/>
            <ac:spMk id="10" creationId="{56105A34-0FE3-7236-E398-86C2327308AC}"/>
          </ac:spMkLst>
        </pc:spChg>
        <pc:spChg chg="mod">
          <ac:chgData name="Ahmed Salah ELDin" userId="68850134-226f-4097-a9a8-787fd6814b0e" providerId="ADAL" clId="{41529A9F-B598-4F6F-BF77-A2C038883ABA}" dt="2024-10-11T22:15:58.444" v="3271"/>
          <ac:spMkLst>
            <pc:docMk/>
            <pc:sldMk cId="3870189398" sldId="865"/>
            <ac:spMk id="11" creationId="{59318E50-8A12-CD2D-5206-35F70F6AE970}"/>
          </ac:spMkLst>
        </pc:spChg>
        <pc:spChg chg="add mod">
          <ac:chgData name="Ahmed Salah ELDin" userId="68850134-226f-4097-a9a8-787fd6814b0e" providerId="ADAL" clId="{41529A9F-B598-4F6F-BF77-A2C038883ABA}" dt="2024-10-11T22:16:05.794" v="3272" actId="1076"/>
          <ac:spMkLst>
            <pc:docMk/>
            <pc:sldMk cId="3870189398" sldId="865"/>
            <ac:spMk id="12" creationId="{011C9D7F-7143-D940-EB18-2F61C6D48D6F}"/>
          </ac:spMkLst>
        </pc:spChg>
        <pc:spChg chg="add mod">
          <ac:chgData name="Ahmed Salah ELDin" userId="68850134-226f-4097-a9a8-787fd6814b0e" providerId="ADAL" clId="{41529A9F-B598-4F6F-BF77-A2C038883ABA}" dt="2024-10-11T22:16:05.794" v="3272" actId="1076"/>
          <ac:spMkLst>
            <pc:docMk/>
            <pc:sldMk cId="3870189398" sldId="865"/>
            <ac:spMk id="13" creationId="{C6A7EB25-59E3-7C69-B892-F60654B07220}"/>
          </ac:spMkLst>
        </pc:spChg>
        <pc:spChg chg="add mod">
          <ac:chgData name="Ahmed Salah ELDin" userId="68850134-226f-4097-a9a8-787fd6814b0e" providerId="ADAL" clId="{41529A9F-B598-4F6F-BF77-A2C038883ABA}" dt="2024-10-11T22:16:33.036" v="3277" actId="1076"/>
          <ac:spMkLst>
            <pc:docMk/>
            <pc:sldMk cId="3870189398" sldId="865"/>
            <ac:spMk id="14" creationId="{6DBBFB6A-35D6-ABF4-D36B-FB79328884CD}"/>
          </ac:spMkLst>
        </pc:spChg>
        <pc:grpChg chg="add mod">
          <ac:chgData name="Ahmed Salah ELDin" userId="68850134-226f-4097-a9a8-787fd6814b0e" providerId="ADAL" clId="{41529A9F-B598-4F6F-BF77-A2C038883ABA}" dt="2024-10-11T22:16:05.794" v="3272" actId="1076"/>
          <ac:grpSpMkLst>
            <pc:docMk/>
            <pc:sldMk cId="3870189398" sldId="865"/>
            <ac:grpSpMk id="6" creationId="{8357403B-00FD-B06B-15B0-0A2793FAF08B}"/>
          </ac:grpSpMkLst>
        </pc:grpChg>
        <pc:grpChg chg="add mod">
          <ac:chgData name="Ahmed Salah ELDin" userId="68850134-226f-4097-a9a8-787fd6814b0e" providerId="ADAL" clId="{41529A9F-B598-4F6F-BF77-A2C038883ABA}" dt="2024-10-11T22:16:05.794" v="3272" actId="1076"/>
          <ac:grpSpMkLst>
            <pc:docMk/>
            <pc:sldMk cId="3870189398" sldId="865"/>
            <ac:grpSpMk id="9" creationId="{3B888F98-6ABF-0C43-E752-D72D7921CB67}"/>
          </ac:grpSpMkLst>
        </pc:grpChg>
        <pc:cxnChg chg="add mod">
          <ac:chgData name="Ahmed Salah ELDin" userId="68850134-226f-4097-a9a8-787fd6814b0e" providerId="ADAL" clId="{41529A9F-B598-4F6F-BF77-A2C038883ABA}" dt="2024-10-11T22:16:46.085" v="3279" actId="13822"/>
          <ac:cxnSpMkLst>
            <pc:docMk/>
            <pc:sldMk cId="3870189398" sldId="865"/>
            <ac:cxnSpMk id="16" creationId="{4FE855E9-DF5D-984E-3C0C-0C866EE0BFFE}"/>
          </ac:cxnSpMkLst>
        </pc:cxnChg>
      </pc:sldChg>
      <pc:sldChg chg="modSp add mod">
        <pc:chgData name="Ahmed Salah ELDin" userId="68850134-226f-4097-a9a8-787fd6814b0e" providerId="ADAL" clId="{41529A9F-B598-4F6F-BF77-A2C038883ABA}" dt="2024-10-12T01:35:42.846" v="3659" actId="14100"/>
        <pc:sldMkLst>
          <pc:docMk/>
          <pc:sldMk cId="2530123396" sldId="866"/>
        </pc:sldMkLst>
        <pc:spChg chg="mod">
          <ac:chgData name="Ahmed Salah ELDin" userId="68850134-226f-4097-a9a8-787fd6814b0e" providerId="ADAL" clId="{41529A9F-B598-4F6F-BF77-A2C038883ABA}" dt="2024-10-12T01:35:42.846" v="3659" actId="14100"/>
          <ac:spMkLst>
            <pc:docMk/>
            <pc:sldMk cId="2530123396" sldId="866"/>
            <ac:spMk id="4" creationId="{FD3C8C65-1369-EE38-B323-45647228EE27}"/>
          </ac:spMkLst>
        </pc:spChg>
      </pc:sldChg>
      <pc:sldChg chg="add del">
        <pc:chgData name="Ahmed Salah ELDin" userId="68850134-226f-4097-a9a8-787fd6814b0e" providerId="ADAL" clId="{41529A9F-B598-4F6F-BF77-A2C038883ABA}" dt="2024-10-12T02:22:30.498" v="4199" actId="47"/>
        <pc:sldMkLst>
          <pc:docMk/>
          <pc:sldMk cId="3435553126" sldId="867"/>
        </pc:sldMkLst>
      </pc:sldChg>
      <pc:sldChg chg="modSp add mod modTransition modAnim modShow">
        <pc:chgData name="Ahmed Salah ELDin" userId="68850134-226f-4097-a9a8-787fd6814b0e" providerId="ADAL" clId="{41529A9F-B598-4F6F-BF77-A2C038883ABA}" dt="2024-10-12T02:06:58.176" v="3945" actId="20577"/>
        <pc:sldMkLst>
          <pc:docMk/>
          <pc:sldMk cId="3551538404" sldId="1280"/>
        </pc:sldMkLst>
        <pc:spChg chg="mod">
          <ac:chgData name="Ahmed Salah ELDin" userId="68850134-226f-4097-a9a8-787fd6814b0e" providerId="ADAL" clId="{41529A9F-B598-4F6F-BF77-A2C038883ABA}" dt="2024-10-12T01:43:24.920" v="3732" actId="20577"/>
          <ac:spMkLst>
            <pc:docMk/>
            <pc:sldMk cId="3551538404" sldId="1280"/>
            <ac:spMk id="20482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2:06:58.176" v="3945" actId="20577"/>
          <ac:spMkLst>
            <pc:docMk/>
            <pc:sldMk cId="3551538404" sldId="1280"/>
            <ac:spMk id="454659" creationId="{00000000-0000-0000-0000-000000000000}"/>
          </ac:spMkLst>
        </pc:spChg>
      </pc:sldChg>
      <pc:sldChg chg="addSp modSp add mod modTransition modAnim modShow">
        <pc:chgData name="Ahmed Salah ELDin" userId="68850134-226f-4097-a9a8-787fd6814b0e" providerId="ADAL" clId="{41529A9F-B598-4F6F-BF77-A2C038883ABA}" dt="2024-10-12T02:09:35.957" v="4028"/>
        <pc:sldMkLst>
          <pc:docMk/>
          <pc:sldMk cId="2438787831" sldId="1281"/>
        </pc:sldMkLst>
        <pc:spChg chg="add mod">
          <ac:chgData name="Ahmed Salah ELDin" userId="68850134-226f-4097-a9a8-787fd6814b0e" providerId="ADAL" clId="{41529A9F-B598-4F6F-BF77-A2C038883ABA}" dt="2024-10-12T01:51:04.516" v="3828" actId="1076"/>
          <ac:spMkLst>
            <pc:docMk/>
            <pc:sldMk cId="2438787831" sldId="1281"/>
            <ac:spMk id="2" creationId="{1BA0046F-D3D7-8B21-401D-D9B57442828D}"/>
          </ac:spMkLst>
        </pc:spChg>
        <pc:spChg chg="mod">
          <ac:chgData name="Ahmed Salah ELDin" userId="68850134-226f-4097-a9a8-787fd6814b0e" providerId="ADAL" clId="{41529A9F-B598-4F6F-BF77-A2C038883ABA}" dt="2024-10-12T01:45:37.724" v="3741" actId="20577"/>
          <ac:spMkLst>
            <pc:docMk/>
            <pc:sldMk cId="2438787831" sldId="1281"/>
            <ac:spMk id="21506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2:09:19.690" v="4027" actId="113"/>
          <ac:spMkLst>
            <pc:docMk/>
            <pc:sldMk cId="2438787831" sldId="1281"/>
            <ac:spMk id="455683" creationId="{00000000-0000-0000-0000-000000000000}"/>
          </ac:spMkLst>
        </pc:spChg>
        <pc:picChg chg="mod">
          <ac:chgData name="Ahmed Salah ELDin" userId="68850134-226f-4097-a9a8-787fd6814b0e" providerId="ADAL" clId="{41529A9F-B598-4F6F-BF77-A2C038883ABA}" dt="2024-10-12T01:50:20.651" v="3822" actId="1076"/>
          <ac:picMkLst>
            <pc:docMk/>
            <pc:sldMk cId="2438787831" sldId="1281"/>
            <ac:picMk id="21508" creationId="{00000000-0000-0000-0000-000000000000}"/>
          </ac:picMkLst>
        </pc:picChg>
      </pc:sldChg>
      <pc:sldChg chg="modSp add mod modTransition modAnim modShow">
        <pc:chgData name="Ahmed Salah ELDin" userId="68850134-226f-4097-a9a8-787fd6814b0e" providerId="ADAL" clId="{41529A9F-B598-4F6F-BF77-A2C038883ABA}" dt="2024-10-12T11:51:45.012" v="5840" actId="20577"/>
        <pc:sldMkLst>
          <pc:docMk/>
          <pc:sldMk cId="898981062" sldId="1283"/>
        </pc:sldMkLst>
        <pc:spChg chg="mod">
          <ac:chgData name="Ahmed Salah ELDin" userId="68850134-226f-4097-a9a8-787fd6814b0e" providerId="ADAL" clId="{41529A9F-B598-4F6F-BF77-A2C038883ABA}" dt="2024-10-12T11:50:32.027" v="5815" actId="20577"/>
          <ac:spMkLst>
            <pc:docMk/>
            <pc:sldMk cId="898981062" sldId="1283"/>
            <ac:spMk id="5" creationId="{5A475945-733A-97BF-E857-1D68AF836D65}"/>
          </ac:spMkLst>
        </pc:spChg>
        <pc:spChg chg="mod">
          <ac:chgData name="Ahmed Salah ELDin" userId="68850134-226f-4097-a9a8-787fd6814b0e" providerId="ADAL" clId="{41529A9F-B598-4F6F-BF77-A2C038883ABA}" dt="2024-10-12T01:53:10.594" v="3842" actId="1076"/>
          <ac:spMkLst>
            <pc:docMk/>
            <pc:sldMk cId="898981062" sldId="1283"/>
            <ac:spMk id="22530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11:50:50.721" v="5829" actId="20577"/>
          <ac:spMkLst>
            <pc:docMk/>
            <pc:sldMk cId="898981062" sldId="1283"/>
            <ac:spMk id="22534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11:51:12.565" v="5833" actId="113"/>
          <ac:spMkLst>
            <pc:docMk/>
            <pc:sldMk cId="898981062" sldId="1283"/>
            <ac:spMk id="456707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11:51:45.012" v="5840" actId="20577"/>
          <ac:spMkLst>
            <pc:docMk/>
            <pc:sldMk cId="898981062" sldId="1283"/>
            <ac:spMk id="456709" creationId="{00000000-0000-0000-0000-000000000000}"/>
          </ac:spMkLst>
        </pc:spChg>
      </pc:sldChg>
      <pc:sldChg chg="addSp delSp modSp add mod modTransition delAnim modAnim modShow">
        <pc:chgData name="Ahmed Salah ELDin" userId="68850134-226f-4097-a9a8-787fd6814b0e" providerId="ADAL" clId="{41529A9F-B598-4F6F-BF77-A2C038883ABA}" dt="2024-10-12T02:22:23.867" v="4198" actId="14100"/>
        <pc:sldMkLst>
          <pc:docMk/>
          <pc:sldMk cId="3263609219" sldId="1287"/>
        </pc:sldMkLst>
        <pc:spChg chg="del mod">
          <ac:chgData name="Ahmed Salah ELDin" userId="68850134-226f-4097-a9a8-787fd6814b0e" providerId="ADAL" clId="{41529A9F-B598-4F6F-BF77-A2C038883ABA}" dt="2024-10-12T02:21:02.566" v="4185" actId="478"/>
          <ac:spMkLst>
            <pc:docMk/>
            <pc:sldMk cId="3263609219" sldId="1287"/>
            <ac:spMk id="2" creationId="{81239479-D8B5-5994-6A1A-378A99759783}"/>
          </ac:spMkLst>
        </pc:spChg>
        <pc:spChg chg="add del mod">
          <ac:chgData name="Ahmed Salah ELDin" userId="68850134-226f-4097-a9a8-787fd6814b0e" providerId="ADAL" clId="{41529A9F-B598-4F6F-BF77-A2C038883ABA}" dt="2024-10-12T02:17:11.706" v="4150" actId="478"/>
          <ac:spMkLst>
            <pc:docMk/>
            <pc:sldMk cId="3263609219" sldId="1287"/>
            <ac:spMk id="4" creationId="{4F80C411-1D56-F6EA-B41B-D36C9CADB250}"/>
          </ac:spMkLst>
        </pc:spChg>
        <pc:spChg chg="add mod">
          <ac:chgData name="Ahmed Salah ELDin" userId="68850134-226f-4097-a9a8-787fd6814b0e" providerId="ADAL" clId="{41529A9F-B598-4F6F-BF77-A2C038883ABA}" dt="2024-10-12T02:17:12.715" v="4151"/>
          <ac:spMkLst>
            <pc:docMk/>
            <pc:sldMk cId="3263609219" sldId="1287"/>
            <ac:spMk id="5" creationId="{52A07542-2746-7795-13A7-24690A027567}"/>
          </ac:spMkLst>
        </pc:spChg>
        <pc:spChg chg="add mod">
          <ac:chgData name="Ahmed Salah ELDin" userId="68850134-226f-4097-a9a8-787fd6814b0e" providerId="ADAL" clId="{41529A9F-B598-4F6F-BF77-A2C038883ABA}" dt="2024-10-12T02:22:10.025" v="4197" actId="20577"/>
          <ac:spMkLst>
            <pc:docMk/>
            <pc:sldMk cId="3263609219" sldId="1287"/>
            <ac:spMk id="7" creationId="{5460200A-1C96-FF45-370A-6D4DC046635B}"/>
          </ac:spMkLst>
        </pc:spChg>
        <pc:spChg chg="del">
          <ac:chgData name="Ahmed Salah ELDin" userId="68850134-226f-4097-a9a8-787fd6814b0e" providerId="ADAL" clId="{41529A9F-B598-4F6F-BF77-A2C038883ABA}" dt="2024-10-12T02:16:59.949" v="4149" actId="478"/>
          <ac:spMkLst>
            <pc:docMk/>
            <pc:sldMk cId="3263609219" sldId="1287"/>
            <ac:spMk id="21506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2:20:54.162" v="4183" actId="403"/>
          <ac:spMkLst>
            <pc:docMk/>
            <pc:sldMk cId="3263609219" sldId="1287"/>
            <ac:spMk id="455683" creationId="{00000000-0000-0000-0000-000000000000}"/>
          </ac:spMkLst>
        </pc:spChg>
        <pc:picChg chg="mod">
          <ac:chgData name="Ahmed Salah ELDin" userId="68850134-226f-4097-a9a8-787fd6814b0e" providerId="ADAL" clId="{41529A9F-B598-4F6F-BF77-A2C038883ABA}" dt="2024-10-12T02:22:23.867" v="4198" actId="14100"/>
          <ac:picMkLst>
            <pc:docMk/>
            <pc:sldMk cId="3263609219" sldId="1287"/>
            <ac:picMk id="6" creationId="{7495C9CC-994D-93D7-F83F-8A7519476BB3}"/>
          </ac:picMkLst>
        </pc:picChg>
      </pc:sldChg>
      <pc:sldChg chg="addSp delSp modSp add mod delAnim modAnim">
        <pc:chgData name="Ahmed Salah ELDin" userId="68850134-226f-4097-a9a8-787fd6814b0e" providerId="ADAL" clId="{41529A9F-B598-4F6F-BF77-A2C038883ABA}" dt="2024-10-12T02:27:37.994" v="4221"/>
        <pc:sldMkLst>
          <pc:docMk/>
          <pc:sldMk cId="3219258967" sldId="1288"/>
        </pc:sldMkLst>
        <pc:spChg chg="del">
          <ac:chgData name="Ahmed Salah ELDin" userId="68850134-226f-4097-a9a8-787fd6814b0e" providerId="ADAL" clId="{41529A9F-B598-4F6F-BF77-A2C038883ABA}" dt="2024-10-12T02:22:57.742" v="4203" actId="478"/>
          <ac:spMkLst>
            <pc:docMk/>
            <pc:sldMk cId="3219258967" sldId="1288"/>
            <ac:spMk id="2" creationId="{1BA0046F-D3D7-8B21-401D-D9B57442828D}"/>
          </ac:spMkLst>
        </pc:spChg>
        <pc:spChg chg="add del mod">
          <ac:chgData name="Ahmed Salah ELDin" userId="68850134-226f-4097-a9a8-787fd6814b0e" providerId="ADAL" clId="{41529A9F-B598-4F6F-BF77-A2C038883ABA}" dt="2024-10-12T02:22:55.865" v="4202" actId="478"/>
          <ac:spMkLst>
            <pc:docMk/>
            <pc:sldMk cId="3219258967" sldId="1288"/>
            <ac:spMk id="4" creationId="{7C0D0961-58A5-1F62-20B9-160B1727A346}"/>
          </ac:spMkLst>
        </pc:spChg>
        <pc:spChg chg="del">
          <ac:chgData name="Ahmed Salah ELDin" userId="68850134-226f-4097-a9a8-787fd6814b0e" providerId="ADAL" clId="{41529A9F-B598-4F6F-BF77-A2C038883ABA}" dt="2024-10-12T02:22:51.954" v="4201" actId="478"/>
          <ac:spMkLst>
            <pc:docMk/>
            <pc:sldMk cId="3219258967" sldId="1288"/>
            <ac:spMk id="455683" creationId="{00000000-0000-0000-0000-000000000000}"/>
          </ac:spMkLst>
        </pc:spChg>
        <pc:picChg chg="add mod">
          <ac:chgData name="Ahmed Salah ELDin" userId="68850134-226f-4097-a9a8-787fd6814b0e" providerId="ADAL" clId="{41529A9F-B598-4F6F-BF77-A2C038883ABA}" dt="2024-10-12T02:27:21.236" v="4218" actId="1076"/>
          <ac:picMkLst>
            <pc:docMk/>
            <pc:sldMk cId="3219258967" sldId="1288"/>
            <ac:picMk id="6" creationId="{DE07D206-EAD9-1B89-40B4-F75AEF007787}"/>
          </ac:picMkLst>
        </pc:picChg>
        <pc:picChg chg="add mod">
          <ac:chgData name="Ahmed Salah ELDin" userId="68850134-226f-4097-a9a8-787fd6814b0e" providerId="ADAL" clId="{41529A9F-B598-4F6F-BF77-A2C038883ABA}" dt="2024-10-12T02:26:53.947" v="4217" actId="1076"/>
          <ac:picMkLst>
            <pc:docMk/>
            <pc:sldMk cId="3219258967" sldId="1288"/>
            <ac:picMk id="8" creationId="{62D276E5-739C-33DB-C382-C7B4D011583E}"/>
          </ac:picMkLst>
        </pc:picChg>
        <pc:picChg chg="add mod">
          <ac:chgData name="Ahmed Salah ELDin" userId="68850134-226f-4097-a9a8-787fd6814b0e" providerId="ADAL" clId="{41529A9F-B598-4F6F-BF77-A2C038883ABA}" dt="2024-10-12T02:26:47.321" v="4216" actId="1076"/>
          <ac:picMkLst>
            <pc:docMk/>
            <pc:sldMk cId="3219258967" sldId="1288"/>
            <ac:picMk id="10" creationId="{A35F0485-408C-8B63-4E9A-F8C389A0C22A}"/>
          </ac:picMkLst>
        </pc:picChg>
        <pc:picChg chg="del">
          <ac:chgData name="Ahmed Salah ELDin" userId="68850134-226f-4097-a9a8-787fd6814b0e" providerId="ADAL" clId="{41529A9F-B598-4F6F-BF77-A2C038883ABA}" dt="2024-10-12T02:22:58.725" v="4204" actId="478"/>
          <ac:picMkLst>
            <pc:docMk/>
            <pc:sldMk cId="3219258967" sldId="1288"/>
            <ac:picMk id="21508" creationId="{00000000-0000-0000-0000-000000000000}"/>
          </ac:picMkLst>
        </pc:picChg>
      </pc:sldChg>
      <pc:sldChg chg="addSp delSp modSp add mod delAnim modAnim">
        <pc:chgData name="Ahmed Salah ELDin" userId="68850134-226f-4097-a9a8-787fd6814b0e" providerId="ADAL" clId="{41529A9F-B598-4F6F-BF77-A2C038883ABA}" dt="2024-10-12T11:40:48.609" v="5473" actId="1037"/>
        <pc:sldMkLst>
          <pc:docMk/>
          <pc:sldMk cId="1424969069" sldId="1289"/>
        </pc:sldMkLst>
        <pc:spChg chg="mod">
          <ac:chgData name="Ahmed Salah ELDin" userId="68850134-226f-4097-a9a8-787fd6814b0e" providerId="ADAL" clId="{41529A9F-B598-4F6F-BF77-A2C038883ABA}" dt="2024-10-12T11:18:15.828" v="4880" actId="1076"/>
          <ac:spMkLst>
            <pc:docMk/>
            <pc:sldMk cId="1424969069" sldId="1289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22:48.253" v="4926" actId="14100"/>
          <ac:spMkLst>
            <pc:docMk/>
            <pc:sldMk cId="1424969069" sldId="1289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2T11:37:47.826" v="5376" actId="1036"/>
          <ac:spMkLst>
            <pc:docMk/>
            <pc:sldMk cId="1424969069" sldId="1289"/>
            <ac:spMk id="11" creationId="{B76E7060-225B-93FF-DC69-688EDBEF244E}"/>
          </ac:spMkLst>
        </pc:spChg>
        <pc:spChg chg="add mod">
          <ac:chgData name="Ahmed Salah ELDin" userId="68850134-226f-4097-a9a8-787fd6814b0e" providerId="ADAL" clId="{41529A9F-B598-4F6F-BF77-A2C038883ABA}" dt="2024-10-12T11:18:57.388" v="4890" actId="14100"/>
          <ac:spMkLst>
            <pc:docMk/>
            <pc:sldMk cId="1424969069" sldId="1289"/>
            <ac:spMk id="12" creationId="{25A0A5F4-8CB2-8872-D65D-455A7E3EE246}"/>
          </ac:spMkLst>
        </pc:spChg>
        <pc:spChg chg="add del">
          <ac:chgData name="Ahmed Salah ELDin" userId="68850134-226f-4097-a9a8-787fd6814b0e" providerId="ADAL" clId="{41529A9F-B598-4F6F-BF77-A2C038883ABA}" dt="2024-10-12T11:38:44.258" v="5383" actId="22"/>
          <ac:spMkLst>
            <pc:docMk/>
            <pc:sldMk cId="1424969069" sldId="1289"/>
            <ac:spMk id="16" creationId="{F4DB4E67-510B-BCC9-F0E7-02135350B3E2}"/>
          </ac:spMkLst>
        </pc:spChg>
        <pc:spChg chg="add mod">
          <ac:chgData name="Ahmed Salah ELDin" userId="68850134-226f-4097-a9a8-787fd6814b0e" providerId="ADAL" clId="{41529A9F-B598-4F6F-BF77-A2C038883ABA}" dt="2024-10-12T11:40:48.609" v="5473" actId="1037"/>
          <ac:spMkLst>
            <pc:docMk/>
            <pc:sldMk cId="1424969069" sldId="1289"/>
            <ac:spMk id="18" creationId="{2E289E8D-CF0E-2C52-FEA7-28B3E318E5A5}"/>
          </ac:spMkLst>
        </pc:spChg>
        <pc:picChg chg="del">
          <ac:chgData name="Ahmed Salah ELDin" userId="68850134-226f-4097-a9a8-787fd6814b0e" providerId="ADAL" clId="{41529A9F-B598-4F6F-BF77-A2C038883ABA}" dt="2024-10-12T02:29:35.269" v="4260" actId="478"/>
          <ac:picMkLst>
            <pc:docMk/>
            <pc:sldMk cId="1424969069" sldId="1289"/>
            <ac:picMk id="6" creationId="{62841727-8648-69F4-69CA-CF68F9F4782A}"/>
          </ac:picMkLst>
        </pc:picChg>
        <pc:picChg chg="add mod">
          <ac:chgData name="Ahmed Salah ELDin" userId="68850134-226f-4097-a9a8-787fd6814b0e" providerId="ADAL" clId="{41529A9F-B598-4F6F-BF77-A2C038883ABA}" dt="2024-10-12T11:37:47.826" v="5376" actId="1036"/>
          <ac:picMkLst>
            <pc:docMk/>
            <pc:sldMk cId="1424969069" sldId="1289"/>
            <ac:picMk id="7" creationId="{4BFE9B5F-9145-4C93-90EF-7280221B6A44}"/>
          </ac:picMkLst>
        </pc:picChg>
        <pc:picChg chg="add mod">
          <ac:chgData name="Ahmed Salah ELDin" userId="68850134-226f-4097-a9a8-787fd6814b0e" providerId="ADAL" clId="{41529A9F-B598-4F6F-BF77-A2C038883ABA}" dt="2024-10-12T11:37:47.826" v="5376" actId="1036"/>
          <ac:picMkLst>
            <pc:docMk/>
            <pc:sldMk cId="1424969069" sldId="1289"/>
            <ac:picMk id="9" creationId="{844CFE94-E046-E8D2-87A9-09666E7CE0A0}"/>
          </ac:picMkLst>
        </pc:picChg>
        <pc:picChg chg="del">
          <ac:chgData name="Ahmed Salah ELDin" userId="68850134-226f-4097-a9a8-787fd6814b0e" providerId="ADAL" clId="{41529A9F-B598-4F6F-BF77-A2C038883ABA}" dt="2024-10-12T02:31:00.937" v="4314" actId="478"/>
          <ac:picMkLst>
            <pc:docMk/>
            <pc:sldMk cId="1424969069" sldId="1289"/>
            <ac:picMk id="10" creationId="{B87071BC-988C-CCDB-3F0C-0D0926962A44}"/>
          </ac:picMkLst>
        </pc:picChg>
        <pc:picChg chg="add mod modCrop">
          <ac:chgData name="Ahmed Salah ELDin" userId="68850134-226f-4097-a9a8-787fd6814b0e" providerId="ADAL" clId="{41529A9F-B598-4F6F-BF77-A2C038883ABA}" dt="2024-10-12T11:40:48.609" v="5473" actId="1037"/>
          <ac:picMkLst>
            <pc:docMk/>
            <pc:sldMk cId="1424969069" sldId="1289"/>
            <ac:picMk id="14" creationId="{0D5792DE-9B5E-E4CA-1C68-C87E7092CF07}"/>
          </ac:picMkLst>
        </pc:picChg>
      </pc:sldChg>
      <pc:sldChg chg="addSp modSp add mod modAnim">
        <pc:chgData name="Ahmed Salah ELDin" userId="68850134-226f-4097-a9a8-787fd6814b0e" providerId="ADAL" clId="{41529A9F-B598-4F6F-BF77-A2C038883ABA}" dt="2024-10-12T11:23:32.325" v="4935" actId="14100"/>
        <pc:sldMkLst>
          <pc:docMk/>
          <pc:sldMk cId="4063903008" sldId="1290"/>
        </pc:sldMkLst>
        <pc:spChg chg="mod">
          <ac:chgData name="Ahmed Salah ELDin" userId="68850134-226f-4097-a9a8-787fd6814b0e" providerId="ADAL" clId="{41529A9F-B598-4F6F-BF77-A2C038883ABA}" dt="2024-10-12T11:23:32.325" v="4935" actId="14100"/>
          <ac:spMkLst>
            <pc:docMk/>
            <pc:sldMk cId="4063903008" sldId="1290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23:31.852" v="4934" actId="14100"/>
          <ac:spMkLst>
            <pc:docMk/>
            <pc:sldMk cId="4063903008" sldId="1290"/>
            <ac:spMk id="3" creationId="{3CC5B943-A737-2E09-8DF5-AD94F37CD1B3}"/>
          </ac:spMkLst>
        </pc:spChg>
        <pc:picChg chg="add mod">
          <ac:chgData name="Ahmed Salah ELDin" userId="68850134-226f-4097-a9a8-787fd6814b0e" providerId="ADAL" clId="{41529A9F-B598-4F6F-BF77-A2C038883ABA}" dt="2024-10-12T02:38:37.339" v="4484" actId="14100"/>
          <ac:picMkLst>
            <pc:docMk/>
            <pc:sldMk cId="4063903008" sldId="1290"/>
            <ac:picMk id="6" creationId="{246B829B-F3AF-E4CE-ACCC-066AD0D037E9}"/>
          </ac:picMkLst>
        </pc:picChg>
        <pc:picChg chg="add mod">
          <ac:chgData name="Ahmed Salah ELDin" userId="68850134-226f-4097-a9a8-787fd6814b0e" providerId="ADAL" clId="{41529A9F-B598-4F6F-BF77-A2C038883ABA}" dt="2024-10-12T02:38:49.891" v="4489" actId="14100"/>
          <ac:picMkLst>
            <pc:docMk/>
            <pc:sldMk cId="4063903008" sldId="1290"/>
            <ac:picMk id="8" creationId="{0FE352E5-5F77-3EA6-F6CB-513FB2E82284}"/>
          </ac:picMkLst>
        </pc:picChg>
      </pc:sldChg>
      <pc:sldChg chg="add del">
        <pc:chgData name="Ahmed Salah ELDin" userId="68850134-226f-4097-a9a8-787fd6814b0e" providerId="ADAL" clId="{41529A9F-B598-4F6F-BF77-A2C038883ABA}" dt="2024-10-12T11:32:56.377" v="5288" actId="47"/>
        <pc:sldMkLst>
          <pc:docMk/>
          <pc:sldMk cId="664309313" sldId="1291"/>
        </pc:sldMkLst>
      </pc:sldChg>
      <pc:sldChg chg="addSp delSp modSp add mod delAnim modAnim">
        <pc:chgData name="Ahmed Salah ELDin" userId="68850134-226f-4097-a9a8-787fd6814b0e" providerId="ADAL" clId="{41529A9F-B598-4F6F-BF77-A2C038883ABA}" dt="2024-10-12T11:20:54.339" v="4907"/>
        <pc:sldMkLst>
          <pc:docMk/>
          <pc:sldMk cId="1443447117" sldId="1292"/>
        </pc:sldMkLst>
        <pc:spChg chg="mod">
          <ac:chgData name="Ahmed Salah ELDin" userId="68850134-226f-4097-a9a8-787fd6814b0e" providerId="ADAL" clId="{41529A9F-B598-4F6F-BF77-A2C038883ABA}" dt="2024-10-12T11:10:27.670" v="4791" actId="20577"/>
          <ac:spMkLst>
            <pc:docMk/>
            <pc:sldMk cId="1443447117" sldId="1292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2T02:41:26.850" v="4554" actId="207"/>
          <ac:spMkLst>
            <pc:docMk/>
            <pc:sldMk cId="1443447117" sldId="1292"/>
            <ac:spMk id="7" creationId="{288B3E3B-1DBB-F50F-F100-838DB16342F4}"/>
          </ac:spMkLst>
        </pc:spChg>
        <pc:spChg chg="add mod">
          <ac:chgData name="Ahmed Salah ELDin" userId="68850134-226f-4097-a9a8-787fd6814b0e" providerId="ADAL" clId="{41529A9F-B598-4F6F-BF77-A2C038883ABA}" dt="2024-10-12T02:42:43.799" v="4620" actId="1076"/>
          <ac:spMkLst>
            <pc:docMk/>
            <pc:sldMk cId="1443447117" sldId="1292"/>
            <ac:spMk id="9" creationId="{B84A8507-FB3A-0D5C-C780-3AC68AAA2783}"/>
          </ac:spMkLst>
        </pc:spChg>
        <pc:spChg chg="add mod">
          <ac:chgData name="Ahmed Salah ELDin" userId="68850134-226f-4097-a9a8-787fd6814b0e" providerId="ADAL" clId="{41529A9F-B598-4F6F-BF77-A2C038883ABA}" dt="2024-10-12T11:09:05.146" v="4680" actId="13926"/>
          <ac:spMkLst>
            <pc:docMk/>
            <pc:sldMk cId="1443447117" sldId="1292"/>
            <ac:spMk id="11" creationId="{A2B37C57-3AFD-A0FB-FF89-C73FE5856BAC}"/>
          </ac:spMkLst>
        </pc:spChg>
        <pc:spChg chg="add mod">
          <ac:chgData name="Ahmed Salah ELDin" userId="68850134-226f-4097-a9a8-787fd6814b0e" providerId="ADAL" clId="{41529A9F-B598-4F6F-BF77-A2C038883ABA}" dt="2024-10-12T11:20:29.867" v="4906" actId="14100"/>
          <ac:spMkLst>
            <pc:docMk/>
            <pc:sldMk cId="1443447117" sldId="1292"/>
            <ac:spMk id="12" creationId="{22E5FACE-3F59-D820-6CD5-8E55524FF149}"/>
          </ac:spMkLst>
        </pc:spChg>
        <pc:picChg chg="del">
          <ac:chgData name="Ahmed Salah ELDin" userId="68850134-226f-4097-a9a8-787fd6814b0e" providerId="ADAL" clId="{41529A9F-B598-4F6F-BF77-A2C038883ABA}" dt="2024-10-12T02:40:47.076" v="4526" actId="478"/>
          <ac:picMkLst>
            <pc:docMk/>
            <pc:sldMk cId="1443447117" sldId="1292"/>
            <ac:picMk id="6" creationId="{246B829B-F3AF-E4CE-ACCC-066AD0D037E9}"/>
          </ac:picMkLst>
        </pc:picChg>
        <pc:picChg chg="del">
          <ac:chgData name="Ahmed Salah ELDin" userId="68850134-226f-4097-a9a8-787fd6814b0e" providerId="ADAL" clId="{41529A9F-B598-4F6F-BF77-A2C038883ABA}" dt="2024-10-12T02:42:49.013" v="4621" actId="478"/>
          <ac:picMkLst>
            <pc:docMk/>
            <pc:sldMk cId="1443447117" sldId="1292"/>
            <ac:picMk id="8" creationId="{0FE352E5-5F77-3EA6-F6CB-513FB2E82284}"/>
          </ac:picMkLst>
        </pc:picChg>
      </pc:sldChg>
      <pc:sldChg chg="modSp new mod">
        <pc:chgData name="Ahmed Salah ELDin" userId="68850134-226f-4097-a9a8-787fd6814b0e" providerId="ADAL" clId="{41529A9F-B598-4F6F-BF77-A2C038883ABA}" dt="2024-10-12T11:13:35.448" v="4806" actId="20577"/>
        <pc:sldMkLst>
          <pc:docMk/>
          <pc:sldMk cId="1958485420" sldId="1293"/>
        </pc:sldMkLst>
        <pc:spChg chg="mod">
          <ac:chgData name="Ahmed Salah ELDin" userId="68850134-226f-4097-a9a8-787fd6814b0e" providerId="ADAL" clId="{41529A9F-B598-4F6F-BF77-A2C038883ABA}" dt="2024-10-12T11:13:35.448" v="4806" actId="20577"/>
          <ac:spMkLst>
            <pc:docMk/>
            <pc:sldMk cId="1958485420" sldId="1293"/>
            <ac:spMk id="2" creationId="{BAFA20A7-767A-B475-D3B4-2C1661089493}"/>
          </ac:spMkLst>
        </pc:spChg>
      </pc:sldChg>
      <pc:sldChg chg="addSp delSp modSp add mod modAnim">
        <pc:chgData name="Ahmed Salah ELDin" userId="68850134-226f-4097-a9a8-787fd6814b0e" providerId="ADAL" clId="{41529A9F-B598-4F6F-BF77-A2C038883ABA}" dt="2024-10-12T11:43:16.640" v="5515"/>
        <pc:sldMkLst>
          <pc:docMk/>
          <pc:sldMk cId="170888633" sldId="1294"/>
        </pc:sldMkLst>
        <pc:spChg chg="mod">
          <ac:chgData name="Ahmed Salah ELDin" userId="68850134-226f-4097-a9a8-787fd6814b0e" providerId="ADAL" clId="{41529A9F-B598-4F6F-BF77-A2C038883ABA}" dt="2024-10-12T11:24:44.056" v="4954" actId="20577"/>
          <ac:spMkLst>
            <pc:docMk/>
            <pc:sldMk cId="170888633" sldId="1294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3:11.506" v="5513" actId="20577"/>
          <ac:spMkLst>
            <pc:docMk/>
            <pc:sldMk cId="170888633" sldId="1294"/>
            <ac:spMk id="3" creationId="{3CC5B943-A737-2E09-8DF5-AD94F37CD1B3}"/>
          </ac:spMkLst>
        </pc:spChg>
        <pc:spChg chg="add del mod">
          <ac:chgData name="Ahmed Salah ELDin" userId="68850134-226f-4097-a9a8-787fd6814b0e" providerId="ADAL" clId="{41529A9F-B598-4F6F-BF77-A2C038883ABA}" dt="2024-10-12T11:32:15.467" v="5274" actId="22"/>
          <ac:spMkLst>
            <pc:docMk/>
            <pc:sldMk cId="170888633" sldId="1294"/>
            <ac:spMk id="6" creationId="{1E0ACFD9-8277-49F6-69C8-F68726B13508}"/>
          </ac:spMkLst>
        </pc:spChg>
        <pc:spChg chg="add del">
          <ac:chgData name="Ahmed Salah ELDin" userId="68850134-226f-4097-a9a8-787fd6814b0e" providerId="ADAL" clId="{41529A9F-B598-4F6F-BF77-A2C038883ABA}" dt="2024-10-12T11:32:52.340" v="5286" actId="22"/>
          <ac:spMkLst>
            <pc:docMk/>
            <pc:sldMk cId="170888633" sldId="1294"/>
            <ac:spMk id="8" creationId="{3492A6E4-902D-095E-ECD0-C7665ED69F62}"/>
          </ac:spMkLst>
        </pc:spChg>
        <pc:spChg chg="add mod">
          <ac:chgData name="Ahmed Salah ELDin" userId="68850134-226f-4097-a9a8-787fd6814b0e" providerId="ADAL" clId="{41529A9F-B598-4F6F-BF77-A2C038883ABA}" dt="2024-10-12T11:43:13.366" v="5514"/>
          <ac:spMkLst>
            <pc:docMk/>
            <pc:sldMk cId="170888633" sldId="1294"/>
            <ac:spMk id="9" creationId="{046D2F47-12FB-AB2F-37E7-3CB44203BDC4}"/>
          </ac:spMkLst>
        </pc:spChg>
      </pc:sldChg>
      <pc:sldChg chg="addSp delSp modSp add del mod delAnim modAnim">
        <pc:chgData name="Ahmed Salah ELDin" userId="68850134-226f-4097-a9a8-787fd6814b0e" providerId="ADAL" clId="{41529A9F-B598-4F6F-BF77-A2C038883ABA}" dt="2024-10-12T11:19:43.672" v="4900" actId="47"/>
        <pc:sldMkLst>
          <pc:docMk/>
          <pc:sldMk cId="770295295" sldId="1294"/>
        </pc:sldMkLst>
        <pc:spChg chg="mod">
          <ac:chgData name="Ahmed Salah ELDin" userId="68850134-226f-4097-a9a8-787fd6814b0e" providerId="ADAL" clId="{41529A9F-B598-4F6F-BF77-A2C038883ABA}" dt="2024-10-12T11:18:33.959" v="4885" actId="21"/>
          <ac:spMkLst>
            <pc:docMk/>
            <pc:sldMk cId="770295295" sldId="1294"/>
            <ac:spMk id="3" creationId="{3CC5B943-A737-2E09-8DF5-AD94F37CD1B3}"/>
          </ac:spMkLst>
        </pc:spChg>
        <pc:spChg chg="add del">
          <ac:chgData name="Ahmed Salah ELDin" userId="68850134-226f-4097-a9a8-787fd6814b0e" providerId="ADAL" clId="{41529A9F-B598-4F6F-BF77-A2C038883ABA}" dt="2024-10-12T11:17:11.331" v="4855" actId="22"/>
          <ac:spMkLst>
            <pc:docMk/>
            <pc:sldMk cId="770295295" sldId="1294"/>
            <ac:spMk id="6" creationId="{1557DBFA-C6D1-1929-6555-CC0F8EADAB5E}"/>
          </ac:spMkLst>
        </pc:spChg>
        <pc:spChg chg="add del">
          <ac:chgData name="Ahmed Salah ELDin" userId="68850134-226f-4097-a9a8-787fd6814b0e" providerId="ADAL" clId="{41529A9F-B598-4F6F-BF77-A2C038883ABA}" dt="2024-10-12T11:17:13.527" v="4857" actId="22"/>
          <ac:spMkLst>
            <pc:docMk/>
            <pc:sldMk cId="770295295" sldId="1294"/>
            <ac:spMk id="10" creationId="{D3664CF8-A8F1-4AF0-E78D-ED532D87407B}"/>
          </ac:spMkLst>
        </pc:spChg>
        <pc:spChg chg="del">
          <ac:chgData name="Ahmed Salah ELDin" userId="68850134-226f-4097-a9a8-787fd6814b0e" providerId="ADAL" clId="{41529A9F-B598-4F6F-BF77-A2C038883ABA}" dt="2024-10-12T11:17:00.735" v="4852" actId="478"/>
          <ac:spMkLst>
            <pc:docMk/>
            <pc:sldMk cId="770295295" sldId="1294"/>
            <ac:spMk id="11" creationId="{B76E7060-225B-93FF-DC69-688EDBEF244E}"/>
          </ac:spMkLst>
        </pc:spChg>
        <pc:spChg chg="add del">
          <ac:chgData name="Ahmed Salah ELDin" userId="68850134-226f-4097-a9a8-787fd6814b0e" providerId="ADAL" clId="{41529A9F-B598-4F6F-BF77-A2C038883ABA}" dt="2024-10-12T11:17:15.037" v="4859" actId="22"/>
          <ac:spMkLst>
            <pc:docMk/>
            <pc:sldMk cId="770295295" sldId="1294"/>
            <ac:spMk id="13" creationId="{27BB737A-5730-925A-7226-C80E6DBCFEF1}"/>
          </ac:spMkLst>
        </pc:spChg>
        <pc:spChg chg="add mod">
          <ac:chgData name="Ahmed Salah ELDin" userId="68850134-226f-4097-a9a8-787fd6814b0e" providerId="ADAL" clId="{41529A9F-B598-4F6F-BF77-A2C038883ABA}" dt="2024-10-12T11:17:49.131" v="4878" actId="1076"/>
          <ac:spMkLst>
            <pc:docMk/>
            <pc:sldMk cId="770295295" sldId="1294"/>
            <ac:spMk id="15" creationId="{1C9CA62D-9DB2-0F14-FBA1-3F80AA0B6C6A}"/>
          </ac:spMkLst>
        </pc:spChg>
        <pc:picChg chg="del">
          <ac:chgData name="Ahmed Salah ELDin" userId="68850134-226f-4097-a9a8-787fd6814b0e" providerId="ADAL" clId="{41529A9F-B598-4F6F-BF77-A2C038883ABA}" dt="2024-10-12T11:16:59.453" v="4851" actId="478"/>
          <ac:picMkLst>
            <pc:docMk/>
            <pc:sldMk cId="770295295" sldId="1294"/>
            <ac:picMk id="7" creationId="{4BFE9B5F-9145-4C93-90EF-7280221B6A44}"/>
          </ac:picMkLst>
        </pc:picChg>
        <pc:picChg chg="del">
          <ac:chgData name="Ahmed Salah ELDin" userId="68850134-226f-4097-a9a8-787fd6814b0e" providerId="ADAL" clId="{41529A9F-B598-4F6F-BF77-A2C038883ABA}" dt="2024-10-12T11:17:01.303" v="4853" actId="478"/>
          <ac:picMkLst>
            <pc:docMk/>
            <pc:sldMk cId="770295295" sldId="1294"/>
            <ac:picMk id="9" creationId="{844CFE94-E046-E8D2-87A9-09666E7CE0A0}"/>
          </ac:picMkLst>
        </pc:picChg>
      </pc:sldChg>
      <pc:sldChg chg="addSp modSp add mod modAnim">
        <pc:chgData name="Ahmed Salah ELDin" userId="68850134-226f-4097-a9a8-787fd6814b0e" providerId="ADAL" clId="{41529A9F-B598-4F6F-BF77-A2C038883ABA}" dt="2024-10-12T11:43:37.752" v="5518"/>
        <pc:sldMkLst>
          <pc:docMk/>
          <pc:sldMk cId="1215960154" sldId="1295"/>
        </pc:sldMkLst>
        <pc:spChg chg="mod">
          <ac:chgData name="Ahmed Salah ELDin" userId="68850134-226f-4097-a9a8-787fd6814b0e" providerId="ADAL" clId="{41529A9F-B598-4F6F-BF77-A2C038883ABA}" dt="2024-10-12T11:42:10.098" v="5492" actId="20577"/>
          <ac:spMkLst>
            <pc:docMk/>
            <pc:sldMk cId="1215960154" sldId="1295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3:35.906" v="5517" actId="20577"/>
          <ac:spMkLst>
            <pc:docMk/>
            <pc:sldMk cId="1215960154" sldId="1295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2T11:43:37.752" v="5518"/>
          <ac:spMkLst>
            <pc:docMk/>
            <pc:sldMk cId="1215960154" sldId="1295"/>
            <ac:spMk id="5" creationId="{311F5819-76CC-40AF-D687-BA605432894D}"/>
          </ac:spMkLst>
        </pc:spChg>
      </pc:sldChg>
      <pc:sldChg chg="addSp delSp modSp add mod ord modAnim">
        <pc:chgData name="Ahmed Salah ELDin" userId="68850134-226f-4097-a9a8-787fd6814b0e" providerId="ADAL" clId="{41529A9F-B598-4F6F-BF77-A2C038883ABA}" dt="2024-10-12T11:43:30.296" v="5516" actId="20577"/>
        <pc:sldMkLst>
          <pc:docMk/>
          <pc:sldMk cId="3805055177" sldId="1296"/>
        </pc:sldMkLst>
        <pc:spChg chg="mod">
          <ac:chgData name="Ahmed Salah ELDin" userId="68850134-226f-4097-a9a8-787fd6814b0e" providerId="ADAL" clId="{41529A9F-B598-4F6F-BF77-A2C038883ABA}" dt="2024-10-12T11:42:12.765" v="5493" actId="20577"/>
          <ac:spMkLst>
            <pc:docMk/>
            <pc:sldMk cId="3805055177" sldId="1296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3:30.296" v="5516" actId="20577"/>
          <ac:spMkLst>
            <pc:docMk/>
            <pc:sldMk cId="3805055177" sldId="1296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2T11:42:59.696" v="5510" actId="13822"/>
          <ac:spMkLst>
            <pc:docMk/>
            <pc:sldMk cId="3805055177" sldId="1296"/>
            <ac:spMk id="6" creationId="{CC8759A3-62FC-9237-39FA-046A7AAA695E}"/>
          </ac:spMkLst>
        </pc:spChg>
        <pc:spChg chg="add del">
          <ac:chgData name="Ahmed Salah ELDin" userId="68850134-226f-4097-a9a8-787fd6814b0e" providerId="ADAL" clId="{41529A9F-B598-4F6F-BF77-A2C038883ABA}" dt="2024-10-12T11:43:03.530" v="5512" actId="478"/>
          <ac:spMkLst>
            <pc:docMk/>
            <pc:sldMk cId="3805055177" sldId="1296"/>
            <ac:spMk id="7" creationId="{77E6C19E-CFEF-B3B0-9FB1-99CD7EB52512}"/>
          </ac:spMkLst>
        </pc:spChg>
      </pc:sldChg>
      <pc:sldChg chg="addSp delSp modSp add mod modAnim">
        <pc:chgData name="Ahmed Salah ELDin" userId="68850134-226f-4097-a9a8-787fd6814b0e" providerId="ADAL" clId="{41529A9F-B598-4F6F-BF77-A2C038883ABA}" dt="2024-10-12T11:49:34.512" v="5791"/>
        <pc:sldMkLst>
          <pc:docMk/>
          <pc:sldMk cId="917922634" sldId="1297"/>
        </pc:sldMkLst>
        <pc:spChg chg="mod">
          <ac:chgData name="Ahmed Salah ELDin" userId="68850134-226f-4097-a9a8-787fd6814b0e" providerId="ADAL" clId="{41529A9F-B598-4F6F-BF77-A2C038883ABA}" dt="2024-10-12T11:45:00.183" v="5542" actId="20577"/>
          <ac:spMkLst>
            <pc:docMk/>
            <pc:sldMk cId="917922634" sldId="1297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7:42.677" v="5720" actId="20577"/>
          <ac:spMkLst>
            <pc:docMk/>
            <pc:sldMk cId="917922634" sldId="1297"/>
            <ac:spMk id="3" creationId="{3CC5B943-A737-2E09-8DF5-AD94F37CD1B3}"/>
          </ac:spMkLst>
        </pc:spChg>
        <pc:spChg chg="del mod">
          <ac:chgData name="Ahmed Salah ELDin" userId="68850134-226f-4097-a9a8-787fd6814b0e" providerId="ADAL" clId="{41529A9F-B598-4F6F-BF77-A2C038883ABA}" dt="2024-10-12T11:49:31.039" v="5790" actId="478"/>
          <ac:spMkLst>
            <pc:docMk/>
            <pc:sldMk cId="917922634" sldId="1297"/>
            <ac:spMk id="5" creationId="{311F5819-76CC-40AF-D687-BA605432894D}"/>
          </ac:spMkLst>
        </pc:spChg>
        <pc:spChg chg="add mod">
          <ac:chgData name="Ahmed Salah ELDin" userId="68850134-226f-4097-a9a8-787fd6814b0e" providerId="ADAL" clId="{41529A9F-B598-4F6F-BF77-A2C038883ABA}" dt="2024-10-12T11:49:34.512" v="5791"/>
          <ac:spMkLst>
            <pc:docMk/>
            <pc:sldMk cId="917922634" sldId="1297"/>
            <ac:spMk id="6" creationId="{68A8CFD7-4FEC-B3A2-49B7-B61B5B5B7F97}"/>
          </ac:spMkLst>
        </pc:spChg>
      </pc:sldChg>
      <pc:sldChg chg="addSp delSp modSp add mod modAnim">
        <pc:chgData name="Ahmed Salah ELDin" userId="68850134-226f-4097-a9a8-787fd6814b0e" providerId="ADAL" clId="{41529A9F-B598-4F6F-BF77-A2C038883ABA}" dt="2024-10-12T11:49:43.146" v="5793"/>
        <pc:sldMkLst>
          <pc:docMk/>
          <pc:sldMk cId="3740519632" sldId="1298"/>
        </pc:sldMkLst>
        <pc:spChg chg="mod">
          <ac:chgData name="Ahmed Salah ELDin" userId="68850134-226f-4097-a9a8-787fd6814b0e" providerId="ADAL" clId="{41529A9F-B598-4F6F-BF77-A2C038883ABA}" dt="2024-10-12T11:48:10.929" v="5731" actId="20577"/>
          <ac:spMkLst>
            <pc:docMk/>
            <pc:sldMk cId="3740519632" sldId="1298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9:23.376" v="5788" actId="20577"/>
          <ac:spMkLst>
            <pc:docMk/>
            <pc:sldMk cId="3740519632" sldId="1298"/>
            <ac:spMk id="3" creationId="{3CC5B943-A737-2E09-8DF5-AD94F37CD1B3}"/>
          </ac:spMkLst>
        </pc:spChg>
        <pc:spChg chg="del">
          <ac:chgData name="Ahmed Salah ELDin" userId="68850134-226f-4097-a9a8-787fd6814b0e" providerId="ADAL" clId="{41529A9F-B598-4F6F-BF77-A2C038883ABA}" dt="2024-10-12T11:49:26.095" v="5789" actId="478"/>
          <ac:spMkLst>
            <pc:docMk/>
            <pc:sldMk cId="3740519632" sldId="1298"/>
            <ac:spMk id="5" creationId="{311F5819-76CC-40AF-D687-BA605432894D}"/>
          </ac:spMkLst>
        </pc:spChg>
        <pc:spChg chg="add mod">
          <ac:chgData name="Ahmed Salah ELDin" userId="68850134-226f-4097-a9a8-787fd6814b0e" providerId="ADAL" clId="{41529A9F-B598-4F6F-BF77-A2C038883ABA}" dt="2024-10-12T11:49:35.310" v="5792"/>
          <ac:spMkLst>
            <pc:docMk/>
            <pc:sldMk cId="3740519632" sldId="1298"/>
            <ac:spMk id="6" creationId="{38A335AB-3BC1-368E-142D-A628A2EC5ED3}"/>
          </ac:spMkLst>
        </pc:spChg>
      </pc:sldChg>
      <pc:sldChg chg="modSp add del mod modTransition">
        <pc:chgData name="Ahmed Salah ELDin" userId="68850134-226f-4097-a9a8-787fd6814b0e" providerId="ADAL" clId="{41529A9F-B598-4F6F-BF77-A2C038883ABA}" dt="2024-10-12T19:56:11.658" v="5886" actId="14100"/>
        <pc:sldMkLst>
          <pc:docMk/>
          <pc:sldMk cId="0" sldId="1299"/>
        </pc:sldMkLst>
        <pc:spChg chg="mod">
          <ac:chgData name="Ahmed Salah ELDin" userId="68850134-226f-4097-a9a8-787fd6814b0e" providerId="ADAL" clId="{41529A9F-B598-4F6F-BF77-A2C038883ABA}" dt="2024-10-12T19:56:06.266" v="5885" actId="1076"/>
          <ac:spMkLst>
            <pc:docMk/>
            <pc:sldMk cId="0" sldId="1299"/>
            <ac:spMk id="2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19:56:11.658" v="5886" actId="14100"/>
          <ac:spMkLst>
            <pc:docMk/>
            <pc:sldMk cId="0" sldId="1299"/>
            <ac:spMk id="3" creationId="{00000000-0000-0000-0000-000000000000}"/>
          </ac:spMkLst>
        </pc:spChg>
      </pc:sldChg>
      <pc:sldMasterChg chg="del delSldLayout">
        <pc:chgData name="Ahmed Salah ELDin" userId="68850134-226f-4097-a9a8-787fd6814b0e" providerId="ADAL" clId="{41529A9F-B598-4F6F-BF77-A2C038883ABA}" dt="2024-10-11T22:24:57.356" v="3464" actId="47"/>
        <pc:sldMasterMkLst>
          <pc:docMk/>
          <pc:sldMasterMk cId="1111393702" sldId="2147483673"/>
        </pc:sldMasterMkLst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919175580" sldId="2147483674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2128764987" sldId="2147483675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191253295" sldId="2147483676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1024928321" sldId="2147483677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1012661652" sldId="2147483678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3064551399" sldId="2147483679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95667754" sldId="2147483680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3977755972" sldId="2147483681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648985167" sldId="2147483682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2117135591" sldId="2147483683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613321476" sldId="2147483684"/>
          </pc:sldLayoutMkLst>
        </pc:sldLayoutChg>
      </pc:sldMasterChg>
    </pc:docChg>
  </pc:docChgLst>
  <pc:docChgLst>
    <pc:chgData name="Ahmed Salah ELDin" userId="68850134-226f-4097-a9a8-787fd6814b0e" providerId="ADAL" clId="{413A41C2-4AE9-464D-8388-CF86B67ED8CF}"/>
    <pc:docChg chg="undo custSel modSld">
      <pc:chgData name="Ahmed Salah ELDin" userId="68850134-226f-4097-a9a8-787fd6814b0e" providerId="ADAL" clId="{413A41C2-4AE9-464D-8388-CF86B67ED8CF}" dt="2025-10-19T18:54:21.597" v="3" actId="1076"/>
      <pc:docMkLst>
        <pc:docMk/>
      </pc:docMkLst>
      <pc:sldChg chg="modSp mod">
        <pc:chgData name="Ahmed Salah ELDin" userId="68850134-226f-4097-a9a8-787fd6814b0e" providerId="ADAL" clId="{413A41C2-4AE9-464D-8388-CF86B67ED8CF}" dt="2025-10-19T18:54:21.597" v="3" actId="1076"/>
        <pc:sldMkLst>
          <pc:docMk/>
          <pc:sldMk cId="2141929086" sldId="1731"/>
        </pc:sldMkLst>
        <pc:spChg chg="mod">
          <ac:chgData name="Ahmed Salah ELDin" userId="68850134-226f-4097-a9a8-787fd6814b0e" providerId="ADAL" clId="{413A41C2-4AE9-464D-8388-CF86B67ED8CF}" dt="2025-10-19T18:50:09.532" v="1" actId="1076"/>
          <ac:spMkLst>
            <pc:docMk/>
            <pc:sldMk cId="2141929086" sldId="1731"/>
            <ac:spMk id="16" creationId="{E71F111F-D255-0D68-BD20-696AEDFF9053}"/>
          </ac:spMkLst>
        </pc:spChg>
        <pc:spChg chg="mod">
          <ac:chgData name="Ahmed Salah ELDin" userId="68850134-226f-4097-a9a8-787fd6814b0e" providerId="ADAL" clId="{413A41C2-4AE9-464D-8388-CF86B67ED8CF}" dt="2025-10-19T18:54:21.597" v="3" actId="1076"/>
          <ac:spMkLst>
            <pc:docMk/>
            <pc:sldMk cId="2141929086" sldId="1731"/>
            <ac:spMk id="20" creationId="{D3C7191C-5CC3-4051-09B7-C6BC13077040}"/>
          </ac:spMkLst>
        </pc:spChg>
      </pc:sldChg>
    </pc:docChg>
  </pc:docChgLst>
  <pc:docChgLst>
    <pc:chgData name="Ahmed Salah ELDin" userId="68850134-226f-4097-a9a8-787fd6814b0e" providerId="ADAL" clId="{F177729E-5FC4-43C6-9147-7AB09CCEC4F2}"/>
    <pc:docChg chg="undo custSel addSld delSld modSld modSection">
      <pc:chgData name="Ahmed Salah ELDin" userId="68850134-226f-4097-a9a8-787fd6814b0e" providerId="ADAL" clId="{F177729E-5FC4-43C6-9147-7AB09CCEC4F2}" dt="2024-12-04T17:52:48.234" v="104" actId="47"/>
      <pc:docMkLst>
        <pc:docMk/>
      </pc:docMkLst>
      <pc:sldChg chg="modSp mod">
        <pc:chgData name="Ahmed Salah ELDin" userId="68850134-226f-4097-a9a8-787fd6814b0e" providerId="ADAL" clId="{F177729E-5FC4-43C6-9147-7AB09CCEC4F2}" dt="2024-10-15T04:39:02.747" v="69" actId="1076"/>
        <pc:sldMkLst>
          <pc:docMk/>
          <pc:sldMk cId="946860532" sldId="859"/>
        </pc:sldMkLst>
        <pc:spChg chg="mod">
          <ac:chgData name="Ahmed Salah ELDin" userId="68850134-226f-4097-a9a8-787fd6814b0e" providerId="ADAL" clId="{F177729E-5FC4-43C6-9147-7AB09CCEC4F2}" dt="2024-10-15T04:38:58.163" v="68" actId="1076"/>
          <ac:spMkLst>
            <pc:docMk/>
            <pc:sldMk cId="946860532" sldId="859"/>
            <ac:spMk id="6" creationId="{DC8D67EB-5611-4AE8-AF77-1819F872B3BD}"/>
          </ac:spMkLst>
        </pc:spChg>
        <pc:graphicFrameChg chg="mod modGraphic">
          <ac:chgData name="Ahmed Salah ELDin" userId="68850134-226f-4097-a9a8-787fd6814b0e" providerId="ADAL" clId="{F177729E-5FC4-43C6-9147-7AB09CCEC4F2}" dt="2024-10-15T04:39:02.747" v="69" actId="1076"/>
          <ac:graphicFrameMkLst>
            <pc:docMk/>
            <pc:sldMk cId="946860532" sldId="859"/>
            <ac:graphicFrameMk id="5" creationId="{3E3A3AFA-5336-5953-C516-B4AC3570F458}"/>
          </ac:graphicFrameMkLst>
        </pc:graphicFrameChg>
      </pc:sldChg>
      <pc:sldChg chg="modSp mod modAnim">
        <pc:chgData name="Ahmed Salah ELDin" userId="68850134-226f-4097-a9a8-787fd6814b0e" providerId="ADAL" clId="{F177729E-5FC4-43C6-9147-7AB09CCEC4F2}" dt="2024-10-15T04:11:56.207" v="59" actId="5793"/>
        <pc:sldMkLst>
          <pc:docMk/>
          <pc:sldMk cId="4063903008" sldId="1290"/>
        </pc:sldMkLst>
        <pc:spChg chg="mod">
          <ac:chgData name="Ahmed Salah ELDin" userId="68850134-226f-4097-a9a8-787fd6814b0e" providerId="ADAL" clId="{F177729E-5FC4-43C6-9147-7AB09CCEC4F2}" dt="2024-10-15T04:11:56.207" v="59" actId="5793"/>
          <ac:spMkLst>
            <pc:docMk/>
            <pc:sldMk cId="4063903008" sldId="1290"/>
            <ac:spMk id="3" creationId="{3CC5B943-A737-2E09-8DF5-AD94F37CD1B3}"/>
          </ac:spMkLst>
        </pc:spChg>
      </pc:sldChg>
      <pc:sldChg chg="modSp mod modAnim">
        <pc:chgData name="Ahmed Salah ELDin" userId="68850134-226f-4097-a9a8-787fd6814b0e" providerId="ADAL" clId="{F177729E-5FC4-43C6-9147-7AB09CCEC4F2}" dt="2024-10-15T04:11:27.062" v="51" actId="14100"/>
        <pc:sldMkLst>
          <pc:docMk/>
          <pc:sldMk cId="1443447117" sldId="1292"/>
        </pc:sldMkLst>
        <pc:spChg chg="mod">
          <ac:chgData name="Ahmed Salah ELDin" userId="68850134-226f-4097-a9a8-787fd6814b0e" providerId="ADAL" clId="{F177729E-5FC4-43C6-9147-7AB09CCEC4F2}" dt="2024-10-15T04:11:27.062" v="51" actId="14100"/>
          <ac:spMkLst>
            <pc:docMk/>
            <pc:sldMk cId="1443447117" sldId="1292"/>
            <ac:spMk id="3" creationId="{3CC5B943-A737-2E09-8DF5-AD94F37CD1B3}"/>
          </ac:spMkLst>
        </pc:spChg>
      </pc:sldChg>
      <pc:sldChg chg="addSp delSp modSp add del mod addAnim delAnim">
        <pc:chgData name="Ahmed Salah ELDin" userId="68850134-226f-4097-a9a8-787fd6814b0e" providerId="ADAL" clId="{F177729E-5FC4-43C6-9147-7AB09CCEC4F2}" dt="2024-12-04T17:52:48.234" v="104" actId="47"/>
        <pc:sldMkLst>
          <pc:docMk/>
          <pc:sldMk cId="474663484" sldId="1707"/>
        </pc:sldMkLst>
        <pc:spChg chg="mod">
          <ac:chgData name="Ahmed Salah ELDin" userId="68850134-226f-4097-a9a8-787fd6814b0e" providerId="ADAL" clId="{F177729E-5FC4-43C6-9147-7AB09CCEC4F2}" dt="2024-12-04T16:17:09.520" v="73" actId="6549"/>
          <ac:spMkLst>
            <pc:docMk/>
            <pc:sldMk cId="474663484" sldId="1707"/>
            <ac:spMk id="10" creationId="{DEA59651-5208-DF5B-7FB6-7E434025DF4C}"/>
          </ac:spMkLst>
        </pc:spChg>
        <pc:spChg chg="mod">
          <ac:chgData name="Ahmed Salah ELDin" userId="68850134-226f-4097-a9a8-787fd6814b0e" providerId="ADAL" clId="{F177729E-5FC4-43C6-9147-7AB09CCEC4F2}" dt="2024-12-04T16:18:25.173" v="95" actId="6549"/>
          <ac:spMkLst>
            <pc:docMk/>
            <pc:sldMk cId="474663484" sldId="1707"/>
            <ac:spMk id="14" creationId="{FB228689-77BF-8B0B-678C-8E1172ACED34}"/>
          </ac:spMkLst>
        </pc:spChg>
        <pc:spChg chg="mod">
          <ac:chgData name="Ahmed Salah ELDin" userId="68850134-226f-4097-a9a8-787fd6814b0e" providerId="ADAL" clId="{F177729E-5FC4-43C6-9147-7AB09CCEC4F2}" dt="2024-12-04T16:17:35.234" v="81" actId="6549"/>
          <ac:spMkLst>
            <pc:docMk/>
            <pc:sldMk cId="474663484" sldId="1707"/>
            <ac:spMk id="18" creationId="{B7A252D3-F5DD-1232-7240-A47B8EF517F4}"/>
          </ac:spMkLst>
        </pc:spChg>
        <pc:spChg chg="mod">
          <ac:chgData name="Ahmed Salah ELDin" userId="68850134-226f-4097-a9a8-787fd6814b0e" providerId="ADAL" clId="{F177729E-5FC4-43C6-9147-7AB09CCEC4F2}" dt="2024-12-04T16:18:23.807" v="94" actId="6549"/>
          <ac:spMkLst>
            <pc:docMk/>
            <pc:sldMk cId="474663484" sldId="1707"/>
            <ac:spMk id="24" creationId="{94ABA85D-7E9D-99EF-DBE9-17D5CE8A139E}"/>
          </ac:spMkLst>
        </pc:spChg>
        <pc:spChg chg="mod">
          <ac:chgData name="Ahmed Salah ELDin" userId="68850134-226f-4097-a9a8-787fd6814b0e" providerId="ADAL" clId="{F177729E-5FC4-43C6-9147-7AB09CCEC4F2}" dt="2024-12-04T16:17:11.451" v="74" actId="6549"/>
          <ac:spMkLst>
            <pc:docMk/>
            <pc:sldMk cId="474663484" sldId="1707"/>
            <ac:spMk id="62" creationId="{5F8B8165-687D-EAE0-175E-BD4157B625BF}"/>
          </ac:spMkLst>
        </pc:spChg>
        <pc:spChg chg="del">
          <ac:chgData name="Ahmed Salah ELDin" userId="68850134-226f-4097-a9a8-787fd6814b0e" providerId="ADAL" clId="{F177729E-5FC4-43C6-9147-7AB09CCEC4F2}" dt="2024-12-04T16:18:44.221" v="102" actId="478"/>
          <ac:spMkLst>
            <pc:docMk/>
            <pc:sldMk cId="474663484" sldId="1707"/>
            <ac:spMk id="89" creationId="{44FAF26A-E8D1-7B2C-934B-1299B96DF2AB}"/>
          </ac:spMkLst>
        </pc:spChg>
        <pc:spChg chg="mod">
          <ac:chgData name="Ahmed Salah ELDin" userId="68850134-226f-4097-a9a8-787fd6814b0e" providerId="ADAL" clId="{F177729E-5FC4-43C6-9147-7AB09CCEC4F2}" dt="2024-12-04T16:17:49.270" v="85" actId="14100"/>
          <ac:spMkLst>
            <pc:docMk/>
            <pc:sldMk cId="474663484" sldId="1707"/>
            <ac:spMk id="139" creationId="{BF3589ED-74FA-DA06-0AA1-44084B744E5D}"/>
          </ac:spMkLst>
        </pc:spChg>
        <pc:spChg chg="del mod">
          <ac:chgData name="Ahmed Salah ELDin" userId="68850134-226f-4097-a9a8-787fd6814b0e" providerId="ADAL" clId="{F177729E-5FC4-43C6-9147-7AB09CCEC4F2}" dt="2024-12-04T16:18:42.356" v="101" actId="478"/>
          <ac:spMkLst>
            <pc:docMk/>
            <pc:sldMk cId="474663484" sldId="1707"/>
            <ac:spMk id="149" creationId="{9356C06B-CAE0-EE27-55BB-BE14A3E12285}"/>
          </ac:spMkLst>
        </pc:spChg>
        <pc:spChg chg="mod">
          <ac:chgData name="Ahmed Salah ELDin" userId="68850134-226f-4097-a9a8-787fd6814b0e" providerId="ADAL" clId="{F177729E-5FC4-43C6-9147-7AB09CCEC4F2}" dt="2024-12-04T16:18:26.942" v="96" actId="6549"/>
          <ac:spMkLst>
            <pc:docMk/>
            <pc:sldMk cId="474663484" sldId="1707"/>
            <ac:spMk id="162" creationId="{F7ECFBC4-0E15-B037-BD65-E3EF10E5F01E}"/>
          </ac:spMkLst>
        </pc:spChg>
        <pc:spChg chg="mod">
          <ac:chgData name="Ahmed Salah ELDin" userId="68850134-226f-4097-a9a8-787fd6814b0e" providerId="ADAL" clId="{F177729E-5FC4-43C6-9147-7AB09CCEC4F2}" dt="2024-12-04T16:18:22.358" v="93" actId="6549"/>
          <ac:spMkLst>
            <pc:docMk/>
            <pc:sldMk cId="474663484" sldId="1707"/>
            <ac:spMk id="169" creationId="{0C129ECC-719E-68A5-9E10-EE5ED0257121}"/>
          </ac:spMkLst>
        </pc:spChg>
        <pc:spChg chg="mod">
          <ac:chgData name="Ahmed Salah ELDin" userId="68850134-226f-4097-a9a8-787fd6814b0e" providerId="ADAL" clId="{F177729E-5FC4-43C6-9147-7AB09CCEC4F2}" dt="2024-12-04T16:18:29.584" v="98" actId="6549"/>
          <ac:spMkLst>
            <pc:docMk/>
            <pc:sldMk cId="474663484" sldId="1707"/>
            <ac:spMk id="173" creationId="{6E42B824-4ED4-65FB-6178-5E5F36C3E356}"/>
          </ac:spMkLst>
        </pc:spChg>
        <pc:spChg chg="mod">
          <ac:chgData name="Ahmed Salah ELDin" userId="68850134-226f-4097-a9a8-787fd6814b0e" providerId="ADAL" clId="{F177729E-5FC4-43C6-9147-7AB09CCEC4F2}" dt="2024-12-04T16:18:28.388" v="97" actId="6549"/>
          <ac:spMkLst>
            <pc:docMk/>
            <pc:sldMk cId="474663484" sldId="1707"/>
            <ac:spMk id="182" creationId="{FA70B133-35EA-70D6-13D5-90409E85CB25}"/>
          </ac:spMkLst>
        </pc:spChg>
        <pc:grpChg chg="del mod">
          <ac:chgData name="Ahmed Salah ELDin" userId="68850134-226f-4097-a9a8-787fd6814b0e" providerId="ADAL" clId="{F177729E-5FC4-43C6-9147-7AB09CCEC4F2}" dt="2024-12-04T16:17:53.974" v="87" actId="478"/>
          <ac:grpSpMkLst>
            <pc:docMk/>
            <pc:sldMk cId="474663484" sldId="1707"/>
            <ac:grpSpMk id="141" creationId="{1D3D873F-168E-53AC-9028-0D8B4BF2210F}"/>
          </ac:grpSpMkLst>
        </pc:grpChg>
        <pc:grpChg chg="del mod">
          <ac:chgData name="Ahmed Salah ELDin" userId="68850134-226f-4097-a9a8-787fd6814b0e" providerId="ADAL" clId="{F177729E-5FC4-43C6-9147-7AB09CCEC4F2}" dt="2024-12-04T16:17:17.702" v="76" actId="478"/>
          <ac:grpSpMkLst>
            <pc:docMk/>
            <pc:sldMk cId="474663484" sldId="1707"/>
            <ac:grpSpMk id="154" creationId="{9DF867E3-2DBE-545B-99C9-D8C984432A39}"/>
          </ac:grpSpMkLst>
        </pc:grpChg>
        <pc:cxnChg chg="del mod">
          <ac:chgData name="Ahmed Salah ELDin" userId="68850134-226f-4097-a9a8-787fd6814b0e" providerId="ADAL" clId="{F177729E-5FC4-43C6-9147-7AB09CCEC4F2}" dt="2024-12-04T16:18:16.128" v="91" actId="478"/>
          <ac:cxnSpMkLst>
            <pc:docMk/>
            <pc:sldMk cId="474663484" sldId="1707"/>
            <ac:cxnSpMk id="65" creationId="{0F581BEF-8175-41AB-D7AB-85143BD61D16}"/>
          </ac:cxnSpMkLst>
        </pc:cxnChg>
        <pc:cxnChg chg="del mod">
          <ac:chgData name="Ahmed Salah ELDin" userId="68850134-226f-4097-a9a8-787fd6814b0e" providerId="ADAL" clId="{F177729E-5FC4-43C6-9147-7AB09CCEC4F2}" dt="2024-12-04T16:18:12.767" v="90" actId="478"/>
          <ac:cxnSpMkLst>
            <pc:docMk/>
            <pc:sldMk cId="474663484" sldId="1707"/>
            <ac:cxnSpMk id="66" creationId="{83CCE406-A6D2-2F55-F0E8-6CA57087D969}"/>
          </ac:cxnSpMkLst>
        </pc:cxnChg>
        <pc:cxnChg chg="add del mod">
          <ac:chgData name="Ahmed Salah ELDin" userId="68850134-226f-4097-a9a8-787fd6814b0e" providerId="ADAL" clId="{F177729E-5FC4-43C6-9147-7AB09CCEC4F2}" dt="2024-12-04T16:19:04.014" v="103" actId="14100"/>
          <ac:cxnSpMkLst>
            <pc:docMk/>
            <pc:sldMk cId="474663484" sldId="1707"/>
            <ac:cxnSpMk id="88" creationId="{F3499373-0FDA-75E3-E15F-5C35725E639B}"/>
          </ac:cxnSpMkLst>
        </pc:cxnChg>
        <pc:cxnChg chg="mod">
          <ac:chgData name="Ahmed Salah ELDin" userId="68850134-226f-4097-a9a8-787fd6814b0e" providerId="ADAL" clId="{F177729E-5FC4-43C6-9147-7AB09CCEC4F2}" dt="2024-12-04T16:18:05.800" v="89" actId="14100"/>
          <ac:cxnSpMkLst>
            <pc:docMk/>
            <pc:sldMk cId="474663484" sldId="1707"/>
            <ac:cxnSpMk id="142" creationId="{1A1783E0-77EA-D5AA-EA5F-7A35189B75A6}"/>
          </ac:cxnSpMkLst>
        </pc:cxnChg>
        <pc:cxnChg chg="mod">
          <ac:chgData name="Ahmed Salah ELDin" userId="68850134-226f-4097-a9a8-787fd6814b0e" providerId="ADAL" clId="{F177729E-5FC4-43C6-9147-7AB09CCEC4F2}" dt="2024-12-04T16:18:20.436" v="92" actId="14100"/>
          <ac:cxnSpMkLst>
            <pc:docMk/>
            <pc:sldMk cId="474663484" sldId="1707"/>
            <ac:cxnSpMk id="145" creationId="{F2F4553B-1C54-275F-7DE5-F2BB9881425A}"/>
          </ac:cxnSpMkLst>
        </pc:cxnChg>
        <pc:cxnChg chg="del mod">
          <ac:chgData name="Ahmed Salah ELDin" userId="68850134-226f-4097-a9a8-787fd6814b0e" providerId="ADAL" clId="{F177729E-5FC4-43C6-9147-7AB09CCEC4F2}" dt="2024-12-04T16:17:32.679" v="80" actId="478"/>
          <ac:cxnSpMkLst>
            <pc:docMk/>
            <pc:sldMk cId="474663484" sldId="1707"/>
            <ac:cxnSpMk id="155" creationId="{DEEE06F9-26C9-0A83-6AFB-FB05691894B2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6814C1-DEAA-40AD-8597-85BE879628B0}" type="doc">
      <dgm:prSet loTypeId="urn:microsoft.com/office/officeart/2005/8/layout/chevron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AE"/>
        </a:p>
      </dgm:t>
    </dgm:pt>
    <dgm:pt modelId="{567A533F-1DA4-466C-9FEC-C9608F65A497}">
      <dgm:prSet phldrT="[Text]" phldr="0"/>
      <dgm:spPr/>
      <dgm:t>
        <a:bodyPr/>
        <a:lstStyle/>
        <a:p>
          <a:r>
            <a:rPr lang="en-US" b="1"/>
            <a:t>W#4</a:t>
          </a:r>
          <a:endParaRPr lang="en-AE" b="1"/>
        </a:p>
      </dgm:t>
    </dgm:pt>
    <dgm:pt modelId="{33FE41F7-6A7C-409E-AD0C-18C3C634069F}" type="parTrans" cxnId="{A22B0037-0C7B-4293-8786-810B38383193}">
      <dgm:prSet/>
      <dgm:spPr/>
      <dgm:t>
        <a:bodyPr/>
        <a:lstStyle/>
        <a:p>
          <a:endParaRPr lang="en-AE"/>
        </a:p>
      </dgm:t>
    </dgm:pt>
    <dgm:pt modelId="{11FC5640-65FE-4E49-AEEF-91106485F59F}" type="sibTrans" cxnId="{A22B0037-0C7B-4293-8786-810B38383193}">
      <dgm:prSet/>
      <dgm:spPr/>
      <dgm:t>
        <a:bodyPr/>
        <a:lstStyle/>
        <a:p>
          <a:endParaRPr lang="en-AE"/>
        </a:p>
      </dgm:t>
    </dgm:pt>
    <dgm:pt modelId="{266CF944-8238-4CC6-B722-711484B59849}">
      <dgm:prSet phldrT="[Text]" phldr="0" custT="1"/>
      <dgm:spPr/>
      <dgm:t>
        <a:bodyPr/>
        <a:lstStyle/>
        <a:p>
          <a:r>
            <a:rPr lang="en-US" sz="2800"/>
            <a:t>Deep Understanding &amp; Registration</a:t>
          </a:r>
          <a:endParaRPr lang="en-AE" sz="2800"/>
        </a:p>
      </dgm:t>
    </dgm:pt>
    <dgm:pt modelId="{AFBA369D-3BCC-4590-90D5-628CEC41503F}" type="parTrans" cxnId="{37C907FD-ED07-4A79-AA86-B9B7157B9913}">
      <dgm:prSet/>
      <dgm:spPr/>
      <dgm:t>
        <a:bodyPr/>
        <a:lstStyle/>
        <a:p>
          <a:endParaRPr lang="en-AE"/>
        </a:p>
      </dgm:t>
    </dgm:pt>
    <dgm:pt modelId="{F2FF43C5-A086-42B4-9808-AA40E5CCF8CB}" type="sibTrans" cxnId="{37C907FD-ED07-4A79-AA86-B9B7157B9913}">
      <dgm:prSet/>
      <dgm:spPr/>
      <dgm:t>
        <a:bodyPr/>
        <a:lstStyle/>
        <a:p>
          <a:endParaRPr lang="en-AE"/>
        </a:p>
      </dgm:t>
    </dgm:pt>
    <dgm:pt modelId="{5006E217-ABE4-4177-8D93-4727DA838350}">
      <dgm:prSet phldrT="[Text]" phldr="0"/>
      <dgm:spPr/>
      <dgm:t>
        <a:bodyPr/>
        <a:lstStyle/>
        <a:p>
          <a:r>
            <a:rPr lang="en-US" b="1"/>
            <a:t>W#5</a:t>
          </a:r>
          <a:endParaRPr lang="en-AE" b="1"/>
        </a:p>
      </dgm:t>
    </dgm:pt>
    <dgm:pt modelId="{ACA0F25D-6BF3-475E-BDCD-C603AC9FE89A}" type="parTrans" cxnId="{CF223121-1E20-4361-8432-AA2EC3016DCF}">
      <dgm:prSet/>
      <dgm:spPr/>
      <dgm:t>
        <a:bodyPr/>
        <a:lstStyle/>
        <a:p>
          <a:endParaRPr lang="en-AE"/>
        </a:p>
      </dgm:t>
    </dgm:pt>
    <dgm:pt modelId="{0FE0D3FD-8214-44FD-A957-EEE8E78B6F68}" type="sibTrans" cxnId="{CF223121-1E20-4361-8432-AA2EC3016DCF}">
      <dgm:prSet/>
      <dgm:spPr/>
      <dgm:t>
        <a:bodyPr/>
        <a:lstStyle/>
        <a:p>
          <a:endParaRPr lang="en-AE"/>
        </a:p>
      </dgm:t>
    </dgm:pt>
    <dgm:pt modelId="{A5950589-68A4-4FD2-ADA9-13D97F468A08}">
      <dgm:prSet phldrT="[Text]" phldr="0"/>
      <dgm:spPr/>
      <dgm:t>
        <a:bodyPr/>
        <a:lstStyle/>
        <a:p>
          <a:r>
            <a:rPr lang="en-US" b="1"/>
            <a:t>W#9</a:t>
          </a:r>
          <a:endParaRPr lang="en-AE" b="1"/>
        </a:p>
      </dgm:t>
    </dgm:pt>
    <dgm:pt modelId="{B810BD2E-3A53-4DD8-8652-2B4B86A2E9E3}" type="parTrans" cxnId="{E96713CA-A095-4794-99AE-71BC51DDCB46}">
      <dgm:prSet/>
      <dgm:spPr/>
      <dgm:t>
        <a:bodyPr/>
        <a:lstStyle/>
        <a:p>
          <a:endParaRPr lang="en-AE"/>
        </a:p>
      </dgm:t>
    </dgm:pt>
    <dgm:pt modelId="{186F2E80-5461-4705-8AF9-407B9CD43B9E}" type="sibTrans" cxnId="{E96713CA-A095-4794-99AE-71BC51DDCB46}">
      <dgm:prSet/>
      <dgm:spPr/>
      <dgm:t>
        <a:bodyPr/>
        <a:lstStyle/>
        <a:p>
          <a:endParaRPr lang="en-AE"/>
        </a:p>
      </dgm:t>
    </dgm:pt>
    <dgm:pt modelId="{2FCD94B5-7ABD-4D86-A3EE-200A20F9640C}">
      <dgm:prSet phldrT="[Text]" phldr="0"/>
      <dgm:spPr/>
      <dgm:t>
        <a:bodyPr/>
        <a:lstStyle/>
        <a:p>
          <a:r>
            <a:rPr lang="en-US" b="1"/>
            <a:t>W#10</a:t>
          </a:r>
          <a:endParaRPr lang="en-AE" b="1"/>
        </a:p>
      </dgm:t>
    </dgm:pt>
    <dgm:pt modelId="{F1F31F47-AD1B-4CB0-9DB4-30B47CBB28E4}" type="parTrans" cxnId="{7CD42344-9F95-4F43-B1AE-B58A33A005E4}">
      <dgm:prSet/>
      <dgm:spPr/>
      <dgm:t>
        <a:bodyPr/>
        <a:lstStyle/>
        <a:p>
          <a:endParaRPr lang="en-AE"/>
        </a:p>
      </dgm:t>
    </dgm:pt>
    <dgm:pt modelId="{5CBFED9E-8581-484E-BA67-374CCABAFEE0}" type="sibTrans" cxnId="{7CD42344-9F95-4F43-B1AE-B58A33A005E4}">
      <dgm:prSet/>
      <dgm:spPr/>
      <dgm:t>
        <a:bodyPr/>
        <a:lstStyle/>
        <a:p>
          <a:endParaRPr lang="en-AE"/>
        </a:p>
      </dgm:t>
    </dgm:pt>
    <dgm:pt modelId="{D99BE7A6-08B7-4FDE-9266-B2BF7B2FB7A8}">
      <dgm:prSet phldrT="[Text]" phldr="0"/>
      <dgm:spPr/>
      <dgm:t>
        <a:bodyPr/>
        <a:lstStyle/>
        <a:p>
          <a:r>
            <a:rPr lang="en-US" b="1"/>
            <a:t>W#12</a:t>
          </a:r>
          <a:endParaRPr lang="en-AE" b="1"/>
        </a:p>
      </dgm:t>
    </dgm:pt>
    <dgm:pt modelId="{311D87F4-9D74-4071-9513-6B1ECF40A90E}" type="parTrans" cxnId="{F5E65E4A-C7C4-4E55-9689-86F2041500BD}">
      <dgm:prSet/>
      <dgm:spPr/>
      <dgm:t>
        <a:bodyPr/>
        <a:lstStyle/>
        <a:p>
          <a:endParaRPr lang="en-AE"/>
        </a:p>
      </dgm:t>
    </dgm:pt>
    <dgm:pt modelId="{91648AEF-2123-4004-B3AE-01B52EC52412}" type="sibTrans" cxnId="{F5E65E4A-C7C4-4E55-9689-86F2041500BD}">
      <dgm:prSet/>
      <dgm:spPr/>
      <dgm:t>
        <a:bodyPr/>
        <a:lstStyle/>
        <a:p>
          <a:endParaRPr lang="en-AE"/>
        </a:p>
      </dgm:t>
    </dgm:pt>
    <dgm:pt modelId="{BD7526E4-122B-43E3-9780-4C217E2DEBF9}">
      <dgm:prSet phldrT="[Text]" custT="1"/>
      <dgm:spPr/>
      <dgm:t>
        <a:bodyPr/>
        <a:lstStyle/>
        <a:p>
          <a:r>
            <a:rPr lang="en-US" sz="2800" b="1"/>
            <a:t>GROUP: </a:t>
          </a:r>
          <a:r>
            <a:rPr lang="en-US" sz="2800"/>
            <a:t>Final Delivery</a:t>
          </a:r>
          <a:endParaRPr lang="en-AE" sz="2800"/>
        </a:p>
      </dgm:t>
    </dgm:pt>
    <dgm:pt modelId="{80337A56-FF31-4EC6-8D71-837D2B8C7E60}" type="parTrans" cxnId="{1C0DFC37-4FBF-4D09-AC6F-BB79822A7D16}">
      <dgm:prSet/>
      <dgm:spPr/>
      <dgm:t>
        <a:bodyPr/>
        <a:lstStyle/>
        <a:p>
          <a:endParaRPr lang="en-AE"/>
        </a:p>
      </dgm:t>
    </dgm:pt>
    <dgm:pt modelId="{33EBD7AA-8F95-417C-9E5E-695BED59DA93}" type="sibTrans" cxnId="{1C0DFC37-4FBF-4D09-AC6F-BB79822A7D16}">
      <dgm:prSet/>
      <dgm:spPr/>
      <dgm:t>
        <a:bodyPr/>
        <a:lstStyle/>
        <a:p>
          <a:endParaRPr lang="en-AE"/>
        </a:p>
      </dgm:t>
    </dgm:pt>
    <dgm:pt modelId="{1287FD2E-C510-4318-98B6-D95713E7A88D}">
      <dgm:prSet phldrT="[Text]" phldr="0" custT="1"/>
      <dgm:spPr/>
      <dgm:t>
        <a:bodyPr/>
        <a:lstStyle/>
        <a:p>
          <a:r>
            <a:rPr lang="en-US" sz="2800" b="1" dirty="0"/>
            <a:t>GROUP: </a:t>
          </a:r>
          <a:r>
            <a:rPr lang="en-US" sz="2800" dirty="0"/>
            <a:t>Dynamic Allocator &amp; Blocking</a:t>
          </a:r>
          <a:endParaRPr lang="en-AE" sz="2800" dirty="0"/>
        </a:p>
      </dgm:t>
    </dgm:pt>
    <dgm:pt modelId="{31036472-2D86-4B22-A0EC-6F50EC5F9CAA}" type="parTrans" cxnId="{6AA6B5A8-AE09-4F7B-890A-C28342EE52DD}">
      <dgm:prSet/>
      <dgm:spPr/>
      <dgm:t>
        <a:bodyPr/>
        <a:lstStyle/>
        <a:p>
          <a:endParaRPr lang="en-AE"/>
        </a:p>
      </dgm:t>
    </dgm:pt>
    <dgm:pt modelId="{33C076C7-74ED-4E66-AA67-58F9968AE87E}" type="sibTrans" cxnId="{6AA6B5A8-AE09-4F7B-890A-C28342EE52DD}">
      <dgm:prSet/>
      <dgm:spPr/>
      <dgm:t>
        <a:bodyPr/>
        <a:lstStyle/>
        <a:p>
          <a:endParaRPr lang="en-AE"/>
        </a:p>
      </dgm:t>
    </dgm:pt>
    <dgm:pt modelId="{379B8C2E-54C4-4739-B848-425C4828E270}">
      <dgm:prSet phldrT="[Text]" phldr="0"/>
      <dgm:spPr/>
      <dgm:t>
        <a:bodyPr/>
        <a:lstStyle/>
        <a:p>
          <a:r>
            <a:rPr lang="en-US" b="1"/>
            <a:t>W#6</a:t>
          </a:r>
          <a:endParaRPr lang="en-AE" b="1"/>
        </a:p>
      </dgm:t>
    </dgm:pt>
    <dgm:pt modelId="{4F5B8515-26F5-4B6E-ADD3-134ECAB364CF}" type="parTrans" cxnId="{7AC9798E-9CBB-42EB-BD79-90DA9D20B13F}">
      <dgm:prSet/>
      <dgm:spPr/>
      <dgm:t>
        <a:bodyPr/>
        <a:lstStyle/>
        <a:p>
          <a:endParaRPr lang="en-AE"/>
        </a:p>
      </dgm:t>
    </dgm:pt>
    <dgm:pt modelId="{699A52B6-8CAC-4800-BBBE-870DDF098855}" type="sibTrans" cxnId="{7AC9798E-9CBB-42EB-BD79-90DA9D20B13F}">
      <dgm:prSet/>
      <dgm:spPr/>
      <dgm:t>
        <a:bodyPr/>
        <a:lstStyle/>
        <a:p>
          <a:endParaRPr lang="en-AE"/>
        </a:p>
      </dgm:t>
    </dgm:pt>
    <dgm:pt modelId="{2D25BE10-31C4-48F0-8338-AC4323CEC65F}">
      <dgm:prSet phldrT="[Text]" phldr="0" custT="1"/>
      <dgm:spPr/>
      <dgm:t>
        <a:bodyPr/>
        <a:lstStyle/>
        <a:p>
          <a:r>
            <a:rPr lang="en-US" sz="2800" b="1" dirty="0"/>
            <a:t>GROUP: </a:t>
          </a:r>
          <a:r>
            <a:rPr lang="en-US" sz="2800" dirty="0"/>
            <a:t>Kernel Heap &amp; Fault Handler</a:t>
          </a:r>
          <a:endParaRPr lang="en-AE" sz="2800" dirty="0"/>
        </a:p>
      </dgm:t>
    </dgm:pt>
    <dgm:pt modelId="{F2C30590-C0E5-4405-899E-36FD5DC38F38}" type="parTrans" cxnId="{2949C3BB-532D-4CF3-BED3-98C78018D3E4}">
      <dgm:prSet/>
      <dgm:spPr/>
      <dgm:t>
        <a:bodyPr/>
        <a:lstStyle/>
        <a:p>
          <a:endParaRPr lang="en-AE"/>
        </a:p>
      </dgm:t>
    </dgm:pt>
    <dgm:pt modelId="{DA5B51D4-1689-48B9-8499-728D90F51F5A}" type="sibTrans" cxnId="{2949C3BB-532D-4CF3-BED3-98C78018D3E4}">
      <dgm:prSet/>
      <dgm:spPr/>
      <dgm:t>
        <a:bodyPr/>
        <a:lstStyle/>
        <a:p>
          <a:endParaRPr lang="en-AE"/>
        </a:p>
      </dgm:t>
    </dgm:pt>
    <dgm:pt modelId="{425D5A83-E898-4713-BECD-63694AF7C2B7}">
      <dgm:prSet phldrT="[Text]" phldr="0"/>
      <dgm:spPr/>
      <dgm:t>
        <a:bodyPr/>
        <a:lstStyle/>
        <a:p>
          <a:r>
            <a:rPr lang="en-US" b="1"/>
            <a:t>W#7</a:t>
          </a:r>
          <a:endParaRPr lang="en-AE" b="1"/>
        </a:p>
      </dgm:t>
    </dgm:pt>
    <dgm:pt modelId="{F2A07BAE-947A-4C8D-A157-671328ABD90D}" type="parTrans" cxnId="{1D2E62AC-0CA0-4717-B81F-7B1DD96234AC}">
      <dgm:prSet/>
      <dgm:spPr/>
      <dgm:t>
        <a:bodyPr/>
        <a:lstStyle/>
        <a:p>
          <a:endParaRPr lang="en-AE"/>
        </a:p>
      </dgm:t>
    </dgm:pt>
    <dgm:pt modelId="{8E5014B0-50BC-496F-875C-E0B21A3D6CC0}" type="sibTrans" cxnId="{1D2E62AC-0CA0-4717-B81F-7B1DD96234AC}">
      <dgm:prSet/>
      <dgm:spPr/>
      <dgm:t>
        <a:bodyPr/>
        <a:lstStyle/>
        <a:p>
          <a:endParaRPr lang="en-AE"/>
        </a:p>
      </dgm:t>
    </dgm:pt>
    <dgm:pt modelId="{249B53BF-D3C0-479D-94F9-045741A0E987}">
      <dgm:prSet phldrT="[Text]" phldr="0"/>
      <dgm:spPr/>
      <dgm:t>
        <a:bodyPr/>
        <a:lstStyle/>
        <a:p>
          <a:r>
            <a:rPr lang="en-US" b="1"/>
            <a:t>W#8</a:t>
          </a:r>
          <a:endParaRPr lang="en-AE" b="1"/>
        </a:p>
      </dgm:t>
    </dgm:pt>
    <dgm:pt modelId="{98F96136-94D2-41C9-8394-6ACD6AB30FF2}" type="parTrans" cxnId="{5C766CC6-4321-4ECB-BA5A-5D56050CA1F2}">
      <dgm:prSet/>
      <dgm:spPr/>
      <dgm:t>
        <a:bodyPr/>
        <a:lstStyle/>
        <a:p>
          <a:endParaRPr lang="en-AE"/>
        </a:p>
      </dgm:t>
    </dgm:pt>
    <dgm:pt modelId="{08FFEB33-DB80-41BF-82C2-663E5EF7DB90}" type="sibTrans" cxnId="{5C766CC6-4321-4ECB-BA5A-5D56050CA1F2}">
      <dgm:prSet/>
      <dgm:spPr/>
      <dgm:t>
        <a:bodyPr/>
        <a:lstStyle/>
        <a:p>
          <a:endParaRPr lang="en-AE"/>
        </a:p>
      </dgm:t>
    </dgm:pt>
    <dgm:pt modelId="{835C06DF-DD1D-46E2-86BA-126761E663EE}">
      <dgm:prSet phldrT="[Text]" phldr="0"/>
      <dgm:spPr/>
      <dgm:t>
        <a:bodyPr/>
        <a:lstStyle/>
        <a:p>
          <a:r>
            <a:rPr lang="en-US" b="1"/>
            <a:t>W#11</a:t>
          </a:r>
          <a:endParaRPr lang="en-AE" b="1"/>
        </a:p>
      </dgm:t>
    </dgm:pt>
    <dgm:pt modelId="{A6FFA901-FC6E-44CC-89AE-90C81FF3BDDD}" type="parTrans" cxnId="{FDA90A61-A722-4561-9A86-5454B2B548B1}">
      <dgm:prSet/>
      <dgm:spPr/>
      <dgm:t>
        <a:bodyPr/>
        <a:lstStyle/>
        <a:p>
          <a:endParaRPr lang="en-AE"/>
        </a:p>
      </dgm:t>
    </dgm:pt>
    <dgm:pt modelId="{0092AC95-75DF-4A08-BFB3-5FB622B0DDD3}" type="sibTrans" cxnId="{FDA90A61-A722-4561-9A86-5454B2B548B1}">
      <dgm:prSet/>
      <dgm:spPr/>
      <dgm:t>
        <a:bodyPr/>
        <a:lstStyle/>
        <a:p>
          <a:endParaRPr lang="en-AE"/>
        </a:p>
      </dgm:t>
    </dgm:pt>
    <dgm:pt modelId="{7CB0B3DE-413F-4B12-AC37-9FA8F47353FD}">
      <dgm:prSet custT="1"/>
      <dgm:spPr>
        <a:solidFill>
          <a:schemeClr val="tx1">
            <a:alpha val="90000"/>
          </a:schemeClr>
        </a:solidFill>
      </dgm:spPr>
      <dgm:t>
        <a:bodyPr/>
        <a:lstStyle/>
        <a:p>
          <a:r>
            <a:rPr lang="en-US" sz="2800" b="1">
              <a:solidFill>
                <a:schemeClr val="bg1"/>
              </a:solidFill>
            </a:rPr>
            <a:t>MIDTERM</a:t>
          </a:r>
          <a:endParaRPr lang="en-AE" sz="2800" b="1">
            <a:solidFill>
              <a:schemeClr val="bg1"/>
            </a:solidFill>
          </a:endParaRPr>
        </a:p>
      </dgm:t>
    </dgm:pt>
    <dgm:pt modelId="{ACE8B983-A2D4-4638-BD36-23ECBF717B9E}" type="parTrans" cxnId="{FDCE3A74-3825-49FF-AD04-427B1F7CD1D9}">
      <dgm:prSet/>
      <dgm:spPr/>
      <dgm:t>
        <a:bodyPr/>
        <a:lstStyle/>
        <a:p>
          <a:endParaRPr lang="en-AE"/>
        </a:p>
      </dgm:t>
    </dgm:pt>
    <dgm:pt modelId="{70972F71-2DBA-4C61-9F0A-FF8B0495D13F}" type="sibTrans" cxnId="{FDCE3A74-3825-49FF-AD04-427B1F7CD1D9}">
      <dgm:prSet/>
      <dgm:spPr/>
      <dgm:t>
        <a:bodyPr/>
        <a:lstStyle/>
        <a:p>
          <a:endParaRPr lang="en-AE"/>
        </a:p>
      </dgm:t>
    </dgm:pt>
    <dgm:pt modelId="{69CD2B1C-C7B5-4E82-8DD0-73A3B4E516CC}">
      <dgm:prSet custT="1"/>
      <dgm:spPr/>
      <dgm:t>
        <a:bodyPr/>
        <a:lstStyle/>
        <a:p>
          <a:r>
            <a:rPr lang="en-US" sz="2800" b="1"/>
            <a:t>GROUP: </a:t>
          </a:r>
          <a:r>
            <a:rPr lang="en-US" sz="2800" b="0"/>
            <a:t>Testing</a:t>
          </a:r>
          <a:r>
            <a:rPr lang="en-US" sz="2800" b="1"/>
            <a:t> </a:t>
          </a:r>
          <a:endParaRPr lang="en-AE" sz="2800"/>
        </a:p>
      </dgm:t>
    </dgm:pt>
    <dgm:pt modelId="{E131EC01-1C2C-4998-9118-1F98A1443DC8}" type="parTrans" cxnId="{7B273E07-DFB5-4334-AB30-52C5D891AAEF}">
      <dgm:prSet/>
      <dgm:spPr/>
      <dgm:t>
        <a:bodyPr/>
        <a:lstStyle/>
        <a:p>
          <a:endParaRPr lang="en-AE"/>
        </a:p>
      </dgm:t>
    </dgm:pt>
    <dgm:pt modelId="{CADE034B-7904-47A9-AF89-CA5BECFE78F4}" type="sibTrans" cxnId="{7B273E07-DFB5-4334-AB30-52C5D891AAEF}">
      <dgm:prSet/>
      <dgm:spPr/>
      <dgm:t>
        <a:bodyPr/>
        <a:lstStyle/>
        <a:p>
          <a:endParaRPr lang="en-AE"/>
        </a:p>
      </dgm:t>
    </dgm:pt>
    <dgm:pt modelId="{7AD1317C-7C47-457F-971F-B7A033FB221F}">
      <dgm:prSet custT="1"/>
      <dgm:spPr/>
      <dgm:t>
        <a:bodyPr/>
        <a:lstStyle/>
        <a:p>
          <a:r>
            <a:rPr lang="en-US" sz="2800" b="1"/>
            <a:t>INDIVIDUAL: </a:t>
          </a:r>
          <a:r>
            <a:rPr lang="en-US" sz="2800" b="0"/>
            <a:t>Coding &amp; Testing I</a:t>
          </a:r>
          <a:endParaRPr lang="en-AE" sz="3000" b="0"/>
        </a:p>
      </dgm:t>
    </dgm:pt>
    <dgm:pt modelId="{7F66A9F4-002C-4632-BA53-1AB7D036E386}" type="parTrans" cxnId="{18326D05-02E9-4FB9-B467-5A3C25992EF0}">
      <dgm:prSet/>
      <dgm:spPr/>
      <dgm:t>
        <a:bodyPr/>
        <a:lstStyle/>
        <a:p>
          <a:endParaRPr lang="en-AE"/>
        </a:p>
      </dgm:t>
    </dgm:pt>
    <dgm:pt modelId="{74CB3320-6990-4FC5-8988-E58A3628593D}" type="sibTrans" cxnId="{18326D05-02E9-4FB9-B467-5A3C25992EF0}">
      <dgm:prSet/>
      <dgm:spPr/>
      <dgm:t>
        <a:bodyPr/>
        <a:lstStyle/>
        <a:p>
          <a:endParaRPr lang="en-AE"/>
        </a:p>
      </dgm:t>
    </dgm:pt>
    <dgm:pt modelId="{FE4E4EC0-A1FD-45FD-9BF0-60813BB59669}">
      <dgm:prSet custT="1"/>
      <dgm:spPr/>
      <dgm:t>
        <a:bodyPr/>
        <a:lstStyle/>
        <a:p>
          <a:r>
            <a:rPr lang="en-US" sz="2800" b="1"/>
            <a:t>INDIVIDUAL: </a:t>
          </a:r>
          <a:r>
            <a:rPr lang="en-US" sz="2800" b="0"/>
            <a:t>Coding &amp; Testing II</a:t>
          </a:r>
          <a:r>
            <a:rPr lang="en-US" sz="2800" b="1"/>
            <a:t> </a:t>
          </a:r>
          <a:endParaRPr lang="en-AE" sz="2800" b="1"/>
        </a:p>
      </dgm:t>
    </dgm:pt>
    <dgm:pt modelId="{A7AABEFC-CC95-4B60-8B5B-E28FAF9DE0DD}" type="parTrans" cxnId="{A72C8AA4-304F-48E3-8EDF-CE4E3409A19F}">
      <dgm:prSet/>
      <dgm:spPr/>
      <dgm:t>
        <a:bodyPr/>
        <a:lstStyle/>
        <a:p>
          <a:endParaRPr lang="en-AE"/>
        </a:p>
      </dgm:t>
    </dgm:pt>
    <dgm:pt modelId="{A32D7E2B-21AF-4583-9100-9D378A9F4581}" type="sibTrans" cxnId="{A72C8AA4-304F-48E3-8EDF-CE4E3409A19F}">
      <dgm:prSet/>
      <dgm:spPr/>
      <dgm:t>
        <a:bodyPr/>
        <a:lstStyle/>
        <a:p>
          <a:endParaRPr lang="en-AE"/>
        </a:p>
      </dgm:t>
    </dgm:pt>
    <dgm:pt modelId="{2A852812-7753-41B2-8E35-904D55BAC5B0}">
      <dgm:prSet custT="1"/>
      <dgm:spPr/>
      <dgm:t>
        <a:bodyPr/>
        <a:lstStyle/>
        <a:p>
          <a:r>
            <a:rPr lang="en-US" sz="2800" b="1"/>
            <a:t>GROUP: </a:t>
          </a:r>
          <a:r>
            <a:rPr lang="en-US" sz="2800"/>
            <a:t>Integration &amp; Overall Testing</a:t>
          </a:r>
          <a:endParaRPr lang="en-AE" sz="2800"/>
        </a:p>
      </dgm:t>
    </dgm:pt>
    <dgm:pt modelId="{31B30A2A-004A-4A30-A422-E69CECB2224B}" type="parTrans" cxnId="{D0EFD53D-63EB-4683-8A6D-B14DFCE1940C}">
      <dgm:prSet/>
      <dgm:spPr/>
      <dgm:t>
        <a:bodyPr/>
        <a:lstStyle/>
        <a:p>
          <a:endParaRPr lang="en-AE"/>
        </a:p>
      </dgm:t>
    </dgm:pt>
    <dgm:pt modelId="{B270840F-B141-4F77-B96A-4D6D5ABC1243}" type="sibTrans" cxnId="{D0EFD53D-63EB-4683-8A6D-B14DFCE1940C}">
      <dgm:prSet/>
      <dgm:spPr/>
      <dgm:t>
        <a:bodyPr/>
        <a:lstStyle/>
        <a:p>
          <a:endParaRPr lang="en-AE"/>
        </a:p>
      </dgm:t>
    </dgm:pt>
    <dgm:pt modelId="{4E599DD7-DEB1-465A-B0D5-FEF2A291BFB8}" type="pres">
      <dgm:prSet presAssocID="{8E6814C1-DEAA-40AD-8597-85BE879628B0}" presName="linearFlow" presStyleCnt="0">
        <dgm:presLayoutVars>
          <dgm:dir/>
          <dgm:animLvl val="lvl"/>
          <dgm:resizeHandles val="exact"/>
        </dgm:presLayoutVars>
      </dgm:prSet>
      <dgm:spPr/>
    </dgm:pt>
    <dgm:pt modelId="{0EAA280B-F024-48DF-964E-4BD254A7C32B}" type="pres">
      <dgm:prSet presAssocID="{567A533F-1DA4-466C-9FEC-C9608F65A497}" presName="composite" presStyleCnt="0"/>
      <dgm:spPr/>
    </dgm:pt>
    <dgm:pt modelId="{FEE894BA-6A4F-4683-BF0E-344A596EF1E8}" type="pres">
      <dgm:prSet presAssocID="{567A533F-1DA4-466C-9FEC-C9608F65A497}" presName="parentText" presStyleLbl="alignNode1" presStyleIdx="0" presStyleCnt="9">
        <dgm:presLayoutVars>
          <dgm:chMax val="1"/>
          <dgm:bulletEnabled val="1"/>
        </dgm:presLayoutVars>
      </dgm:prSet>
      <dgm:spPr/>
    </dgm:pt>
    <dgm:pt modelId="{3C08036D-6F3A-4AB1-BB65-7C8A600872AB}" type="pres">
      <dgm:prSet presAssocID="{567A533F-1DA4-466C-9FEC-C9608F65A497}" presName="descendantText" presStyleLbl="alignAcc1" presStyleIdx="0" presStyleCnt="9">
        <dgm:presLayoutVars>
          <dgm:bulletEnabled val="1"/>
        </dgm:presLayoutVars>
      </dgm:prSet>
      <dgm:spPr/>
    </dgm:pt>
    <dgm:pt modelId="{95727D91-8B68-4E90-B990-F05DC0AF7659}" type="pres">
      <dgm:prSet presAssocID="{11FC5640-65FE-4E49-AEEF-91106485F59F}" presName="sp" presStyleCnt="0"/>
      <dgm:spPr/>
    </dgm:pt>
    <dgm:pt modelId="{4C4ED6B4-6316-4D6F-A63E-308172405158}" type="pres">
      <dgm:prSet presAssocID="{5006E217-ABE4-4177-8D93-4727DA838350}" presName="composite" presStyleCnt="0"/>
      <dgm:spPr/>
    </dgm:pt>
    <dgm:pt modelId="{8512AB98-68CC-4B3D-963E-320DD2DA9D1B}" type="pres">
      <dgm:prSet presAssocID="{5006E217-ABE4-4177-8D93-4727DA838350}" presName="parentText" presStyleLbl="alignNode1" presStyleIdx="1" presStyleCnt="9">
        <dgm:presLayoutVars>
          <dgm:chMax val="1"/>
          <dgm:bulletEnabled val="1"/>
        </dgm:presLayoutVars>
      </dgm:prSet>
      <dgm:spPr/>
    </dgm:pt>
    <dgm:pt modelId="{D63EEDDE-CCF1-4CBC-9764-4EE87ACCE474}" type="pres">
      <dgm:prSet presAssocID="{5006E217-ABE4-4177-8D93-4727DA838350}" presName="descendantText" presStyleLbl="alignAcc1" presStyleIdx="1" presStyleCnt="9">
        <dgm:presLayoutVars>
          <dgm:bulletEnabled val="1"/>
        </dgm:presLayoutVars>
      </dgm:prSet>
      <dgm:spPr/>
    </dgm:pt>
    <dgm:pt modelId="{FEEAB6CC-3F04-4388-89BF-6B1399D97154}" type="pres">
      <dgm:prSet presAssocID="{0FE0D3FD-8214-44FD-A957-EEE8E78B6F68}" presName="sp" presStyleCnt="0"/>
      <dgm:spPr/>
    </dgm:pt>
    <dgm:pt modelId="{42E22998-B915-4A47-A563-0A67FBAF1A13}" type="pres">
      <dgm:prSet presAssocID="{379B8C2E-54C4-4739-B848-425C4828E270}" presName="composite" presStyleCnt="0"/>
      <dgm:spPr/>
    </dgm:pt>
    <dgm:pt modelId="{F01A2D04-8956-4555-9366-967BD5955825}" type="pres">
      <dgm:prSet presAssocID="{379B8C2E-54C4-4739-B848-425C4828E270}" presName="parentText" presStyleLbl="alignNode1" presStyleIdx="2" presStyleCnt="9">
        <dgm:presLayoutVars>
          <dgm:chMax val="1"/>
          <dgm:bulletEnabled val="1"/>
        </dgm:presLayoutVars>
      </dgm:prSet>
      <dgm:spPr/>
    </dgm:pt>
    <dgm:pt modelId="{7855C316-FE44-4353-819D-9A6D284637E3}" type="pres">
      <dgm:prSet presAssocID="{379B8C2E-54C4-4739-B848-425C4828E270}" presName="descendantText" presStyleLbl="alignAcc1" presStyleIdx="2" presStyleCnt="9">
        <dgm:presLayoutVars>
          <dgm:bulletEnabled val="1"/>
        </dgm:presLayoutVars>
      </dgm:prSet>
      <dgm:spPr/>
    </dgm:pt>
    <dgm:pt modelId="{C97CE587-3AF6-4F30-A2DD-A2679CA11E76}" type="pres">
      <dgm:prSet presAssocID="{699A52B6-8CAC-4800-BBBE-870DDF098855}" presName="sp" presStyleCnt="0"/>
      <dgm:spPr/>
    </dgm:pt>
    <dgm:pt modelId="{AA89882A-EC10-4C7C-B8CE-0E9766F37BE8}" type="pres">
      <dgm:prSet presAssocID="{425D5A83-E898-4713-BECD-63694AF7C2B7}" presName="composite" presStyleCnt="0"/>
      <dgm:spPr/>
    </dgm:pt>
    <dgm:pt modelId="{16EC22E3-B271-42A2-BC57-27B02515C866}" type="pres">
      <dgm:prSet presAssocID="{425D5A83-E898-4713-BECD-63694AF7C2B7}" presName="parentText" presStyleLbl="alignNode1" presStyleIdx="3" presStyleCnt="9">
        <dgm:presLayoutVars>
          <dgm:chMax val="1"/>
          <dgm:bulletEnabled val="1"/>
        </dgm:presLayoutVars>
      </dgm:prSet>
      <dgm:spPr/>
    </dgm:pt>
    <dgm:pt modelId="{D0CF13BA-1CD7-4B70-BADF-26BCC170EB6A}" type="pres">
      <dgm:prSet presAssocID="{425D5A83-E898-4713-BECD-63694AF7C2B7}" presName="descendantText" presStyleLbl="alignAcc1" presStyleIdx="3" presStyleCnt="9">
        <dgm:presLayoutVars>
          <dgm:bulletEnabled val="1"/>
        </dgm:presLayoutVars>
      </dgm:prSet>
      <dgm:spPr/>
    </dgm:pt>
    <dgm:pt modelId="{026398C9-500E-4763-AC84-7F81AA53AF6F}" type="pres">
      <dgm:prSet presAssocID="{8E5014B0-50BC-496F-875C-E0B21A3D6CC0}" presName="sp" presStyleCnt="0"/>
      <dgm:spPr/>
    </dgm:pt>
    <dgm:pt modelId="{5FC45ADE-8B35-4A81-A738-48A72EC954C7}" type="pres">
      <dgm:prSet presAssocID="{249B53BF-D3C0-479D-94F9-045741A0E987}" presName="composite" presStyleCnt="0"/>
      <dgm:spPr/>
    </dgm:pt>
    <dgm:pt modelId="{26CD20C1-4887-4C09-900B-511C1480C6BE}" type="pres">
      <dgm:prSet presAssocID="{249B53BF-D3C0-479D-94F9-045741A0E987}" presName="parentText" presStyleLbl="alignNode1" presStyleIdx="4" presStyleCnt="9">
        <dgm:presLayoutVars>
          <dgm:chMax val="1"/>
          <dgm:bulletEnabled val="1"/>
        </dgm:presLayoutVars>
      </dgm:prSet>
      <dgm:spPr/>
    </dgm:pt>
    <dgm:pt modelId="{2D1F8254-CF86-4644-B856-F774A30E3AE6}" type="pres">
      <dgm:prSet presAssocID="{249B53BF-D3C0-479D-94F9-045741A0E987}" presName="descendantText" presStyleLbl="alignAcc1" presStyleIdx="4" presStyleCnt="9">
        <dgm:presLayoutVars>
          <dgm:bulletEnabled val="1"/>
        </dgm:presLayoutVars>
      </dgm:prSet>
      <dgm:spPr/>
    </dgm:pt>
    <dgm:pt modelId="{55845381-42EC-4D56-BA48-D9C3CB704D50}" type="pres">
      <dgm:prSet presAssocID="{08FFEB33-DB80-41BF-82C2-663E5EF7DB90}" presName="sp" presStyleCnt="0"/>
      <dgm:spPr/>
    </dgm:pt>
    <dgm:pt modelId="{B2FC7A49-DA93-4E23-99F8-D7846C5C70A1}" type="pres">
      <dgm:prSet presAssocID="{A5950589-68A4-4FD2-ADA9-13D97F468A08}" presName="composite" presStyleCnt="0"/>
      <dgm:spPr/>
    </dgm:pt>
    <dgm:pt modelId="{2721EA9A-C8D7-4170-98B8-531CD96DD1DA}" type="pres">
      <dgm:prSet presAssocID="{A5950589-68A4-4FD2-ADA9-13D97F468A08}" presName="parentText" presStyleLbl="alignNode1" presStyleIdx="5" presStyleCnt="9">
        <dgm:presLayoutVars>
          <dgm:chMax val="1"/>
          <dgm:bulletEnabled val="1"/>
        </dgm:presLayoutVars>
      </dgm:prSet>
      <dgm:spPr/>
    </dgm:pt>
    <dgm:pt modelId="{59570034-5EAF-4CFE-B8C6-4F656ACFF6F1}" type="pres">
      <dgm:prSet presAssocID="{A5950589-68A4-4FD2-ADA9-13D97F468A08}" presName="descendantText" presStyleLbl="alignAcc1" presStyleIdx="5" presStyleCnt="9">
        <dgm:presLayoutVars>
          <dgm:bulletEnabled val="1"/>
        </dgm:presLayoutVars>
      </dgm:prSet>
      <dgm:spPr/>
    </dgm:pt>
    <dgm:pt modelId="{29E826C3-3347-4DCC-86D2-436FFD7D2BB3}" type="pres">
      <dgm:prSet presAssocID="{186F2E80-5461-4705-8AF9-407B9CD43B9E}" presName="sp" presStyleCnt="0"/>
      <dgm:spPr/>
    </dgm:pt>
    <dgm:pt modelId="{0E54988A-B8BB-4FB6-96E3-5D8EE5EC77D8}" type="pres">
      <dgm:prSet presAssocID="{2FCD94B5-7ABD-4D86-A3EE-200A20F9640C}" presName="composite" presStyleCnt="0"/>
      <dgm:spPr/>
    </dgm:pt>
    <dgm:pt modelId="{575F6217-E59E-4105-B9DF-FE2D69237E37}" type="pres">
      <dgm:prSet presAssocID="{2FCD94B5-7ABD-4D86-A3EE-200A20F9640C}" presName="parentText" presStyleLbl="alignNode1" presStyleIdx="6" presStyleCnt="9">
        <dgm:presLayoutVars>
          <dgm:chMax val="1"/>
          <dgm:bulletEnabled val="1"/>
        </dgm:presLayoutVars>
      </dgm:prSet>
      <dgm:spPr/>
    </dgm:pt>
    <dgm:pt modelId="{4CE878DF-CF93-4E57-A711-23686F32D5AC}" type="pres">
      <dgm:prSet presAssocID="{2FCD94B5-7ABD-4D86-A3EE-200A20F9640C}" presName="descendantText" presStyleLbl="alignAcc1" presStyleIdx="6" presStyleCnt="9">
        <dgm:presLayoutVars>
          <dgm:bulletEnabled val="1"/>
        </dgm:presLayoutVars>
      </dgm:prSet>
      <dgm:spPr/>
    </dgm:pt>
    <dgm:pt modelId="{9AD2A123-558C-4984-BA4E-94415EB19B9A}" type="pres">
      <dgm:prSet presAssocID="{5CBFED9E-8581-484E-BA67-374CCABAFEE0}" presName="sp" presStyleCnt="0"/>
      <dgm:spPr/>
    </dgm:pt>
    <dgm:pt modelId="{F8862984-5D56-4B0A-9498-DAFD405AC217}" type="pres">
      <dgm:prSet presAssocID="{835C06DF-DD1D-46E2-86BA-126761E663EE}" presName="composite" presStyleCnt="0"/>
      <dgm:spPr/>
    </dgm:pt>
    <dgm:pt modelId="{61A7F72A-E002-4C21-A134-4CBF70AA77EB}" type="pres">
      <dgm:prSet presAssocID="{835C06DF-DD1D-46E2-86BA-126761E663EE}" presName="parentText" presStyleLbl="alignNode1" presStyleIdx="7" presStyleCnt="9">
        <dgm:presLayoutVars>
          <dgm:chMax val="1"/>
          <dgm:bulletEnabled val="1"/>
        </dgm:presLayoutVars>
      </dgm:prSet>
      <dgm:spPr/>
    </dgm:pt>
    <dgm:pt modelId="{A92CAFAF-FAA5-4FBA-A25C-96078538B4C4}" type="pres">
      <dgm:prSet presAssocID="{835C06DF-DD1D-46E2-86BA-126761E663EE}" presName="descendantText" presStyleLbl="alignAcc1" presStyleIdx="7" presStyleCnt="9">
        <dgm:presLayoutVars>
          <dgm:bulletEnabled val="1"/>
        </dgm:presLayoutVars>
      </dgm:prSet>
      <dgm:spPr/>
    </dgm:pt>
    <dgm:pt modelId="{4EA0541E-98E4-41D1-93F1-33D012CEED54}" type="pres">
      <dgm:prSet presAssocID="{0092AC95-75DF-4A08-BFB3-5FB622B0DDD3}" presName="sp" presStyleCnt="0"/>
      <dgm:spPr/>
    </dgm:pt>
    <dgm:pt modelId="{DCB2328A-FA74-4FD1-8128-38362C834925}" type="pres">
      <dgm:prSet presAssocID="{D99BE7A6-08B7-4FDE-9266-B2BF7B2FB7A8}" presName="composite" presStyleCnt="0"/>
      <dgm:spPr/>
    </dgm:pt>
    <dgm:pt modelId="{970065D2-4082-408C-8B5F-F6EDEE46EA03}" type="pres">
      <dgm:prSet presAssocID="{D99BE7A6-08B7-4FDE-9266-B2BF7B2FB7A8}" presName="parentText" presStyleLbl="alignNode1" presStyleIdx="8" presStyleCnt="9">
        <dgm:presLayoutVars>
          <dgm:chMax val="1"/>
          <dgm:bulletEnabled val="1"/>
        </dgm:presLayoutVars>
      </dgm:prSet>
      <dgm:spPr/>
    </dgm:pt>
    <dgm:pt modelId="{227C8A6E-B50B-47CD-83B2-33D0831B4EAE}" type="pres">
      <dgm:prSet presAssocID="{D99BE7A6-08B7-4FDE-9266-B2BF7B2FB7A8}" presName="descendantText" presStyleLbl="alignAcc1" presStyleIdx="8" presStyleCnt="9">
        <dgm:presLayoutVars>
          <dgm:bulletEnabled val="1"/>
        </dgm:presLayoutVars>
      </dgm:prSet>
      <dgm:spPr/>
    </dgm:pt>
  </dgm:ptLst>
  <dgm:cxnLst>
    <dgm:cxn modelId="{18326D05-02E9-4FB9-B467-5A3C25992EF0}" srcId="{A5950589-68A4-4FD2-ADA9-13D97F468A08}" destId="{7AD1317C-7C47-457F-971F-B7A033FB221F}" srcOrd="0" destOrd="0" parTransId="{7F66A9F4-002C-4632-BA53-1AB7D036E386}" sibTransId="{74CB3320-6990-4FC5-8988-E58A3628593D}"/>
    <dgm:cxn modelId="{7B273E07-DFB5-4334-AB30-52C5D891AAEF}" srcId="{249B53BF-D3C0-479D-94F9-045741A0E987}" destId="{69CD2B1C-C7B5-4E82-8DD0-73A3B4E516CC}" srcOrd="0" destOrd="0" parTransId="{E131EC01-1C2C-4998-9118-1F98A1443DC8}" sibTransId="{CADE034B-7904-47A9-AF89-CA5BECFE78F4}"/>
    <dgm:cxn modelId="{0CDF4209-73CF-40A9-8526-70F676D5BA7D}" type="presOf" srcId="{8E6814C1-DEAA-40AD-8597-85BE879628B0}" destId="{4E599DD7-DEB1-465A-B0D5-FEF2A291BFB8}" srcOrd="0" destOrd="0" presId="urn:microsoft.com/office/officeart/2005/8/layout/chevron2"/>
    <dgm:cxn modelId="{95A0FA12-67B7-4321-AE5D-B2A70D843F10}" type="presOf" srcId="{425D5A83-E898-4713-BECD-63694AF7C2B7}" destId="{16EC22E3-B271-42A2-BC57-27B02515C866}" srcOrd="0" destOrd="0" presId="urn:microsoft.com/office/officeart/2005/8/layout/chevron2"/>
    <dgm:cxn modelId="{947D2A14-538B-4C5B-ABCA-AFCA1085079C}" type="presOf" srcId="{2FCD94B5-7ABD-4D86-A3EE-200A20F9640C}" destId="{575F6217-E59E-4105-B9DF-FE2D69237E37}" srcOrd="0" destOrd="0" presId="urn:microsoft.com/office/officeart/2005/8/layout/chevron2"/>
    <dgm:cxn modelId="{AFA1FA14-33A8-4C11-BF09-6FEF98085493}" type="presOf" srcId="{1287FD2E-C510-4318-98B6-D95713E7A88D}" destId="{D63EEDDE-CCF1-4CBC-9764-4EE87ACCE474}" srcOrd="0" destOrd="0" presId="urn:microsoft.com/office/officeart/2005/8/layout/chevron2"/>
    <dgm:cxn modelId="{C1955315-919C-4544-8A02-C4EBB5DD7CCE}" type="presOf" srcId="{69CD2B1C-C7B5-4E82-8DD0-73A3B4E516CC}" destId="{2D1F8254-CF86-4644-B856-F774A30E3AE6}" srcOrd="0" destOrd="0" presId="urn:microsoft.com/office/officeart/2005/8/layout/chevron2"/>
    <dgm:cxn modelId="{9B69701A-C45E-4EA7-87A5-B8A0EEF28ABF}" type="presOf" srcId="{379B8C2E-54C4-4739-B848-425C4828E270}" destId="{F01A2D04-8956-4555-9366-967BD5955825}" srcOrd="0" destOrd="0" presId="urn:microsoft.com/office/officeart/2005/8/layout/chevron2"/>
    <dgm:cxn modelId="{CF223121-1E20-4361-8432-AA2EC3016DCF}" srcId="{8E6814C1-DEAA-40AD-8597-85BE879628B0}" destId="{5006E217-ABE4-4177-8D93-4727DA838350}" srcOrd="1" destOrd="0" parTransId="{ACA0F25D-6BF3-475E-BDCD-C603AC9FE89A}" sibTransId="{0FE0D3FD-8214-44FD-A957-EEE8E78B6F68}"/>
    <dgm:cxn modelId="{C7B3552B-0B28-441C-A948-BE71473F2820}" type="presOf" srcId="{BD7526E4-122B-43E3-9780-4C217E2DEBF9}" destId="{227C8A6E-B50B-47CD-83B2-33D0831B4EAE}" srcOrd="0" destOrd="0" presId="urn:microsoft.com/office/officeart/2005/8/layout/chevron2"/>
    <dgm:cxn modelId="{A22B0037-0C7B-4293-8786-810B38383193}" srcId="{8E6814C1-DEAA-40AD-8597-85BE879628B0}" destId="{567A533F-1DA4-466C-9FEC-C9608F65A497}" srcOrd="0" destOrd="0" parTransId="{33FE41F7-6A7C-409E-AD0C-18C3C634069F}" sibTransId="{11FC5640-65FE-4E49-AEEF-91106485F59F}"/>
    <dgm:cxn modelId="{5469E937-38A4-43B8-B59C-34AA6CE9E054}" type="presOf" srcId="{567A533F-1DA4-466C-9FEC-C9608F65A497}" destId="{FEE894BA-6A4F-4683-BF0E-344A596EF1E8}" srcOrd="0" destOrd="0" presId="urn:microsoft.com/office/officeart/2005/8/layout/chevron2"/>
    <dgm:cxn modelId="{1C0DFC37-4FBF-4D09-AC6F-BB79822A7D16}" srcId="{D99BE7A6-08B7-4FDE-9266-B2BF7B2FB7A8}" destId="{BD7526E4-122B-43E3-9780-4C217E2DEBF9}" srcOrd="0" destOrd="0" parTransId="{80337A56-FF31-4EC6-8D71-837D2B8C7E60}" sibTransId="{33EBD7AA-8F95-417C-9E5E-695BED59DA93}"/>
    <dgm:cxn modelId="{D0EFD53D-63EB-4683-8A6D-B14DFCE1940C}" srcId="{835C06DF-DD1D-46E2-86BA-126761E663EE}" destId="{2A852812-7753-41B2-8E35-904D55BAC5B0}" srcOrd="0" destOrd="0" parTransId="{31B30A2A-004A-4A30-A422-E69CECB2224B}" sibTransId="{B270840F-B141-4F77-B96A-4D6D5ABC1243}"/>
    <dgm:cxn modelId="{FDA90A61-A722-4561-9A86-5454B2B548B1}" srcId="{8E6814C1-DEAA-40AD-8597-85BE879628B0}" destId="{835C06DF-DD1D-46E2-86BA-126761E663EE}" srcOrd="7" destOrd="0" parTransId="{A6FFA901-FC6E-44CC-89AE-90C81FF3BDDD}" sibTransId="{0092AC95-75DF-4A08-BFB3-5FB622B0DDD3}"/>
    <dgm:cxn modelId="{7CD42344-9F95-4F43-B1AE-B58A33A005E4}" srcId="{8E6814C1-DEAA-40AD-8597-85BE879628B0}" destId="{2FCD94B5-7ABD-4D86-A3EE-200A20F9640C}" srcOrd="6" destOrd="0" parTransId="{F1F31F47-AD1B-4CB0-9DB4-30B47CBB28E4}" sibTransId="{5CBFED9E-8581-484E-BA67-374CCABAFEE0}"/>
    <dgm:cxn modelId="{F5E65E4A-C7C4-4E55-9689-86F2041500BD}" srcId="{8E6814C1-DEAA-40AD-8597-85BE879628B0}" destId="{D99BE7A6-08B7-4FDE-9266-B2BF7B2FB7A8}" srcOrd="8" destOrd="0" parTransId="{311D87F4-9D74-4071-9513-6B1ECF40A90E}" sibTransId="{91648AEF-2123-4004-B3AE-01B52EC52412}"/>
    <dgm:cxn modelId="{88EEEB6A-C05E-414F-B543-CC8EAE237600}" type="presOf" srcId="{2D25BE10-31C4-48F0-8338-AC4323CEC65F}" destId="{7855C316-FE44-4353-819D-9A6D284637E3}" srcOrd="0" destOrd="0" presId="urn:microsoft.com/office/officeart/2005/8/layout/chevron2"/>
    <dgm:cxn modelId="{80B1396E-00F8-464F-882E-C6A2C46773D2}" type="presOf" srcId="{266CF944-8238-4CC6-B722-711484B59849}" destId="{3C08036D-6F3A-4AB1-BB65-7C8A600872AB}" srcOrd="0" destOrd="0" presId="urn:microsoft.com/office/officeart/2005/8/layout/chevron2"/>
    <dgm:cxn modelId="{66343650-CB32-4528-AB40-BDA5614C5E6D}" type="presOf" srcId="{5006E217-ABE4-4177-8D93-4727DA838350}" destId="{8512AB98-68CC-4B3D-963E-320DD2DA9D1B}" srcOrd="0" destOrd="0" presId="urn:microsoft.com/office/officeart/2005/8/layout/chevron2"/>
    <dgm:cxn modelId="{FDCE3A74-3825-49FF-AD04-427B1F7CD1D9}" srcId="{425D5A83-E898-4713-BECD-63694AF7C2B7}" destId="{7CB0B3DE-413F-4B12-AC37-9FA8F47353FD}" srcOrd="0" destOrd="0" parTransId="{ACE8B983-A2D4-4638-BD36-23ECBF717B9E}" sibTransId="{70972F71-2DBA-4C61-9F0A-FF8B0495D13F}"/>
    <dgm:cxn modelId="{A0854984-2AFE-4D9B-9607-70E5D289D3CF}" type="presOf" srcId="{D99BE7A6-08B7-4FDE-9266-B2BF7B2FB7A8}" destId="{970065D2-4082-408C-8B5F-F6EDEE46EA03}" srcOrd="0" destOrd="0" presId="urn:microsoft.com/office/officeart/2005/8/layout/chevron2"/>
    <dgm:cxn modelId="{7AC9798E-9CBB-42EB-BD79-90DA9D20B13F}" srcId="{8E6814C1-DEAA-40AD-8597-85BE879628B0}" destId="{379B8C2E-54C4-4739-B848-425C4828E270}" srcOrd="2" destOrd="0" parTransId="{4F5B8515-26F5-4B6E-ADD3-134ECAB364CF}" sibTransId="{699A52B6-8CAC-4800-BBBE-870DDF098855}"/>
    <dgm:cxn modelId="{77B3E19F-6348-4771-907A-3A77197CD221}" type="presOf" srcId="{835C06DF-DD1D-46E2-86BA-126761E663EE}" destId="{61A7F72A-E002-4C21-A134-4CBF70AA77EB}" srcOrd="0" destOrd="0" presId="urn:microsoft.com/office/officeart/2005/8/layout/chevron2"/>
    <dgm:cxn modelId="{A72C8AA4-304F-48E3-8EDF-CE4E3409A19F}" srcId="{2FCD94B5-7ABD-4D86-A3EE-200A20F9640C}" destId="{FE4E4EC0-A1FD-45FD-9BF0-60813BB59669}" srcOrd="0" destOrd="0" parTransId="{A7AABEFC-CC95-4B60-8B5B-E28FAF9DE0DD}" sibTransId="{A32D7E2B-21AF-4583-9100-9D378A9F4581}"/>
    <dgm:cxn modelId="{6AA6B5A8-AE09-4F7B-890A-C28342EE52DD}" srcId="{5006E217-ABE4-4177-8D93-4727DA838350}" destId="{1287FD2E-C510-4318-98B6-D95713E7A88D}" srcOrd="0" destOrd="0" parTransId="{31036472-2D86-4B22-A0EC-6F50EC5F9CAA}" sibTransId="{33C076C7-74ED-4E66-AA67-58F9968AE87E}"/>
    <dgm:cxn modelId="{1D2E62AC-0CA0-4717-B81F-7B1DD96234AC}" srcId="{8E6814C1-DEAA-40AD-8597-85BE879628B0}" destId="{425D5A83-E898-4713-BECD-63694AF7C2B7}" srcOrd="3" destOrd="0" parTransId="{F2A07BAE-947A-4C8D-A157-671328ABD90D}" sibTransId="{8E5014B0-50BC-496F-875C-E0B21A3D6CC0}"/>
    <dgm:cxn modelId="{2949C3BB-532D-4CF3-BED3-98C78018D3E4}" srcId="{379B8C2E-54C4-4739-B848-425C4828E270}" destId="{2D25BE10-31C4-48F0-8338-AC4323CEC65F}" srcOrd="0" destOrd="0" parTransId="{F2C30590-C0E5-4405-899E-36FD5DC38F38}" sibTransId="{DA5B51D4-1689-48B9-8499-728D90F51F5A}"/>
    <dgm:cxn modelId="{5C766CC6-4321-4ECB-BA5A-5D56050CA1F2}" srcId="{8E6814C1-DEAA-40AD-8597-85BE879628B0}" destId="{249B53BF-D3C0-479D-94F9-045741A0E987}" srcOrd="4" destOrd="0" parTransId="{98F96136-94D2-41C9-8394-6ACD6AB30FF2}" sibTransId="{08FFEB33-DB80-41BF-82C2-663E5EF7DB90}"/>
    <dgm:cxn modelId="{A0BE8CC9-7E82-4137-B57F-9E08842C7EE5}" type="presOf" srcId="{249B53BF-D3C0-479D-94F9-045741A0E987}" destId="{26CD20C1-4887-4C09-900B-511C1480C6BE}" srcOrd="0" destOrd="0" presId="urn:microsoft.com/office/officeart/2005/8/layout/chevron2"/>
    <dgm:cxn modelId="{E96713CA-A095-4794-99AE-71BC51DDCB46}" srcId="{8E6814C1-DEAA-40AD-8597-85BE879628B0}" destId="{A5950589-68A4-4FD2-ADA9-13D97F468A08}" srcOrd="5" destOrd="0" parTransId="{B810BD2E-3A53-4DD8-8652-2B4B86A2E9E3}" sibTransId="{186F2E80-5461-4705-8AF9-407B9CD43B9E}"/>
    <dgm:cxn modelId="{FC2B3ED7-A8A3-40D8-8F6B-662674D23367}" type="presOf" srcId="{FE4E4EC0-A1FD-45FD-9BF0-60813BB59669}" destId="{4CE878DF-CF93-4E57-A711-23686F32D5AC}" srcOrd="0" destOrd="0" presId="urn:microsoft.com/office/officeart/2005/8/layout/chevron2"/>
    <dgm:cxn modelId="{9BBA23DB-B056-4034-BBF7-3F0EAADB3138}" type="presOf" srcId="{A5950589-68A4-4FD2-ADA9-13D97F468A08}" destId="{2721EA9A-C8D7-4170-98B8-531CD96DD1DA}" srcOrd="0" destOrd="0" presId="urn:microsoft.com/office/officeart/2005/8/layout/chevron2"/>
    <dgm:cxn modelId="{659369E5-53F0-4605-AA1B-0B881F32EA15}" type="presOf" srcId="{7AD1317C-7C47-457F-971F-B7A033FB221F}" destId="{59570034-5EAF-4CFE-B8C6-4F656ACFF6F1}" srcOrd="0" destOrd="0" presId="urn:microsoft.com/office/officeart/2005/8/layout/chevron2"/>
    <dgm:cxn modelId="{B4AC1CEB-BA11-4B19-B608-6BCF191C25A3}" type="presOf" srcId="{7CB0B3DE-413F-4B12-AC37-9FA8F47353FD}" destId="{D0CF13BA-1CD7-4B70-BADF-26BCC170EB6A}" srcOrd="0" destOrd="0" presId="urn:microsoft.com/office/officeart/2005/8/layout/chevron2"/>
    <dgm:cxn modelId="{D84A94F5-34E3-494A-B824-E3083CF720F8}" type="presOf" srcId="{2A852812-7753-41B2-8E35-904D55BAC5B0}" destId="{A92CAFAF-FAA5-4FBA-A25C-96078538B4C4}" srcOrd="0" destOrd="0" presId="urn:microsoft.com/office/officeart/2005/8/layout/chevron2"/>
    <dgm:cxn modelId="{37C907FD-ED07-4A79-AA86-B9B7157B9913}" srcId="{567A533F-1DA4-466C-9FEC-C9608F65A497}" destId="{266CF944-8238-4CC6-B722-711484B59849}" srcOrd="0" destOrd="0" parTransId="{AFBA369D-3BCC-4590-90D5-628CEC41503F}" sibTransId="{F2FF43C5-A086-42B4-9808-AA40E5CCF8CB}"/>
    <dgm:cxn modelId="{A5C5F6D0-27AF-46EB-90AA-60A0F6A988E3}" type="presParOf" srcId="{4E599DD7-DEB1-465A-B0D5-FEF2A291BFB8}" destId="{0EAA280B-F024-48DF-964E-4BD254A7C32B}" srcOrd="0" destOrd="0" presId="urn:microsoft.com/office/officeart/2005/8/layout/chevron2"/>
    <dgm:cxn modelId="{248F512E-C70B-45CF-8878-87252FB70487}" type="presParOf" srcId="{0EAA280B-F024-48DF-964E-4BD254A7C32B}" destId="{FEE894BA-6A4F-4683-BF0E-344A596EF1E8}" srcOrd="0" destOrd="0" presId="urn:microsoft.com/office/officeart/2005/8/layout/chevron2"/>
    <dgm:cxn modelId="{4EE112B9-EE06-45FD-8240-5267EDB360F4}" type="presParOf" srcId="{0EAA280B-F024-48DF-964E-4BD254A7C32B}" destId="{3C08036D-6F3A-4AB1-BB65-7C8A600872AB}" srcOrd="1" destOrd="0" presId="urn:microsoft.com/office/officeart/2005/8/layout/chevron2"/>
    <dgm:cxn modelId="{0EDA50C5-DD9B-44F7-ABF0-8BEBF29BBFAF}" type="presParOf" srcId="{4E599DD7-DEB1-465A-B0D5-FEF2A291BFB8}" destId="{95727D91-8B68-4E90-B990-F05DC0AF7659}" srcOrd="1" destOrd="0" presId="urn:microsoft.com/office/officeart/2005/8/layout/chevron2"/>
    <dgm:cxn modelId="{76C56AF0-FD1F-422B-B609-592C9EBAA2B5}" type="presParOf" srcId="{4E599DD7-DEB1-465A-B0D5-FEF2A291BFB8}" destId="{4C4ED6B4-6316-4D6F-A63E-308172405158}" srcOrd="2" destOrd="0" presId="urn:microsoft.com/office/officeart/2005/8/layout/chevron2"/>
    <dgm:cxn modelId="{77A68B97-8F8A-4665-932B-112385531A87}" type="presParOf" srcId="{4C4ED6B4-6316-4D6F-A63E-308172405158}" destId="{8512AB98-68CC-4B3D-963E-320DD2DA9D1B}" srcOrd="0" destOrd="0" presId="urn:microsoft.com/office/officeart/2005/8/layout/chevron2"/>
    <dgm:cxn modelId="{F510D6D6-EFFC-47B0-BA5B-B7AA9678E8E7}" type="presParOf" srcId="{4C4ED6B4-6316-4D6F-A63E-308172405158}" destId="{D63EEDDE-CCF1-4CBC-9764-4EE87ACCE474}" srcOrd="1" destOrd="0" presId="urn:microsoft.com/office/officeart/2005/8/layout/chevron2"/>
    <dgm:cxn modelId="{118A69F7-087E-4C08-93A8-995303356A1C}" type="presParOf" srcId="{4E599DD7-DEB1-465A-B0D5-FEF2A291BFB8}" destId="{FEEAB6CC-3F04-4388-89BF-6B1399D97154}" srcOrd="3" destOrd="0" presId="urn:microsoft.com/office/officeart/2005/8/layout/chevron2"/>
    <dgm:cxn modelId="{A6DAC0E1-672B-4C40-A2D8-19CFD8FC5AF5}" type="presParOf" srcId="{4E599DD7-DEB1-465A-B0D5-FEF2A291BFB8}" destId="{42E22998-B915-4A47-A563-0A67FBAF1A13}" srcOrd="4" destOrd="0" presId="urn:microsoft.com/office/officeart/2005/8/layout/chevron2"/>
    <dgm:cxn modelId="{6D584558-765E-4F9A-9351-3611F13A8229}" type="presParOf" srcId="{42E22998-B915-4A47-A563-0A67FBAF1A13}" destId="{F01A2D04-8956-4555-9366-967BD5955825}" srcOrd="0" destOrd="0" presId="urn:microsoft.com/office/officeart/2005/8/layout/chevron2"/>
    <dgm:cxn modelId="{6F94363A-AF15-4BCC-BD3A-398209E449B9}" type="presParOf" srcId="{42E22998-B915-4A47-A563-0A67FBAF1A13}" destId="{7855C316-FE44-4353-819D-9A6D284637E3}" srcOrd="1" destOrd="0" presId="urn:microsoft.com/office/officeart/2005/8/layout/chevron2"/>
    <dgm:cxn modelId="{D5B206B9-688F-4E9A-9322-35A1015478DA}" type="presParOf" srcId="{4E599DD7-DEB1-465A-B0D5-FEF2A291BFB8}" destId="{C97CE587-3AF6-4F30-A2DD-A2679CA11E76}" srcOrd="5" destOrd="0" presId="urn:microsoft.com/office/officeart/2005/8/layout/chevron2"/>
    <dgm:cxn modelId="{5781C6CF-EB77-4500-9CD3-2CCB15DCF813}" type="presParOf" srcId="{4E599DD7-DEB1-465A-B0D5-FEF2A291BFB8}" destId="{AA89882A-EC10-4C7C-B8CE-0E9766F37BE8}" srcOrd="6" destOrd="0" presId="urn:microsoft.com/office/officeart/2005/8/layout/chevron2"/>
    <dgm:cxn modelId="{FD426D4F-C764-45B0-86FA-BBED39EA60C0}" type="presParOf" srcId="{AA89882A-EC10-4C7C-B8CE-0E9766F37BE8}" destId="{16EC22E3-B271-42A2-BC57-27B02515C866}" srcOrd="0" destOrd="0" presId="urn:microsoft.com/office/officeart/2005/8/layout/chevron2"/>
    <dgm:cxn modelId="{F5276666-9441-4BA4-8DE9-82F6EAC995CB}" type="presParOf" srcId="{AA89882A-EC10-4C7C-B8CE-0E9766F37BE8}" destId="{D0CF13BA-1CD7-4B70-BADF-26BCC170EB6A}" srcOrd="1" destOrd="0" presId="urn:microsoft.com/office/officeart/2005/8/layout/chevron2"/>
    <dgm:cxn modelId="{5E161BB3-DCA4-4653-AF17-702319F84D1F}" type="presParOf" srcId="{4E599DD7-DEB1-465A-B0D5-FEF2A291BFB8}" destId="{026398C9-500E-4763-AC84-7F81AA53AF6F}" srcOrd="7" destOrd="0" presId="urn:microsoft.com/office/officeart/2005/8/layout/chevron2"/>
    <dgm:cxn modelId="{024001D9-8C3D-40C9-8BE5-A9FECCC9B539}" type="presParOf" srcId="{4E599DD7-DEB1-465A-B0D5-FEF2A291BFB8}" destId="{5FC45ADE-8B35-4A81-A738-48A72EC954C7}" srcOrd="8" destOrd="0" presId="urn:microsoft.com/office/officeart/2005/8/layout/chevron2"/>
    <dgm:cxn modelId="{9588DD83-8ADB-4342-B00F-760DE7294C7F}" type="presParOf" srcId="{5FC45ADE-8B35-4A81-A738-48A72EC954C7}" destId="{26CD20C1-4887-4C09-900B-511C1480C6BE}" srcOrd="0" destOrd="0" presId="urn:microsoft.com/office/officeart/2005/8/layout/chevron2"/>
    <dgm:cxn modelId="{895CE764-013C-4688-A369-EA2753199D61}" type="presParOf" srcId="{5FC45ADE-8B35-4A81-A738-48A72EC954C7}" destId="{2D1F8254-CF86-4644-B856-F774A30E3AE6}" srcOrd="1" destOrd="0" presId="urn:microsoft.com/office/officeart/2005/8/layout/chevron2"/>
    <dgm:cxn modelId="{CCF89D16-077C-4BA3-84E9-1576A9083BE8}" type="presParOf" srcId="{4E599DD7-DEB1-465A-B0D5-FEF2A291BFB8}" destId="{55845381-42EC-4D56-BA48-D9C3CB704D50}" srcOrd="9" destOrd="0" presId="urn:microsoft.com/office/officeart/2005/8/layout/chevron2"/>
    <dgm:cxn modelId="{D35DAB67-615D-4682-BD66-C711F5E527B4}" type="presParOf" srcId="{4E599DD7-DEB1-465A-B0D5-FEF2A291BFB8}" destId="{B2FC7A49-DA93-4E23-99F8-D7846C5C70A1}" srcOrd="10" destOrd="0" presId="urn:microsoft.com/office/officeart/2005/8/layout/chevron2"/>
    <dgm:cxn modelId="{C28FBF21-C3B2-4CB3-BC7B-540F9AC4C57E}" type="presParOf" srcId="{B2FC7A49-DA93-4E23-99F8-D7846C5C70A1}" destId="{2721EA9A-C8D7-4170-98B8-531CD96DD1DA}" srcOrd="0" destOrd="0" presId="urn:microsoft.com/office/officeart/2005/8/layout/chevron2"/>
    <dgm:cxn modelId="{A2C28295-C950-4FE8-9798-B61C5E85C96A}" type="presParOf" srcId="{B2FC7A49-DA93-4E23-99F8-D7846C5C70A1}" destId="{59570034-5EAF-4CFE-B8C6-4F656ACFF6F1}" srcOrd="1" destOrd="0" presId="urn:microsoft.com/office/officeart/2005/8/layout/chevron2"/>
    <dgm:cxn modelId="{1FB9AC66-2080-46A8-AC28-CA08B66A676D}" type="presParOf" srcId="{4E599DD7-DEB1-465A-B0D5-FEF2A291BFB8}" destId="{29E826C3-3347-4DCC-86D2-436FFD7D2BB3}" srcOrd="11" destOrd="0" presId="urn:microsoft.com/office/officeart/2005/8/layout/chevron2"/>
    <dgm:cxn modelId="{484A8A3A-4233-4F35-B21B-CA49AA806A0A}" type="presParOf" srcId="{4E599DD7-DEB1-465A-B0D5-FEF2A291BFB8}" destId="{0E54988A-B8BB-4FB6-96E3-5D8EE5EC77D8}" srcOrd="12" destOrd="0" presId="urn:microsoft.com/office/officeart/2005/8/layout/chevron2"/>
    <dgm:cxn modelId="{19BC4116-7D2E-47E7-8CAC-46168154D955}" type="presParOf" srcId="{0E54988A-B8BB-4FB6-96E3-5D8EE5EC77D8}" destId="{575F6217-E59E-4105-B9DF-FE2D69237E37}" srcOrd="0" destOrd="0" presId="urn:microsoft.com/office/officeart/2005/8/layout/chevron2"/>
    <dgm:cxn modelId="{D72CD82B-9EE8-4BBF-865F-98CA3FEE1D53}" type="presParOf" srcId="{0E54988A-B8BB-4FB6-96E3-5D8EE5EC77D8}" destId="{4CE878DF-CF93-4E57-A711-23686F32D5AC}" srcOrd="1" destOrd="0" presId="urn:microsoft.com/office/officeart/2005/8/layout/chevron2"/>
    <dgm:cxn modelId="{8B758AE3-B58F-40B1-B926-DE2C5CCAB4EC}" type="presParOf" srcId="{4E599DD7-DEB1-465A-B0D5-FEF2A291BFB8}" destId="{9AD2A123-558C-4984-BA4E-94415EB19B9A}" srcOrd="13" destOrd="0" presId="urn:microsoft.com/office/officeart/2005/8/layout/chevron2"/>
    <dgm:cxn modelId="{1483A075-6DA0-4151-9ECE-1290B6F0E570}" type="presParOf" srcId="{4E599DD7-DEB1-465A-B0D5-FEF2A291BFB8}" destId="{F8862984-5D56-4B0A-9498-DAFD405AC217}" srcOrd="14" destOrd="0" presId="urn:microsoft.com/office/officeart/2005/8/layout/chevron2"/>
    <dgm:cxn modelId="{8CFF05D8-0DEE-48E0-85AB-1532A8A0CB52}" type="presParOf" srcId="{F8862984-5D56-4B0A-9498-DAFD405AC217}" destId="{61A7F72A-E002-4C21-A134-4CBF70AA77EB}" srcOrd="0" destOrd="0" presId="urn:microsoft.com/office/officeart/2005/8/layout/chevron2"/>
    <dgm:cxn modelId="{4E2B068E-6583-4CE1-B1DB-1EAEB46C03EB}" type="presParOf" srcId="{F8862984-5D56-4B0A-9498-DAFD405AC217}" destId="{A92CAFAF-FAA5-4FBA-A25C-96078538B4C4}" srcOrd="1" destOrd="0" presId="urn:microsoft.com/office/officeart/2005/8/layout/chevron2"/>
    <dgm:cxn modelId="{20CAC465-E910-462C-88C3-6EC3ABEBC15C}" type="presParOf" srcId="{4E599DD7-DEB1-465A-B0D5-FEF2A291BFB8}" destId="{4EA0541E-98E4-41D1-93F1-33D012CEED54}" srcOrd="15" destOrd="0" presId="urn:microsoft.com/office/officeart/2005/8/layout/chevron2"/>
    <dgm:cxn modelId="{7E1BAC2C-4C3A-464E-A215-FA42C04B1902}" type="presParOf" srcId="{4E599DD7-DEB1-465A-B0D5-FEF2A291BFB8}" destId="{DCB2328A-FA74-4FD1-8128-38362C834925}" srcOrd="16" destOrd="0" presId="urn:microsoft.com/office/officeart/2005/8/layout/chevron2"/>
    <dgm:cxn modelId="{7A874A34-80E6-4C61-8C34-63C85E1AA1AF}" type="presParOf" srcId="{DCB2328A-FA74-4FD1-8128-38362C834925}" destId="{970065D2-4082-408C-8B5F-F6EDEE46EA03}" srcOrd="0" destOrd="0" presId="urn:microsoft.com/office/officeart/2005/8/layout/chevron2"/>
    <dgm:cxn modelId="{C4464EE0-64C4-4B46-9D7F-F9BCF4BBC1AA}" type="presParOf" srcId="{DCB2328A-FA74-4FD1-8128-38362C834925}" destId="{227C8A6E-B50B-47CD-83B2-33D0831B4E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894BA-6A4F-4683-BF0E-344A596EF1E8}">
      <dsp:nvSpPr>
        <dsp:cNvPr id="0" name=""/>
        <dsp:cNvSpPr/>
      </dsp:nvSpPr>
      <dsp:spPr>
        <a:xfrm rot="5400000">
          <a:off x="-112723" y="113635"/>
          <a:ext cx="751490" cy="52604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W#4</a:t>
          </a:r>
          <a:endParaRPr lang="en-AE" sz="1400" b="1" kern="1200"/>
        </a:p>
      </dsp:txBody>
      <dsp:txXfrm rot="-5400000">
        <a:off x="1" y="263934"/>
        <a:ext cx="526043" cy="225447"/>
      </dsp:txXfrm>
    </dsp:sp>
    <dsp:sp modelId="{3C08036D-6F3A-4AB1-BB65-7C8A600872AB}">
      <dsp:nvSpPr>
        <dsp:cNvPr id="0" name=""/>
        <dsp:cNvSpPr/>
      </dsp:nvSpPr>
      <dsp:spPr>
        <a:xfrm rot="5400000">
          <a:off x="4598291" y="-4071336"/>
          <a:ext cx="488469" cy="86329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Deep Understanding &amp; Registration</a:t>
          </a:r>
          <a:endParaRPr lang="en-AE" sz="2800" kern="1200"/>
        </a:p>
      </dsp:txBody>
      <dsp:txXfrm rot="-5400000">
        <a:off x="526044" y="24756"/>
        <a:ext cx="8609120" cy="440779"/>
      </dsp:txXfrm>
    </dsp:sp>
    <dsp:sp modelId="{8512AB98-68CC-4B3D-963E-320DD2DA9D1B}">
      <dsp:nvSpPr>
        <dsp:cNvPr id="0" name=""/>
        <dsp:cNvSpPr/>
      </dsp:nvSpPr>
      <dsp:spPr>
        <a:xfrm rot="5400000">
          <a:off x="-112723" y="800716"/>
          <a:ext cx="751490" cy="526043"/>
        </a:xfrm>
        <a:prstGeom prst="chevron">
          <a:avLst/>
        </a:prstGeom>
        <a:solidFill>
          <a:schemeClr val="accent5">
            <a:hueOff val="-1241735"/>
            <a:satOff val="4976"/>
            <a:lumOff val="1078"/>
            <a:alphaOff val="0"/>
          </a:schemeClr>
        </a:solidFill>
        <a:ln w="15875" cap="flat" cmpd="sng" algn="ctr">
          <a:solidFill>
            <a:schemeClr val="accent5">
              <a:hueOff val="-1241735"/>
              <a:satOff val="4976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W#5</a:t>
          </a:r>
          <a:endParaRPr lang="en-AE" sz="1400" b="1" kern="1200"/>
        </a:p>
      </dsp:txBody>
      <dsp:txXfrm rot="-5400000">
        <a:off x="1" y="951015"/>
        <a:ext cx="526043" cy="225447"/>
      </dsp:txXfrm>
    </dsp:sp>
    <dsp:sp modelId="{D63EEDDE-CCF1-4CBC-9764-4EE87ACCE474}">
      <dsp:nvSpPr>
        <dsp:cNvPr id="0" name=""/>
        <dsp:cNvSpPr/>
      </dsp:nvSpPr>
      <dsp:spPr>
        <a:xfrm rot="5400000">
          <a:off x="4598291" y="-3384255"/>
          <a:ext cx="488469" cy="86329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-1241735"/>
              <a:satOff val="4976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/>
            <a:t>GROUP: </a:t>
          </a:r>
          <a:r>
            <a:rPr lang="en-US" sz="2800" kern="1200" dirty="0"/>
            <a:t>Dynamic Allocator &amp; Blocking</a:t>
          </a:r>
          <a:endParaRPr lang="en-AE" sz="2800" kern="1200" dirty="0"/>
        </a:p>
      </dsp:txBody>
      <dsp:txXfrm rot="-5400000">
        <a:off x="526044" y="711837"/>
        <a:ext cx="8609120" cy="440779"/>
      </dsp:txXfrm>
    </dsp:sp>
    <dsp:sp modelId="{F01A2D04-8956-4555-9366-967BD5955825}">
      <dsp:nvSpPr>
        <dsp:cNvPr id="0" name=""/>
        <dsp:cNvSpPr/>
      </dsp:nvSpPr>
      <dsp:spPr>
        <a:xfrm rot="5400000">
          <a:off x="-112723" y="1487797"/>
          <a:ext cx="751490" cy="526043"/>
        </a:xfrm>
        <a:prstGeom prst="chevron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1587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W#6</a:t>
          </a:r>
          <a:endParaRPr lang="en-AE" sz="1400" b="1" kern="1200"/>
        </a:p>
      </dsp:txBody>
      <dsp:txXfrm rot="-5400000">
        <a:off x="1" y="1638096"/>
        <a:ext cx="526043" cy="225447"/>
      </dsp:txXfrm>
    </dsp:sp>
    <dsp:sp modelId="{7855C316-FE44-4353-819D-9A6D284637E3}">
      <dsp:nvSpPr>
        <dsp:cNvPr id="0" name=""/>
        <dsp:cNvSpPr/>
      </dsp:nvSpPr>
      <dsp:spPr>
        <a:xfrm rot="5400000">
          <a:off x="4598291" y="-2697174"/>
          <a:ext cx="488469" cy="86329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/>
            <a:t>GROUP: </a:t>
          </a:r>
          <a:r>
            <a:rPr lang="en-US" sz="2800" kern="1200" dirty="0"/>
            <a:t>Kernel Heap &amp; Fault Handler</a:t>
          </a:r>
          <a:endParaRPr lang="en-AE" sz="2800" kern="1200" dirty="0"/>
        </a:p>
      </dsp:txBody>
      <dsp:txXfrm rot="-5400000">
        <a:off x="526044" y="1398918"/>
        <a:ext cx="8609120" cy="440779"/>
      </dsp:txXfrm>
    </dsp:sp>
    <dsp:sp modelId="{16EC22E3-B271-42A2-BC57-27B02515C866}">
      <dsp:nvSpPr>
        <dsp:cNvPr id="0" name=""/>
        <dsp:cNvSpPr/>
      </dsp:nvSpPr>
      <dsp:spPr>
        <a:xfrm rot="5400000">
          <a:off x="-112723" y="2174878"/>
          <a:ext cx="751490" cy="526043"/>
        </a:xfrm>
        <a:prstGeom prst="chevron">
          <a:avLst/>
        </a:prstGeom>
        <a:solidFill>
          <a:schemeClr val="accent5">
            <a:hueOff val="-3725204"/>
            <a:satOff val="14929"/>
            <a:lumOff val="3235"/>
            <a:alphaOff val="0"/>
          </a:schemeClr>
        </a:solidFill>
        <a:ln w="15875" cap="flat" cmpd="sng" algn="ctr">
          <a:solidFill>
            <a:schemeClr val="accent5">
              <a:hueOff val="-3725204"/>
              <a:satOff val="14929"/>
              <a:lumOff val="3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W#7</a:t>
          </a:r>
          <a:endParaRPr lang="en-AE" sz="1400" b="1" kern="1200"/>
        </a:p>
      </dsp:txBody>
      <dsp:txXfrm rot="-5400000">
        <a:off x="1" y="2325177"/>
        <a:ext cx="526043" cy="225447"/>
      </dsp:txXfrm>
    </dsp:sp>
    <dsp:sp modelId="{D0CF13BA-1CD7-4B70-BADF-26BCC170EB6A}">
      <dsp:nvSpPr>
        <dsp:cNvPr id="0" name=""/>
        <dsp:cNvSpPr/>
      </dsp:nvSpPr>
      <dsp:spPr>
        <a:xfrm rot="5400000">
          <a:off x="4598291" y="-2010093"/>
          <a:ext cx="488469" cy="8632965"/>
        </a:xfrm>
        <a:prstGeom prst="round2SameRect">
          <a:avLst/>
        </a:prstGeom>
        <a:solidFill>
          <a:schemeClr val="tx1">
            <a:alpha val="90000"/>
          </a:schemeClr>
        </a:solidFill>
        <a:ln w="15875" cap="flat" cmpd="sng" algn="ctr">
          <a:solidFill>
            <a:schemeClr val="accent5">
              <a:hueOff val="-3725204"/>
              <a:satOff val="14929"/>
              <a:lumOff val="3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>
              <a:solidFill>
                <a:schemeClr val="bg1"/>
              </a:solidFill>
            </a:rPr>
            <a:t>MIDTERM</a:t>
          </a:r>
          <a:endParaRPr lang="en-AE" sz="2800" b="1" kern="1200">
            <a:solidFill>
              <a:schemeClr val="bg1"/>
            </a:solidFill>
          </a:endParaRPr>
        </a:p>
      </dsp:txBody>
      <dsp:txXfrm rot="-5400000">
        <a:off x="526044" y="2085999"/>
        <a:ext cx="8609120" cy="440779"/>
      </dsp:txXfrm>
    </dsp:sp>
    <dsp:sp modelId="{26CD20C1-4887-4C09-900B-511C1480C6BE}">
      <dsp:nvSpPr>
        <dsp:cNvPr id="0" name=""/>
        <dsp:cNvSpPr/>
      </dsp:nvSpPr>
      <dsp:spPr>
        <a:xfrm rot="5400000">
          <a:off x="-112723" y="2861959"/>
          <a:ext cx="751490" cy="526043"/>
        </a:xfrm>
        <a:prstGeom prst="chevron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1587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W#8</a:t>
          </a:r>
          <a:endParaRPr lang="en-AE" sz="1400" b="1" kern="1200"/>
        </a:p>
      </dsp:txBody>
      <dsp:txXfrm rot="-5400000">
        <a:off x="1" y="3012258"/>
        <a:ext cx="526043" cy="225447"/>
      </dsp:txXfrm>
    </dsp:sp>
    <dsp:sp modelId="{2D1F8254-CF86-4644-B856-F774A30E3AE6}">
      <dsp:nvSpPr>
        <dsp:cNvPr id="0" name=""/>
        <dsp:cNvSpPr/>
      </dsp:nvSpPr>
      <dsp:spPr>
        <a:xfrm rot="5400000">
          <a:off x="4598291" y="-1323012"/>
          <a:ext cx="488469" cy="86329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/>
            <a:t>GROUP: </a:t>
          </a:r>
          <a:r>
            <a:rPr lang="en-US" sz="2800" b="0" kern="1200"/>
            <a:t>Testing</a:t>
          </a:r>
          <a:r>
            <a:rPr lang="en-US" sz="2800" b="1" kern="1200"/>
            <a:t> </a:t>
          </a:r>
          <a:endParaRPr lang="en-AE" sz="2800" kern="1200"/>
        </a:p>
      </dsp:txBody>
      <dsp:txXfrm rot="-5400000">
        <a:off x="526044" y="2773080"/>
        <a:ext cx="8609120" cy="440779"/>
      </dsp:txXfrm>
    </dsp:sp>
    <dsp:sp modelId="{2721EA9A-C8D7-4170-98B8-531CD96DD1DA}">
      <dsp:nvSpPr>
        <dsp:cNvPr id="0" name=""/>
        <dsp:cNvSpPr/>
      </dsp:nvSpPr>
      <dsp:spPr>
        <a:xfrm rot="5400000">
          <a:off x="-112723" y="3549040"/>
          <a:ext cx="751490" cy="526043"/>
        </a:xfrm>
        <a:prstGeom prst="chevron">
          <a:avLst/>
        </a:prstGeom>
        <a:solidFill>
          <a:schemeClr val="accent5">
            <a:hueOff val="-6208672"/>
            <a:satOff val="24882"/>
            <a:lumOff val="5392"/>
            <a:alphaOff val="0"/>
          </a:schemeClr>
        </a:solidFill>
        <a:ln w="15875" cap="flat" cmpd="sng" algn="ctr">
          <a:solidFill>
            <a:schemeClr val="accent5">
              <a:hueOff val="-6208672"/>
              <a:satOff val="24882"/>
              <a:lumOff val="5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W#9</a:t>
          </a:r>
          <a:endParaRPr lang="en-AE" sz="1400" b="1" kern="1200"/>
        </a:p>
      </dsp:txBody>
      <dsp:txXfrm rot="-5400000">
        <a:off x="1" y="3699339"/>
        <a:ext cx="526043" cy="225447"/>
      </dsp:txXfrm>
    </dsp:sp>
    <dsp:sp modelId="{59570034-5EAF-4CFE-B8C6-4F656ACFF6F1}">
      <dsp:nvSpPr>
        <dsp:cNvPr id="0" name=""/>
        <dsp:cNvSpPr/>
      </dsp:nvSpPr>
      <dsp:spPr>
        <a:xfrm rot="5400000">
          <a:off x="4598291" y="-635930"/>
          <a:ext cx="488469" cy="86329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-6208672"/>
              <a:satOff val="24882"/>
              <a:lumOff val="5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/>
            <a:t>INDIVIDUAL: </a:t>
          </a:r>
          <a:r>
            <a:rPr lang="en-US" sz="2800" b="0" kern="1200"/>
            <a:t>Coding &amp; Testing I</a:t>
          </a:r>
          <a:endParaRPr lang="en-AE" sz="3000" b="0" kern="1200"/>
        </a:p>
      </dsp:txBody>
      <dsp:txXfrm rot="-5400000">
        <a:off x="526044" y="3460162"/>
        <a:ext cx="8609120" cy="440779"/>
      </dsp:txXfrm>
    </dsp:sp>
    <dsp:sp modelId="{575F6217-E59E-4105-B9DF-FE2D69237E37}">
      <dsp:nvSpPr>
        <dsp:cNvPr id="0" name=""/>
        <dsp:cNvSpPr/>
      </dsp:nvSpPr>
      <dsp:spPr>
        <a:xfrm rot="5400000">
          <a:off x="-112723" y="4236121"/>
          <a:ext cx="751490" cy="526043"/>
        </a:xfrm>
        <a:prstGeom prst="chevron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1587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W#10</a:t>
          </a:r>
          <a:endParaRPr lang="en-AE" sz="1400" b="1" kern="1200"/>
        </a:p>
      </dsp:txBody>
      <dsp:txXfrm rot="-5400000">
        <a:off x="1" y="4386420"/>
        <a:ext cx="526043" cy="225447"/>
      </dsp:txXfrm>
    </dsp:sp>
    <dsp:sp modelId="{4CE878DF-CF93-4E57-A711-23686F32D5AC}">
      <dsp:nvSpPr>
        <dsp:cNvPr id="0" name=""/>
        <dsp:cNvSpPr/>
      </dsp:nvSpPr>
      <dsp:spPr>
        <a:xfrm rot="5400000">
          <a:off x="4598291" y="51150"/>
          <a:ext cx="488469" cy="86329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/>
            <a:t>INDIVIDUAL: </a:t>
          </a:r>
          <a:r>
            <a:rPr lang="en-US" sz="2800" b="0" kern="1200"/>
            <a:t>Coding &amp; Testing II</a:t>
          </a:r>
          <a:r>
            <a:rPr lang="en-US" sz="2800" b="1" kern="1200"/>
            <a:t> </a:t>
          </a:r>
          <a:endParaRPr lang="en-AE" sz="2800" b="1" kern="1200"/>
        </a:p>
      </dsp:txBody>
      <dsp:txXfrm rot="-5400000">
        <a:off x="526044" y="4147243"/>
        <a:ext cx="8609120" cy="440779"/>
      </dsp:txXfrm>
    </dsp:sp>
    <dsp:sp modelId="{61A7F72A-E002-4C21-A134-4CBF70AA77EB}">
      <dsp:nvSpPr>
        <dsp:cNvPr id="0" name=""/>
        <dsp:cNvSpPr/>
      </dsp:nvSpPr>
      <dsp:spPr>
        <a:xfrm rot="5400000">
          <a:off x="-112723" y="4923203"/>
          <a:ext cx="751490" cy="526043"/>
        </a:xfrm>
        <a:prstGeom prst="chevron">
          <a:avLst/>
        </a:prstGeom>
        <a:solidFill>
          <a:schemeClr val="accent5">
            <a:hueOff val="-8692142"/>
            <a:satOff val="34835"/>
            <a:lumOff val="7549"/>
            <a:alphaOff val="0"/>
          </a:schemeClr>
        </a:solidFill>
        <a:ln w="15875" cap="flat" cmpd="sng" algn="ctr">
          <a:solidFill>
            <a:schemeClr val="accent5">
              <a:hueOff val="-8692142"/>
              <a:satOff val="34835"/>
              <a:lumOff val="7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W#11</a:t>
          </a:r>
          <a:endParaRPr lang="en-AE" sz="1400" b="1" kern="1200"/>
        </a:p>
      </dsp:txBody>
      <dsp:txXfrm rot="-5400000">
        <a:off x="1" y="5073502"/>
        <a:ext cx="526043" cy="225447"/>
      </dsp:txXfrm>
    </dsp:sp>
    <dsp:sp modelId="{A92CAFAF-FAA5-4FBA-A25C-96078538B4C4}">
      <dsp:nvSpPr>
        <dsp:cNvPr id="0" name=""/>
        <dsp:cNvSpPr/>
      </dsp:nvSpPr>
      <dsp:spPr>
        <a:xfrm rot="5400000">
          <a:off x="4598291" y="738231"/>
          <a:ext cx="488469" cy="86329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-8692142"/>
              <a:satOff val="34835"/>
              <a:lumOff val="7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/>
            <a:t>GROUP: </a:t>
          </a:r>
          <a:r>
            <a:rPr lang="en-US" sz="2800" kern="1200"/>
            <a:t>Integration &amp; Overall Testing</a:t>
          </a:r>
          <a:endParaRPr lang="en-AE" sz="2800" kern="1200"/>
        </a:p>
      </dsp:txBody>
      <dsp:txXfrm rot="-5400000">
        <a:off x="526044" y="4834324"/>
        <a:ext cx="8609120" cy="440779"/>
      </dsp:txXfrm>
    </dsp:sp>
    <dsp:sp modelId="{970065D2-4082-408C-8B5F-F6EDEE46EA03}">
      <dsp:nvSpPr>
        <dsp:cNvPr id="0" name=""/>
        <dsp:cNvSpPr/>
      </dsp:nvSpPr>
      <dsp:spPr>
        <a:xfrm rot="5400000">
          <a:off x="-112723" y="5610284"/>
          <a:ext cx="751490" cy="526043"/>
        </a:xfrm>
        <a:prstGeom prst="chevron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1587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W#12</a:t>
          </a:r>
          <a:endParaRPr lang="en-AE" sz="1400" b="1" kern="1200"/>
        </a:p>
      </dsp:txBody>
      <dsp:txXfrm rot="-5400000">
        <a:off x="1" y="5760583"/>
        <a:ext cx="526043" cy="225447"/>
      </dsp:txXfrm>
    </dsp:sp>
    <dsp:sp modelId="{227C8A6E-B50B-47CD-83B2-33D0831B4EAE}">
      <dsp:nvSpPr>
        <dsp:cNvPr id="0" name=""/>
        <dsp:cNvSpPr/>
      </dsp:nvSpPr>
      <dsp:spPr>
        <a:xfrm rot="5400000">
          <a:off x="4598291" y="1425312"/>
          <a:ext cx="488469" cy="86329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/>
            <a:t>GROUP: </a:t>
          </a:r>
          <a:r>
            <a:rPr lang="en-US" sz="2800" kern="1200"/>
            <a:t>Final Delivery</a:t>
          </a:r>
          <a:endParaRPr lang="en-AE" sz="2800" kern="1200"/>
        </a:p>
      </dsp:txBody>
      <dsp:txXfrm rot="-5400000">
        <a:off x="526044" y="5521405"/>
        <a:ext cx="8609120" cy="440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6DBDB-0F3D-4109-A58A-C28AD499EF3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36D04-5011-4B5C-B00A-65685CFA9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4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E1D6-9E6F-ED80-F0D7-44D3C767C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AC2D4-7E1C-85B5-5CC5-6AFBB45D7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8BC9F-EEE9-C30A-A2C6-5FD1EF3CA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Inshaa’ALLAH</a:t>
            </a:r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39EA6-40A6-ADD7-1945-4FAAA3904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06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7CC4-D932-BDBE-2B51-38D71716E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97B69-79BB-58EC-E6B1-C407BD81B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52D22-66F8-0394-175E-BBFD7E20D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Inshaa’ALLAH</a:t>
            </a:r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5AE30-B509-825B-43FF-B01500EE3C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304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FF211-DCD5-ACA7-61DC-CB1D5891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0F96B-138F-3001-489B-A8A9F4318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1A566-1120-5A73-791C-700AC031A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Inshaa’ALLAH</a:t>
            </a:r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6B901-53A5-2B0E-5047-6EBFD11F6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82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75033A-9A5A-4DF7-BD42-F7C63168BAA9}" type="slidenum">
              <a:rPr lang="ar-EG" smtClean="0"/>
              <a:pPr>
                <a:defRPr/>
              </a:pPr>
              <a:t>23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74097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14C3-5790-45F3-968A-E9170C0AEB62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9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F11C-1F9A-458C-BFCD-11278D270FD7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A729-173D-4100-9E93-E750DC9C7B4C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40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E4902-8201-431E-872A-E02958C7C1ED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3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F2CA-6856-47AD-8FEF-A7F04EC7FA05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FF5E-8A22-4D2F-A7DB-15AEDD690145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9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D14-7D5B-43FF-AD9A-7E175364C69D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E2F64E6-D37A-4076-885E-33767E7CCBCE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2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FC57-5D34-4C65-9BD8-CF64D8739E0B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7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8998-9E6E-4D5F-B785-6A36BB5236AB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3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025EB-7E9A-4088-BC0E-41A20DAE8FD1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8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8B8E24-D3D3-4496-AB4A-F6A693EC6685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92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XrsdoeH3UGZdNUvH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ghtTx7auzw" TargetMode="External"/><Relationship Id="rId2" Type="http://schemas.openxmlformats.org/officeDocument/2006/relationships/hyperlink" Target="https://www.youtube.com/watch?v=nWhuEQ0S46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2lkdZl-vUX8" TargetMode="External"/><Relationship Id="rId4" Type="http://schemas.openxmlformats.org/officeDocument/2006/relationships/hyperlink" Target="https://youtu.be/Rrzu3eyYOd8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WhuEQ0S46Y" TargetMode="External"/><Relationship Id="rId2" Type="http://schemas.openxmlformats.org/officeDocument/2006/relationships/hyperlink" Target="https://drive.google.com/file/d/1AsiLOdXLdbZMji9v2OnzNt0nsMSpTg2X/view?usp=shar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spreadsheets/d/1qIUGNI5lhyb9GSyTB4jb-HorAbfgwtMOD9yqL8GDnAg/edit?usp=sharing" TargetMode="External"/><Relationship Id="rId4" Type="http://schemas.openxmlformats.org/officeDocument/2006/relationships/hyperlink" Target="https://forms.gle/VkcXwGVZ9vb7YiSL9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VkcXwGVZ9vb7YiSL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VkcXwGVZ9vb7YiSL9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044F-A993-07CB-D1DD-01EB55906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OS’26-27 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D10DF-2536-BB92-0FC3-80368303D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643428"/>
          </a:xfrm>
        </p:spPr>
        <p:txBody>
          <a:bodyPr>
            <a:normAutofit/>
          </a:bodyPr>
          <a:lstStyle/>
          <a:p>
            <a:pPr algn="ctr"/>
            <a:r>
              <a:rPr lang="en-US" sz="3900"/>
              <a:t>PART 0: </a:t>
            </a:r>
            <a:r>
              <a:rPr lang="en-US" sz="3900" b="1"/>
              <a:t>ROADMAP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6BA8C-5654-AF8F-C60C-0CBCB05A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9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772D-765F-870E-3632-73E0D2B6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471A-C9D0-5A9A-5A1E-FE77062D3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0: ROADMAP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I: PREREQUISITES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II: GROUP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III: INDIVIDUAL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IV: OVERALL TESTING &amp; BONUSES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EB8-E269-680F-9D36-3D32E91A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A9F49-5E81-13E3-5A06-4C007D516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4076" y="0"/>
            <a:ext cx="837924" cy="83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0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06E4-01C6-BB48-07BD-E3BC786A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A26D-23AF-3E30-49D2-D4ED592D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2B0A-81CC-05B1-F8D2-B887BC13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0: ROADMAP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/>
              <a:t>Registration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/>
              <a:t>Project Overview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/>
              <a:t>Supportive Materials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/>
              <a:t>Logistics &amp; Delivery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/>
              <a:t>Advices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BC8B-427C-D9AC-D220-60F6A3B3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1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9B16B-4FA7-5B0E-C42B-E5B94D62D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9C79-EA15-8CB0-A560-D6FD3C26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Registration</a:t>
            </a:r>
            <a:endParaRPr lang="ar-EG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D83B1D-06F2-769D-A15C-52C32ED20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Register your team info [4~6 members] at </a:t>
            </a:r>
            <a:r>
              <a:rPr lang="en-US" sz="2400" b="1" dirty="0">
                <a:hlinkClick r:id="rId2"/>
              </a:rPr>
              <a:t>this form </a:t>
            </a:r>
            <a:endParaRPr lang="en-US" sz="24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Due: FRI 16 OCT </a:t>
            </a:r>
            <a:r>
              <a:rPr lang="en-US" sz="2400" dirty="0"/>
              <a:t>23:59 </a:t>
            </a:r>
            <a:r>
              <a:rPr lang="en-US" sz="2400" dirty="0" err="1"/>
              <a:t>isA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Each member </a:t>
            </a:r>
            <a:r>
              <a:rPr lang="en-US" sz="2400" b="1" dirty="0"/>
              <a:t>MUST</a:t>
            </a:r>
            <a:r>
              <a:rPr lang="en-US" sz="2400" dirty="0"/>
              <a:t> select different </a:t>
            </a:r>
            <a:r>
              <a:rPr lang="en-US" sz="2400" b="1" dirty="0"/>
              <a:t>individual</a:t>
            </a:r>
            <a:r>
              <a:rPr lang="en-US" sz="2400" dirty="0"/>
              <a:t> module in </a:t>
            </a:r>
            <a:r>
              <a:rPr lang="en-US" sz="2400" b="1" dirty="0"/>
              <a:t>their order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Reminder: </a:t>
            </a:r>
            <a:r>
              <a:rPr lang="en-US" sz="2400" b="1" dirty="0"/>
              <a:t>“</a:t>
            </a:r>
            <a:r>
              <a:rPr lang="en-US" sz="2400" b="1" spc="-1" dirty="0">
                <a:solidFill>
                  <a:srgbClr val="000000"/>
                </a:solidFill>
              </a:rPr>
              <a:t>CAREFULLY </a:t>
            </a:r>
            <a:r>
              <a:rPr lang="en-US" sz="2400" b="1" spc="-1" dirty="0">
                <a:solidFill>
                  <a:srgbClr val="FF0000"/>
                </a:solidFill>
              </a:rPr>
              <a:t>SELECT</a:t>
            </a:r>
            <a:r>
              <a:rPr lang="en-US" sz="2400" b="1" spc="-1" dirty="0">
                <a:solidFill>
                  <a:srgbClr val="000000"/>
                </a:solidFill>
              </a:rPr>
              <a:t> TEAM - </a:t>
            </a:r>
            <a:r>
              <a:rPr lang="en-US" sz="2400" b="1" dirty="0">
                <a:solidFill>
                  <a:srgbClr val="00B050"/>
                </a:solidFill>
              </a:rPr>
              <a:t>WORK</a:t>
            </a:r>
            <a:r>
              <a:rPr lang="en-US" sz="2400" b="1" dirty="0"/>
              <a:t> AS A TEAM…”</a:t>
            </a:r>
            <a:r>
              <a:rPr lang="en-US" sz="2400" dirty="0"/>
              <a:t> </a:t>
            </a:r>
          </a:p>
          <a:p>
            <a:pPr marL="164592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068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A68F8-078B-7293-3B37-980D97DD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B3B3-602E-F082-3493-FCCF3650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ar-EG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EA3A35-678D-428F-3624-E48D45747820}"/>
              </a:ext>
            </a:extLst>
          </p:cNvPr>
          <p:cNvSpPr/>
          <p:nvPr/>
        </p:nvSpPr>
        <p:spPr>
          <a:xfrm>
            <a:off x="3543300" y="1861038"/>
            <a:ext cx="51054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Teamwork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A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342304-AB4D-A241-D7F7-6EFB60BFAA4D}"/>
              </a:ext>
            </a:extLst>
          </p:cNvPr>
          <p:cNvSpPr/>
          <p:nvPr/>
        </p:nvSpPr>
        <p:spPr>
          <a:xfrm>
            <a:off x="3543300" y="5410200"/>
            <a:ext cx="5105400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Teamwork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A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4651F2-CAB9-854D-64AC-1653B51ED63C}"/>
              </a:ext>
            </a:extLst>
          </p:cNvPr>
          <p:cNvSpPr/>
          <p:nvPr/>
        </p:nvSpPr>
        <p:spPr>
          <a:xfrm>
            <a:off x="1191358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069900-775B-0E9D-A950-A250FE408766}"/>
              </a:ext>
            </a:extLst>
          </p:cNvPr>
          <p:cNvSpPr/>
          <p:nvPr/>
        </p:nvSpPr>
        <p:spPr>
          <a:xfrm>
            <a:off x="3176954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F48606-E9C0-0BDA-4D5F-27855091361D}"/>
              </a:ext>
            </a:extLst>
          </p:cNvPr>
          <p:cNvSpPr/>
          <p:nvPr/>
        </p:nvSpPr>
        <p:spPr>
          <a:xfrm>
            <a:off x="5162550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94FD19-F217-1D53-5890-A1F000A1FE2E}"/>
              </a:ext>
            </a:extLst>
          </p:cNvPr>
          <p:cNvSpPr/>
          <p:nvPr/>
        </p:nvSpPr>
        <p:spPr>
          <a:xfrm>
            <a:off x="7148146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5E92E9-3B73-3E32-D6A0-C23DB21D40BA}"/>
              </a:ext>
            </a:extLst>
          </p:cNvPr>
          <p:cNvSpPr/>
          <p:nvPr/>
        </p:nvSpPr>
        <p:spPr>
          <a:xfrm>
            <a:off x="9133743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Module#5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ACBB305-DE98-B8B2-B127-E638BB69DCDF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5400000">
            <a:off x="3669323" y="1230923"/>
            <a:ext cx="882162" cy="397119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C779292-D83C-FA24-4251-661EAA40A986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5400000">
            <a:off x="4662121" y="2223721"/>
            <a:ext cx="882162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043B0B5-3266-38AF-C4A7-C50ED7885EB4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5400000">
            <a:off x="5654919" y="3216519"/>
            <a:ext cx="882162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358FF9D-0B7B-46FA-307B-D842C91DF299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rot="16200000" flipH="1">
            <a:off x="6647717" y="2223721"/>
            <a:ext cx="882162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38B2251-A9FA-0699-3EE2-129B366DFE53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 rot="16200000" flipH="1">
            <a:off x="7640515" y="1230922"/>
            <a:ext cx="882162" cy="39711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15703D8-DF9B-B439-991B-0FD3B8CCA1C3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 rot="16200000" flipH="1">
            <a:off x="3691304" y="3005504"/>
            <a:ext cx="838200" cy="39711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EAAF30D-3144-7CCE-F45C-32D1AD686712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16200000" flipH="1">
            <a:off x="4684102" y="3998302"/>
            <a:ext cx="838200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B7FFCC3-2BC0-3398-6794-D9149DC86236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rot="5400000">
            <a:off x="5676900" y="4991100"/>
            <a:ext cx="8382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F48C81C-9379-F9A1-38A4-E1677FDE8E60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rot="5400000">
            <a:off x="6669698" y="3998302"/>
            <a:ext cx="838200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5AE30C2-CB4C-5B4E-B88D-C0E736E70D3F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>
          <a:xfrm rot="5400000">
            <a:off x="7662497" y="3005504"/>
            <a:ext cx="838200" cy="39711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1DCC0E2-526E-29C9-7335-4E2203BBB11A}"/>
              </a:ext>
            </a:extLst>
          </p:cNvPr>
          <p:cNvSpPr txBox="1"/>
          <p:nvPr/>
        </p:nvSpPr>
        <p:spPr>
          <a:xfrm>
            <a:off x="-11814" y="1861038"/>
            <a:ext cx="1124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MARKS</a:t>
            </a:r>
            <a:endParaRPr kumimoji="0" lang="en-AE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0B024-0056-9736-FB63-C79B35AA9CB8}"/>
              </a:ext>
            </a:extLst>
          </p:cNvPr>
          <p:cNvSpPr txBox="1"/>
          <p:nvPr/>
        </p:nvSpPr>
        <p:spPr>
          <a:xfrm>
            <a:off x="-11814" y="5368499"/>
            <a:ext cx="1124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MARKS</a:t>
            </a:r>
            <a:endParaRPr kumimoji="0" lang="en-AE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272C47-78AA-0596-176B-38CA2FF44B99}"/>
              </a:ext>
            </a:extLst>
          </p:cNvPr>
          <p:cNvSpPr txBox="1"/>
          <p:nvPr/>
        </p:nvSpPr>
        <p:spPr>
          <a:xfrm>
            <a:off x="-11814" y="3625850"/>
            <a:ext cx="1124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MARKS</a:t>
            </a:r>
            <a:endParaRPr kumimoji="0" lang="en-AE" sz="2400" b="1" i="0" u="none" strike="noStrike" kern="1200" cap="none" spc="0" normalizeH="0" baseline="0" noProof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BB5B2A-16D8-6300-594E-C1999C138B32}"/>
              </a:ext>
            </a:extLst>
          </p:cNvPr>
          <p:cNvSpPr/>
          <p:nvPr/>
        </p:nvSpPr>
        <p:spPr>
          <a:xfrm>
            <a:off x="3058259" y="1867388"/>
            <a:ext cx="6075484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kumimoji="0" lang="en-AE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B9B1B3-1CF7-E7A2-737A-98D2C1DA0903}"/>
              </a:ext>
            </a:extLst>
          </p:cNvPr>
          <p:cNvSpPr/>
          <p:nvPr/>
        </p:nvSpPr>
        <p:spPr>
          <a:xfrm>
            <a:off x="1185008" y="365124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A5A8F63-AD51-2E3C-AD4C-7F55EB1A7A90}"/>
              </a:ext>
            </a:extLst>
          </p:cNvPr>
          <p:cNvSpPr/>
          <p:nvPr/>
        </p:nvSpPr>
        <p:spPr>
          <a:xfrm>
            <a:off x="3176954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994543-7B89-179E-3154-12353DD322F2}"/>
              </a:ext>
            </a:extLst>
          </p:cNvPr>
          <p:cNvSpPr/>
          <p:nvPr/>
        </p:nvSpPr>
        <p:spPr>
          <a:xfrm>
            <a:off x="5168900" y="366395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BF6AB74-E00A-192A-6175-287EE1D442F6}"/>
              </a:ext>
            </a:extLst>
          </p:cNvPr>
          <p:cNvSpPr/>
          <p:nvPr/>
        </p:nvSpPr>
        <p:spPr>
          <a:xfrm>
            <a:off x="7154496" y="3660974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4B5728-72F7-456B-F41A-D64164C373A8}"/>
              </a:ext>
            </a:extLst>
          </p:cNvPr>
          <p:cNvSpPr/>
          <p:nvPr/>
        </p:nvSpPr>
        <p:spPr>
          <a:xfrm>
            <a:off x="9140092" y="366395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[M#5]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#2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2C679B3-DDF7-34B6-8093-93A4C040B191}"/>
              </a:ext>
            </a:extLst>
          </p:cNvPr>
          <p:cNvSpPr/>
          <p:nvPr/>
        </p:nvSpPr>
        <p:spPr>
          <a:xfrm>
            <a:off x="3536950" y="5403850"/>
            <a:ext cx="5105400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244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2" grpId="0" animBg="1"/>
      <p:bldP spid="6" grpId="0"/>
      <p:bldP spid="10" grpId="0"/>
      <p:bldP spid="11" grpId="0"/>
      <p:bldP spid="13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F5443-B50A-83F3-EA4A-4F63848A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4444-7373-BEFF-D7D0-1EC78D46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ar-EG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144B2E-D802-EA7F-F325-8D3A1DD8DFD2}"/>
              </a:ext>
            </a:extLst>
          </p:cNvPr>
          <p:cNvSpPr/>
          <p:nvPr/>
        </p:nvSpPr>
        <p:spPr>
          <a:xfrm>
            <a:off x="3543300" y="1861038"/>
            <a:ext cx="51054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Teamwork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A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78C8F3-F92C-E918-E9D9-1259F206A544}"/>
              </a:ext>
            </a:extLst>
          </p:cNvPr>
          <p:cNvSpPr/>
          <p:nvPr/>
        </p:nvSpPr>
        <p:spPr>
          <a:xfrm>
            <a:off x="3543300" y="5410200"/>
            <a:ext cx="5105400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Teamwork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A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C2604B-81A4-8E2B-FDB5-095D04DFE07C}"/>
              </a:ext>
            </a:extLst>
          </p:cNvPr>
          <p:cNvSpPr/>
          <p:nvPr/>
        </p:nvSpPr>
        <p:spPr>
          <a:xfrm>
            <a:off x="1191358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DCA10C-2254-E767-43A0-0B5FD4A93EC1}"/>
              </a:ext>
            </a:extLst>
          </p:cNvPr>
          <p:cNvSpPr/>
          <p:nvPr/>
        </p:nvSpPr>
        <p:spPr>
          <a:xfrm>
            <a:off x="3176954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0A11ED-64FE-5E6C-ECFF-7F5665CE1083}"/>
              </a:ext>
            </a:extLst>
          </p:cNvPr>
          <p:cNvSpPr/>
          <p:nvPr/>
        </p:nvSpPr>
        <p:spPr>
          <a:xfrm>
            <a:off x="5162550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22519A-2377-5159-E13A-477832B3C118}"/>
              </a:ext>
            </a:extLst>
          </p:cNvPr>
          <p:cNvSpPr/>
          <p:nvPr/>
        </p:nvSpPr>
        <p:spPr>
          <a:xfrm>
            <a:off x="7148146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F7AC43BF-BAA7-4C6B-256B-B99C4B91F00C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5400000">
            <a:off x="3669323" y="1230923"/>
            <a:ext cx="882162" cy="397119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4F23E9A-07B2-1CFD-7779-2D97F63E6644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5400000">
            <a:off x="4662121" y="2223721"/>
            <a:ext cx="882162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BA13430-B082-1870-CF51-70C54809D952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5400000">
            <a:off x="5654919" y="3216519"/>
            <a:ext cx="882162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D66D703-F6EC-F93E-3C7F-C07F644088AB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rot="16200000" flipH="1">
            <a:off x="6647717" y="2223721"/>
            <a:ext cx="882162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402963B-B66E-96AB-FA00-F7382E90CD29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 rot="16200000" flipH="1">
            <a:off x="3691304" y="3005504"/>
            <a:ext cx="838200" cy="39711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BC671C6-C5EE-CB35-387C-E4280D06B556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16200000" flipH="1">
            <a:off x="4684102" y="3998302"/>
            <a:ext cx="838200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3AC661D-B072-E23F-D027-EB72B9F0F805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rot="5400000">
            <a:off x="5676900" y="4991100"/>
            <a:ext cx="8382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D9CA6EF-0D54-4A45-59AA-13982B7B75CC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rot="5400000">
            <a:off x="6669698" y="3998302"/>
            <a:ext cx="838200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CC4625-26CB-1EC7-B7BF-1ACC99F32101}"/>
              </a:ext>
            </a:extLst>
          </p:cNvPr>
          <p:cNvSpPr txBox="1"/>
          <p:nvPr/>
        </p:nvSpPr>
        <p:spPr>
          <a:xfrm>
            <a:off x="-11814" y="1861038"/>
            <a:ext cx="1124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MARKS</a:t>
            </a:r>
            <a:endParaRPr kumimoji="0" lang="en-AE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E6B18-ADE9-CCDC-FD15-14E2C2D974D6}"/>
              </a:ext>
            </a:extLst>
          </p:cNvPr>
          <p:cNvSpPr txBox="1"/>
          <p:nvPr/>
        </p:nvSpPr>
        <p:spPr>
          <a:xfrm>
            <a:off x="-11814" y="5368499"/>
            <a:ext cx="1124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MARKS</a:t>
            </a:r>
            <a:endParaRPr kumimoji="0" lang="en-AE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42740-09C8-7386-CB9E-10F8A9D24998}"/>
              </a:ext>
            </a:extLst>
          </p:cNvPr>
          <p:cNvSpPr txBox="1"/>
          <p:nvPr/>
        </p:nvSpPr>
        <p:spPr>
          <a:xfrm>
            <a:off x="-11814" y="3625850"/>
            <a:ext cx="1124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MARKS</a:t>
            </a:r>
            <a:endParaRPr kumimoji="0" lang="en-AE" sz="2400" b="1" i="0" u="none" strike="noStrike" kern="1200" cap="none" spc="0" normalizeH="0" baseline="0" noProof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B0BE0E-B44B-1DE2-D919-97B24EF9EDCE}"/>
              </a:ext>
            </a:extLst>
          </p:cNvPr>
          <p:cNvSpPr/>
          <p:nvPr/>
        </p:nvSpPr>
        <p:spPr>
          <a:xfrm>
            <a:off x="3051907" y="1867388"/>
            <a:ext cx="6081835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lang="en-A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0AE744-8614-4B50-996C-F7D02F69DB50}"/>
              </a:ext>
            </a:extLst>
          </p:cNvPr>
          <p:cNvSpPr/>
          <p:nvPr/>
        </p:nvSpPr>
        <p:spPr>
          <a:xfrm>
            <a:off x="1185008" y="365124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83303A-6D97-546E-24BB-33A141B0C83D}"/>
              </a:ext>
            </a:extLst>
          </p:cNvPr>
          <p:cNvSpPr/>
          <p:nvPr/>
        </p:nvSpPr>
        <p:spPr>
          <a:xfrm>
            <a:off x="3176954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3B4B0F-37EE-B7BF-1108-2AEB83C86FA1}"/>
              </a:ext>
            </a:extLst>
          </p:cNvPr>
          <p:cNvSpPr/>
          <p:nvPr/>
        </p:nvSpPr>
        <p:spPr>
          <a:xfrm>
            <a:off x="5168900" y="366395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4AC0752-BBEF-42F6-9289-843F3E17E63B}"/>
              </a:ext>
            </a:extLst>
          </p:cNvPr>
          <p:cNvSpPr/>
          <p:nvPr/>
        </p:nvSpPr>
        <p:spPr>
          <a:xfrm>
            <a:off x="7154496" y="3660974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FA7372-6D44-F13F-038C-B6C20C64F23A}"/>
              </a:ext>
            </a:extLst>
          </p:cNvPr>
          <p:cNvGrpSpPr/>
          <p:nvPr/>
        </p:nvGrpSpPr>
        <p:grpSpPr>
          <a:xfrm>
            <a:off x="6095999" y="2775438"/>
            <a:ext cx="4910993" cy="2634763"/>
            <a:chOff x="6095999" y="2775438"/>
            <a:chExt cx="4910993" cy="263476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1C2B4D4-C4F4-3BA1-6EA3-2733C3F016B7}"/>
                </a:ext>
              </a:extLst>
            </p:cNvPr>
            <p:cNvSpPr/>
            <p:nvPr/>
          </p:nvSpPr>
          <p:spPr>
            <a:xfrm>
              <a:off x="9133743" y="3657600"/>
              <a:ext cx="1866900" cy="9144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Individual</a:t>
              </a: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Module#5</a:t>
              </a:r>
            </a:p>
          </p:txBody>
        </p: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8FE66476-4DBB-EB88-5B5C-97CE91F97DCB}"/>
                </a:ext>
              </a:extLst>
            </p:cNvPr>
            <p:cNvCxnSpPr>
              <a:cxnSpLocks/>
              <a:stCxn id="3" idx="2"/>
              <a:endCxn id="12" idx="0"/>
            </p:cNvCxnSpPr>
            <p:nvPr/>
          </p:nvCxnSpPr>
          <p:spPr>
            <a:xfrm rot="16200000" flipH="1">
              <a:off x="7640515" y="1230922"/>
              <a:ext cx="882162" cy="397119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BBAE8B2F-6580-3941-91B8-72B7DA358BEB}"/>
                </a:ext>
              </a:extLst>
            </p:cNvPr>
            <p:cNvCxnSpPr>
              <a:cxnSpLocks/>
              <a:stCxn id="12" idx="2"/>
              <a:endCxn id="4" idx="0"/>
            </p:cNvCxnSpPr>
            <p:nvPr/>
          </p:nvCxnSpPr>
          <p:spPr>
            <a:xfrm rot="5400000">
              <a:off x="7662497" y="3005504"/>
              <a:ext cx="838200" cy="397119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13A0386-017F-389F-FE6A-8EAD606EA5F4}"/>
                </a:ext>
              </a:extLst>
            </p:cNvPr>
            <p:cNvSpPr/>
            <p:nvPr/>
          </p:nvSpPr>
          <p:spPr>
            <a:xfrm>
              <a:off x="9140092" y="3663950"/>
              <a:ext cx="1866900" cy="9144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[M#5]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</a:p>
            <a:p>
              <a:pPr lvl="0" algn="ctr" defTabSz="914400">
                <a:defRPr/>
              </a:pPr>
              <a:r>
                <a:rPr lang="en-US" sz="2000" b="1" dirty="0">
                  <a:solidFill>
                    <a:prstClr val="black"/>
                  </a:solidFill>
                  <a:latin typeface="Calibri"/>
                </a:rPr>
                <a:t>IPC #2</a:t>
              </a:r>
              <a:endParaRPr lang="en-US" sz="2400" b="1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1653881-028C-D8A0-9B86-129E125D0166}"/>
              </a:ext>
            </a:extLst>
          </p:cNvPr>
          <p:cNvSpPr/>
          <p:nvPr/>
        </p:nvSpPr>
        <p:spPr>
          <a:xfrm>
            <a:off x="3536950" y="5403850"/>
            <a:ext cx="5105400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48DDC-11D1-0FCA-D2A2-D331AC41DCD4}"/>
              </a:ext>
            </a:extLst>
          </p:cNvPr>
          <p:cNvSpPr txBox="1"/>
          <p:nvPr/>
        </p:nvSpPr>
        <p:spPr>
          <a:xfrm>
            <a:off x="6074018" y="1038912"/>
            <a:ext cx="2568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F79646"/>
                </a:solidFill>
              </a:rPr>
              <a:t>4 members</a:t>
            </a:r>
            <a:endParaRPr lang="en-AE" sz="3600" b="1">
              <a:solidFill>
                <a:srgbClr val="F79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39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3AC4-84EE-D547-45A2-8E8280E8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9ABE-ED17-24EC-A353-756427A7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ar-EG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F50A51-1E22-B46D-E22F-F8B44A169A20}"/>
              </a:ext>
            </a:extLst>
          </p:cNvPr>
          <p:cNvSpPr/>
          <p:nvPr/>
        </p:nvSpPr>
        <p:spPr>
          <a:xfrm>
            <a:off x="3543300" y="1861038"/>
            <a:ext cx="51054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Teamwork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A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2E7539-D1E8-5197-5103-F52D611BC0CE}"/>
              </a:ext>
            </a:extLst>
          </p:cNvPr>
          <p:cNvSpPr/>
          <p:nvPr/>
        </p:nvSpPr>
        <p:spPr>
          <a:xfrm>
            <a:off x="3543300" y="5410200"/>
            <a:ext cx="5105400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Teamwork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A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15ABAD-C7AD-B689-8450-8C245CDCBAF1}"/>
              </a:ext>
            </a:extLst>
          </p:cNvPr>
          <p:cNvSpPr/>
          <p:nvPr/>
        </p:nvSpPr>
        <p:spPr>
          <a:xfrm>
            <a:off x="1191358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D62810-3351-7F14-FB7D-7D6EB0B9607C}"/>
              </a:ext>
            </a:extLst>
          </p:cNvPr>
          <p:cNvSpPr/>
          <p:nvPr/>
        </p:nvSpPr>
        <p:spPr>
          <a:xfrm>
            <a:off x="3176954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A829AF-639F-9D07-A936-15B5AEA4D231}"/>
              </a:ext>
            </a:extLst>
          </p:cNvPr>
          <p:cNvSpPr/>
          <p:nvPr/>
        </p:nvSpPr>
        <p:spPr>
          <a:xfrm>
            <a:off x="5162550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DB985B-A991-A294-154A-30920352E1A5}"/>
              </a:ext>
            </a:extLst>
          </p:cNvPr>
          <p:cNvSpPr/>
          <p:nvPr/>
        </p:nvSpPr>
        <p:spPr>
          <a:xfrm>
            <a:off x="7148146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A3AAEBE-50A2-4A28-0EA4-347FC571D166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5400000">
            <a:off x="3669323" y="1230923"/>
            <a:ext cx="882162" cy="397119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5F2CEF0-25E6-531F-3868-FB1E40890363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5400000">
            <a:off x="4662121" y="2223721"/>
            <a:ext cx="882162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F7B5768-48FF-A1CB-2D6F-CD358831DA61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5400000">
            <a:off x="5654919" y="3216519"/>
            <a:ext cx="882162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A611924-9452-26BE-3343-E74B68891F70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rot="16200000" flipH="1">
            <a:off x="6647717" y="2223721"/>
            <a:ext cx="882162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3B2151E-A0BA-84DE-0203-C7DF50E6B38F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 rot="16200000" flipH="1">
            <a:off x="3691304" y="3005504"/>
            <a:ext cx="838200" cy="39711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68F9C6A-61D1-5700-9C6C-06BD56549A99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16200000" flipH="1">
            <a:off x="4684102" y="3998302"/>
            <a:ext cx="838200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80226F0-08D1-DAE8-4FF3-1F533E5A6123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rot="5400000">
            <a:off x="5676900" y="4991100"/>
            <a:ext cx="8382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0EFEC7C-1DE5-6AE1-0333-B7146843B6BC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rot="5400000">
            <a:off x="6669698" y="3998302"/>
            <a:ext cx="838200" cy="1985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39B5321-E311-BBEB-4219-ADA388A143C3}"/>
              </a:ext>
            </a:extLst>
          </p:cNvPr>
          <p:cNvSpPr txBox="1"/>
          <p:nvPr/>
        </p:nvSpPr>
        <p:spPr>
          <a:xfrm>
            <a:off x="-11814" y="1861038"/>
            <a:ext cx="1124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MARKS</a:t>
            </a:r>
            <a:endParaRPr kumimoji="0" lang="en-AE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C1EBC1-0E28-93F8-21EC-8ACE650CA717}"/>
              </a:ext>
            </a:extLst>
          </p:cNvPr>
          <p:cNvSpPr txBox="1"/>
          <p:nvPr/>
        </p:nvSpPr>
        <p:spPr>
          <a:xfrm>
            <a:off x="-11814" y="5368499"/>
            <a:ext cx="1124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MARKS</a:t>
            </a:r>
            <a:endParaRPr kumimoji="0" lang="en-AE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DEFFA0-0172-8D62-8CB6-3545CA42341A}"/>
              </a:ext>
            </a:extLst>
          </p:cNvPr>
          <p:cNvSpPr txBox="1"/>
          <p:nvPr/>
        </p:nvSpPr>
        <p:spPr>
          <a:xfrm>
            <a:off x="-11814" y="3625850"/>
            <a:ext cx="1124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MARKS</a:t>
            </a:r>
            <a:endParaRPr kumimoji="0" lang="en-AE" sz="2400" b="1" i="0" u="none" strike="noStrike" kern="1200" cap="none" spc="0" normalizeH="0" baseline="0" noProof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075671-8605-4BA6-3317-238F8EE1B4E1}"/>
              </a:ext>
            </a:extLst>
          </p:cNvPr>
          <p:cNvSpPr/>
          <p:nvPr/>
        </p:nvSpPr>
        <p:spPr>
          <a:xfrm>
            <a:off x="3051907" y="1867388"/>
            <a:ext cx="6081835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Blocking</a:t>
            </a:r>
            <a:endParaRPr kumimoji="0" lang="en-AE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1F111F-D255-0D68-BD20-696AEDFF9053}"/>
              </a:ext>
            </a:extLst>
          </p:cNvPr>
          <p:cNvSpPr/>
          <p:nvPr/>
        </p:nvSpPr>
        <p:spPr>
          <a:xfrm>
            <a:off x="1185008" y="365124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B9B4E6-2E85-866F-811B-5D062C66BFE7}"/>
              </a:ext>
            </a:extLst>
          </p:cNvPr>
          <p:cNvSpPr/>
          <p:nvPr/>
        </p:nvSpPr>
        <p:spPr>
          <a:xfrm>
            <a:off x="3176954" y="365760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B015F1-0B07-7967-119E-36204B801A59}"/>
              </a:ext>
            </a:extLst>
          </p:cNvPr>
          <p:cNvSpPr/>
          <p:nvPr/>
        </p:nvSpPr>
        <p:spPr>
          <a:xfrm>
            <a:off x="5168900" y="3663950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C7191C-5CC3-4051-09B7-C6BC13077040}"/>
              </a:ext>
            </a:extLst>
          </p:cNvPr>
          <p:cNvSpPr/>
          <p:nvPr/>
        </p:nvSpPr>
        <p:spPr>
          <a:xfrm>
            <a:off x="7154496" y="3660974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0304A7D-F59C-66C2-DD30-79BB4BFC1B0B}"/>
              </a:ext>
            </a:extLst>
          </p:cNvPr>
          <p:cNvGrpSpPr/>
          <p:nvPr/>
        </p:nvGrpSpPr>
        <p:grpSpPr>
          <a:xfrm>
            <a:off x="6095999" y="2775438"/>
            <a:ext cx="4910993" cy="2634763"/>
            <a:chOff x="6095999" y="2775438"/>
            <a:chExt cx="4910993" cy="263476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E744A43-4422-D1A4-CAD1-56C80CC2C929}"/>
                </a:ext>
              </a:extLst>
            </p:cNvPr>
            <p:cNvSpPr/>
            <p:nvPr/>
          </p:nvSpPr>
          <p:spPr>
            <a:xfrm>
              <a:off x="9133743" y="3657600"/>
              <a:ext cx="1866900" cy="9144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Individual</a:t>
              </a: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Module#5</a:t>
              </a:r>
            </a:p>
          </p:txBody>
        </p: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9AC7792B-71B0-4334-F187-767AFBE54902}"/>
                </a:ext>
              </a:extLst>
            </p:cNvPr>
            <p:cNvCxnSpPr>
              <a:cxnSpLocks/>
              <a:stCxn id="3" idx="2"/>
              <a:endCxn id="12" idx="0"/>
            </p:cNvCxnSpPr>
            <p:nvPr/>
          </p:nvCxnSpPr>
          <p:spPr>
            <a:xfrm rot="16200000" flipH="1">
              <a:off x="7640515" y="1230922"/>
              <a:ext cx="882162" cy="397119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A7BEFFCA-25FC-3143-1BE2-75293A2AC132}"/>
                </a:ext>
              </a:extLst>
            </p:cNvPr>
            <p:cNvCxnSpPr>
              <a:cxnSpLocks/>
              <a:stCxn id="12" idx="2"/>
              <a:endCxn id="4" idx="0"/>
            </p:cNvCxnSpPr>
            <p:nvPr/>
          </p:nvCxnSpPr>
          <p:spPr>
            <a:xfrm rot="5400000">
              <a:off x="7662497" y="3005504"/>
              <a:ext cx="838200" cy="397119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9D1142D-EA21-8B83-26C4-CC53FD7158AE}"/>
                </a:ext>
              </a:extLst>
            </p:cNvPr>
            <p:cNvSpPr/>
            <p:nvPr/>
          </p:nvSpPr>
          <p:spPr>
            <a:xfrm>
              <a:off x="9140092" y="3663950"/>
              <a:ext cx="1866900" cy="9144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[M#5]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</a:p>
            <a:p>
              <a:pPr lvl="0" algn="ctr" defTabSz="914400">
                <a:defRPr/>
              </a:pPr>
              <a:r>
                <a:rPr lang="en-US" sz="2000" b="1" dirty="0">
                  <a:solidFill>
                    <a:prstClr val="black"/>
                  </a:solidFill>
                  <a:latin typeface="Calibri"/>
                </a:rPr>
                <a:t>IPC #2</a:t>
              </a:r>
              <a:endParaRPr lang="en-US" sz="2400" b="1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4C4D98-AB2E-F8E0-13FE-C6332FEE662C}"/>
              </a:ext>
            </a:extLst>
          </p:cNvPr>
          <p:cNvSpPr/>
          <p:nvPr/>
        </p:nvSpPr>
        <p:spPr>
          <a:xfrm>
            <a:off x="3536950" y="5403850"/>
            <a:ext cx="5105400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0AFBB1-A6D4-3276-DF15-E8A409794954}"/>
              </a:ext>
            </a:extLst>
          </p:cNvPr>
          <p:cNvSpPr txBox="1"/>
          <p:nvPr/>
        </p:nvSpPr>
        <p:spPr>
          <a:xfrm>
            <a:off x="6074018" y="1038912"/>
            <a:ext cx="2568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6 members</a:t>
            </a:r>
            <a:endParaRPr lang="en-AE" sz="3600" b="1">
              <a:solidFill>
                <a:srgbClr val="FF0000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E3C8661-894D-1FB5-F99E-E7C65C11AB8C}"/>
              </a:ext>
            </a:extLst>
          </p:cNvPr>
          <p:cNvSpPr/>
          <p:nvPr/>
        </p:nvSpPr>
        <p:spPr>
          <a:xfrm>
            <a:off x="11112990" y="3657600"/>
            <a:ext cx="107901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[M#6]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Shared Mem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EBD1D8E6-552C-A5D8-3CEA-CFFA941A23CF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16200000" flipH="1">
            <a:off x="8434754" y="439859"/>
            <a:ext cx="875812" cy="55596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08FE76F-2755-1F49-5E87-F37B6A245FC6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 rot="5400000">
            <a:off x="8455148" y="2206503"/>
            <a:ext cx="831850" cy="55628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92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8" grpId="0" animBg="1"/>
      <p:bldP spid="2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8C67-584C-7604-53FE-E7A4975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BIG PICTURE</a:t>
            </a:r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D9573-1F18-F11D-74BE-62D160CF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957125-79A3-E973-AEFF-A70093571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389" r="85938" b="26805"/>
          <a:stretch/>
        </p:blipFill>
        <p:spPr>
          <a:xfrm>
            <a:off x="8546647" y="33090"/>
            <a:ext cx="3645353" cy="682491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AB3EC26-78C1-51CB-BBA5-DF729BA04689}"/>
              </a:ext>
            </a:extLst>
          </p:cNvPr>
          <p:cNvGrpSpPr/>
          <p:nvPr/>
        </p:nvGrpSpPr>
        <p:grpSpPr>
          <a:xfrm>
            <a:off x="3847503" y="1790699"/>
            <a:ext cx="1371600" cy="1186983"/>
            <a:chOff x="3810000" y="1857375"/>
            <a:chExt cx="1371600" cy="1186983"/>
          </a:xfrm>
        </p:grpSpPr>
        <p:pic>
          <p:nvPicPr>
            <p:cNvPr id="1026" name="Picture 2" descr="Folder Icon Vector Art, Icons, and Graphics for Free Download">
              <a:extLst>
                <a:ext uri="{FF2B5EF4-FFF2-40B4-BE49-F238E27FC236}">
                  <a16:creationId xmlns:a16="http://schemas.microsoft.com/office/drawing/2014/main" id="{700D42AF-DB30-65BF-E281-6E754C9D84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93" t="15822" r="10984" b="16484"/>
            <a:stretch/>
          </p:blipFill>
          <p:spPr bwMode="auto">
            <a:xfrm>
              <a:off x="3810000" y="1857375"/>
              <a:ext cx="1371600" cy="1186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A93D4F-C0B2-775E-163D-17D1BFBBE41A}"/>
                </a:ext>
              </a:extLst>
            </p:cNvPr>
            <p:cNvSpPr txBox="1"/>
            <p:nvPr/>
          </p:nvSpPr>
          <p:spPr>
            <a:xfrm>
              <a:off x="3923367" y="2339896"/>
              <a:ext cx="1144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err="1"/>
                <a:t>inc</a:t>
              </a:r>
              <a:r>
                <a:rPr lang="en-US" sz="3200" b="1"/>
                <a:t> </a:t>
              </a:r>
              <a:r>
                <a:rPr lang="en-US" sz="2000" b="1"/>
                <a:t>(.h)</a:t>
              </a:r>
              <a:endParaRPr lang="en-AE" sz="3200" b="1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E6E84C-F577-32E9-C76F-D24CB0B02E92}"/>
              </a:ext>
            </a:extLst>
          </p:cNvPr>
          <p:cNvGrpSpPr/>
          <p:nvPr/>
        </p:nvGrpSpPr>
        <p:grpSpPr>
          <a:xfrm>
            <a:off x="6614073" y="4464654"/>
            <a:ext cx="1366837" cy="1159571"/>
            <a:chOff x="1426028" y="3527207"/>
            <a:chExt cx="1366837" cy="1159571"/>
          </a:xfrm>
        </p:grpSpPr>
        <p:pic>
          <p:nvPicPr>
            <p:cNvPr id="1028" name="Picture 4" descr="I recolored the new Big Sur folder icon to match the highlight colors.  Instructions on changing in comments. : r/macsetups">
              <a:extLst>
                <a:ext uri="{FF2B5EF4-FFF2-40B4-BE49-F238E27FC236}">
                  <a16:creationId xmlns:a16="http://schemas.microsoft.com/office/drawing/2014/main" id="{AE38D3CB-41C7-768D-1C6B-356B9E6F0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6028" y="3527207"/>
              <a:ext cx="1366837" cy="1159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701054-AD51-CC59-14FE-E979B7F81F9B}"/>
                </a:ext>
              </a:extLst>
            </p:cNvPr>
            <p:cNvSpPr txBox="1"/>
            <p:nvPr/>
          </p:nvSpPr>
          <p:spPr>
            <a:xfrm>
              <a:off x="1628177" y="3865408"/>
              <a:ext cx="94288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/>
                <a:t>kern</a:t>
              </a:r>
              <a:endParaRPr lang="en-AE" sz="3200" b="1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672B8A-8729-DC0F-801B-43074AB479C1}"/>
              </a:ext>
            </a:extLst>
          </p:cNvPr>
          <p:cNvGrpSpPr/>
          <p:nvPr/>
        </p:nvGrpSpPr>
        <p:grpSpPr>
          <a:xfrm>
            <a:off x="1141564" y="4464654"/>
            <a:ext cx="1366837" cy="1159571"/>
            <a:chOff x="6305550" y="3527207"/>
            <a:chExt cx="1366837" cy="1159571"/>
          </a:xfrm>
        </p:grpSpPr>
        <p:pic>
          <p:nvPicPr>
            <p:cNvPr id="1034" name="Picture 10" descr="I recolored the new Big Sur folder icon to match the highlight colors.  Instructions on changing in comments. : r/macsetups">
              <a:extLst>
                <a:ext uri="{FF2B5EF4-FFF2-40B4-BE49-F238E27FC236}">
                  <a16:creationId xmlns:a16="http://schemas.microsoft.com/office/drawing/2014/main" id="{8B06C6E7-6EC1-97A5-FCFB-5107B3BC0D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5550" y="3527207"/>
              <a:ext cx="1366837" cy="1159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E64063-5A92-55BB-7AE4-B8261AA4E8AD}"/>
                </a:ext>
              </a:extLst>
            </p:cNvPr>
            <p:cNvSpPr txBox="1"/>
            <p:nvPr/>
          </p:nvSpPr>
          <p:spPr>
            <a:xfrm>
              <a:off x="6305550" y="3863831"/>
              <a:ext cx="13668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/>
                <a:t>user</a:t>
              </a:r>
              <a:endParaRPr lang="en-AE" sz="3200" b="1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22C669-815C-7018-D441-7B0FB8E258B5}"/>
              </a:ext>
            </a:extLst>
          </p:cNvPr>
          <p:cNvGrpSpPr/>
          <p:nvPr/>
        </p:nvGrpSpPr>
        <p:grpSpPr>
          <a:xfrm>
            <a:off x="3738898" y="3314012"/>
            <a:ext cx="1366837" cy="1331169"/>
            <a:chOff x="6250781" y="3305127"/>
            <a:chExt cx="1450757" cy="1450757"/>
          </a:xfrm>
        </p:grpSpPr>
        <p:pic>
          <p:nvPicPr>
            <p:cNvPr id="1038" name="Picture 14" descr="Yellow folder icon free download - DesignBust">
              <a:extLst>
                <a:ext uri="{FF2B5EF4-FFF2-40B4-BE49-F238E27FC236}">
                  <a16:creationId xmlns:a16="http://schemas.microsoft.com/office/drawing/2014/main" id="{AA813DED-7A13-33E7-9EB4-BCAACE179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0781" y="3305127"/>
              <a:ext cx="1450757" cy="14507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B3135F-23C7-D6B7-D8E9-D87643FD9225}"/>
                </a:ext>
              </a:extLst>
            </p:cNvPr>
            <p:cNvSpPr txBox="1"/>
            <p:nvPr/>
          </p:nvSpPr>
          <p:spPr>
            <a:xfrm>
              <a:off x="6419850" y="3865407"/>
              <a:ext cx="10663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/>
                <a:t>lib </a:t>
              </a:r>
              <a:r>
                <a:rPr lang="en-US" sz="2000" b="1"/>
                <a:t>(.c)</a:t>
              </a:r>
              <a:endParaRPr lang="en-AE" sz="3200" b="1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82FBED-B16F-583A-81DD-DF079655EB5D}"/>
              </a:ext>
            </a:extLst>
          </p:cNvPr>
          <p:cNvCxnSpPr>
            <a:stCxn id="1026" idx="2"/>
          </p:cNvCxnSpPr>
          <p:nvPr/>
        </p:nvCxnSpPr>
        <p:spPr>
          <a:xfrm flipH="1">
            <a:off x="4533302" y="2977682"/>
            <a:ext cx="1" cy="48252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9C9E978-5EAF-7EF9-9BA4-8D21FC72B2A3}"/>
              </a:ext>
            </a:extLst>
          </p:cNvPr>
          <p:cNvCxnSpPr>
            <a:stCxn id="1038" idx="1"/>
            <a:endCxn id="1034" idx="0"/>
          </p:cNvCxnSpPr>
          <p:nvPr/>
        </p:nvCxnSpPr>
        <p:spPr>
          <a:xfrm rot="10800000" flipV="1">
            <a:off x="1824984" y="3979596"/>
            <a:ext cx="1913915" cy="48505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D13F71A-C557-A662-0F4D-63E7DE8909BA}"/>
              </a:ext>
            </a:extLst>
          </p:cNvPr>
          <p:cNvCxnSpPr>
            <a:cxnSpLocks/>
            <a:stCxn id="1038" idx="3"/>
            <a:endCxn id="1028" idx="0"/>
          </p:cNvCxnSpPr>
          <p:nvPr/>
        </p:nvCxnSpPr>
        <p:spPr>
          <a:xfrm>
            <a:off x="5105735" y="3979597"/>
            <a:ext cx="2191757" cy="48505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71126C3F-866A-6B0D-8EDA-A9A3749FDCCE}"/>
              </a:ext>
            </a:extLst>
          </p:cNvPr>
          <p:cNvCxnSpPr>
            <a:cxnSpLocks/>
            <a:stCxn id="1026" idx="1"/>
            <a:endCxn id="1034" idx="0"/>
          </p:cNvCxnSpPr>
          <p:nvPr/>
        </p:nvCxnSpPr>
        <p:spPr>
          <a:xfrm rot="10800000" flipV="1">
            <a:off x="1824983" y="2384190"/>
            <a:ext cx="2022520" cy="208046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9F7D7CEC-158E-6B05-1D31-5738E8DDD938}"/>
              </a:ext>
            </a:extLst>
          </p:cNvPr>
          <p:cNvCxnSpPr>
            <a:cxnSpLocks/>
            <a:stCxn id="1026" idx="3"/>
            <a:endCxn id="1028" idx="0"/>
          </p:cNvCxnSpPr>
          <p:nvPr/>
        </p:nvCxnSpPr>
        <p:spPr>
          <a:xfrm>
            <a:off x="5219103" y="2384191"/>
            <a:ext cx="2078389" cy="208046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BA18750-94AC-8A35-20AA-90744F38972F}"/>
              </a:ext>
            </a:extLst>
          </p:cNvPr>
          <p:cNvSpPr/>
          <p:nvPr/>
        </p:nvSpPr>
        <p:spPr>
          <a:xfrm>
            <a:off x="8921416" y="6209648"/>
            <a:ext cx="1445601" cy="250137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151660-5536-24B2-8594-9526FC174283}"/>
              </a:ext>
            </a:extLst>
          </p:cNvPr>
          <p:cNvSpPr txBox="1"/>
          <p:nvPr/>
        </p:nvSpPr>
        <p:spPr>
          <a:xfrm>
            <a:off x="10287419" y="6103529"/>
            <a:ext cx="2028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Dyn </a:t>
            </a:r>
            <a:r>
              <a:rPr lang="en-US" b="1" dirty="0" err="1"/>
              <a:t>Alloc</a:t>
            </a:r>
            <a:r>
              <a:rPr lang="en-US" b="1" dirty="0"/>
              <a:t>, Uheap, </a:t>
            </a:r>
          </a:p>
          <a:p>
            <a:pPr algn="ctr"/>
            <a:r>
              <a:rPr lang="en-US" b="1" dirty="0"/>
              <a:t>IPC</a:t>
            </a:r>
            <a:endParaRPr lang="en-AE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AF275A-FCAB-1933-2083-4C9EAA09FABC}"/>
              </a:ext>
            </a:extLst>
          </p:cNvPr>
          <p:cNvSpPr/>
          <p:nvPr/>
        </p:nvSpPr>
        <p:spPr>
          <a:xfrm>
            <a:off x="9136862" y="4339584"/>
            <a:ext cx="1230155" cy="250137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27A3B9-EB62-CFEB-2706-FF8B60109834}"/>
              </a:ext>
            </a:extLst>
          </p:cNvPr>
          <p:cNvSpPr/>
          <p:nvPr/>
        </p:nvSpPr>
        <p:spPr>
          <a:xfrm>
            <a:off x="9136862" y="2792293"/>
            <a:ext cx="1230155" cy="250137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F9D67F-FAAB-3166-324D-6C4F5F46FBEF}"/>
              </a:ext>
            </a:extLst>
          </p:cNvPr>
          <p:cNvSpPr txBox="1"/>
          <p:nvPr/>
        </p:nvSpPr>
        <p:spPr>
          <a:xfrm>
            <a:off x="10368138" y="2741821"/>
            <a:ext cx="18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CPU Sched.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295CE8-5064-925C-5ADB-E62F925A664E}"/>
              </a:ext>
            </a:extLst>
          </p:cNvPr>
          <p:cNvSpPr txBox="1"/>
          <p:nvPr/>
        </p:nvSpPr>
        <p:spPr>
          <a:xfrm>
            <a:off x="10367017" y="4296239"/>
            <a:ext cx="1824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Fault Handler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12B4D2-68C9-8A87-ACD0-EE5B00090C6D}"/>
              </a:ext>
            </a:extLst>
          </p:cNvPr>
          <p:cNvSpPr/>
          <p:nvPr/>
        </p:nvSpPr>
        <p:spPr>
          <a:xfrm>
            <a:off x="9159020" y="3420861"/>
            <a:ext cx="1230155" cy="250137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8D696C-8C63-8EB5-1561-31150A112920}"/>
              </a:ext>
            </a:extLst>
          </p:cNvPr>
          <p:cNvSpPr txBox="1"/>
          <p:nvPr/>
        </p:nvSpPr>
        <p:spPr>
          <a:xfrm>
            <a:off x="10389175" y="3377516"/>
            <a:ext cx="1824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err="1"/>
              <a:t>Kheap</a:t>
            </a:r>
            <a:r>
              <a:rPr lang="en-US" b="1"/>
              <a:t>, Share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42C5B-282F-D408-3CBF-8720CA2E1425}"/>
              </a:ext>
            </a:extLst>
          </p:cNvPr>
          <p:cNvSpPr txBox="1"/>
          <p:nvPr/>
        </p:nvSpPr>
        <p:spPr>
          <a:xfrm>
            <a:off x="9658441" y="4019240"/>
            <a:ext cx="45838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bIns="0" rtlCol="0">
            <a:spAutoFit/>
          </a:bodyPr>
          <a:lstStyle/>
          <a:p>
            <a:r>
              <a:rPr lang="en-US" dirty="0" err="1"/>
              <a:t>ipc</a:t>
            </a:r>
            <a:endParaRPr lang="en-A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5607E2-C47D-E61C-7539-F020BD1AB2AE}"/>
              </a:ext>
            </a:extLst>
          </p:cNvPr>
          <p:cNvSpPr/>
          <p:nvPr/>
        </p:nvSpPr>
        <p:spPr>
          <a:xfrm>
            <a:off x="9159020" y="4030354"/>
            <a:ext cx="1230155" cy="250137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649C8D-5CBF-1C93-15C2-BF6C10682596}"/>
              </a:ext>
            </a:extLst>
          </p:cNvPr>
          <p:cNvSpPr txBox="1"/>
          <p:nvPr/>
        </p:nvSpPr>
        <p:spPr>
          <a:xfrm>
            <a:off x="10390863" y="3957486"/>
            <a:ext cx="182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IPC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130520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3" grpId="0"/>
      <p:bldP spid="27" grpId="0" animBg="1"/>
      <p:bldP spid="28" grpId="0" animBg="1"/>
      <p:bldP spid="30" grpId="0"/>
      <p:bldP spid="31" grpId="0"/>
      <p:bldP spid="34" grpId="0" animBg="1"/>
      <p:bldP spid="35" grpId="0"/>
      <p:bldP spid="17" grpId="0" animBg="1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4493-6965-B289-2A88-A6C4C47F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CBF1E-5EB1-7529-AD8B-7879F091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AA2E2-2EDA-4AE1-26BA-FFBE2E11A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0: ROADMAP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>
                <a:solidFill>
                  <a:schemeClr val="bg1">
                    <a:lumMod val="65000"/>
                  </a:schemeClr>
                </a:solidFill>
              </a:rPr>
              <a:t>Registration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>
                <a:solidFill>
                  <a:schemeClr val="bg1">
                    <a:lumMod val="65000"/>
                  </a:schemeClr>
                </a:solidFill>
              </a:rPr>
              <a:t>Project Overview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/>
              <a:t>Supportive Materials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/>
              <a:t>Logistics &amp; Delivery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/>
              <a:t>Advices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A97D2-6534-C9E9-F52E-96D3C7CF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F6D826-4A3D-F638-63EB-E2F6F709C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4076" y="0"/>
            <a:ext cx="837924" cy="83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77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CFC5C-AA3C-B8D5-853A-B65617EC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Supportive Materials </a:t>
            </a:r>
            <a:r>
              <a:rPr lang="en-US" b="1"/>
              <a:t>– </a:t>
            </a:r>
            <a:r>
              <a:rPr lang="en-US" b="1">
                <a:solidFill>
                  <a:srgbClr val="FF0000"/>
                </a:solidFill>
              </a:rPr>
              <a:t>CODES</a:t>
            </a:r>
            <a:r>
              <a:rPr lang="en-US" b="1"/>
              <a:t> </a:t>
            </a:r>
            <a:r>
              <a:rPr lang="en-US"/>
              <a:t> 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00B85-ED02-992A-FE4C-85D43DA4B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2"/>
            <a:ext cx="10058400" cy="5117776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r>
              <a:rPr lang="en-US" sz="2800" b="1" dirty="0">
                <a:hlinkClick r:id="rId2" action="ppaction://hlinkfile"/>
              </a:rPr>
              <a:t>APPENDICES</a:t>
            </a:r>
            <a:r>
              <a:rPr lang="en-US" sz="2800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STRING 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HELPER FUNCTIONS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LISTS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HELPER MACROS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ENTRY MANIPULATION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TABLES and DIRECTORY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MEMORY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MANAGEMENT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SHARED MEMORY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STRUCTURE &amp; HELPER FUNCTIONS</a:t>
            </a:r>
            <a:endParaRPr lang="en-US" sz="24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PAGE FILE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HELPER FUNCTIONS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WORKING SET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STRUCTURE &amp; HELPER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cs typeface="Arial" panose="020B0604020202020204" pitchFamily="34" charset="0"/>
              </a:rPr>
              <a:t>CPU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STRUCTURE &amp; HELPER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cs typeface="Arial" panose="020B0604020202020204" pitchFamily="34" charset="0"/>
              </a:rPr>
              <a:t>SCHEDULER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STRUCTURE &amp; HELPER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PROTECTION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PRIMITIVES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READY-MADE </a:t>
            </a: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COMMAND</a:t>
            </a:r>
            <a:r>
              <a:rPr lang="en-US" sz="2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endParaRPr lang="en-US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C50ED-FB50-5A18-510F-4A6D7486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A8538-EEFD-26E4-8069-512867D66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B572-9193-ABA6-A257-BC11D8B7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Supportive Materials </a:t>
            </a:r>
            <a:r>
              <a:rPr lang="en-US" b="1"/>
              <a:t>– </a:t>
            </a:r>
            <a:r>
              <a:rPr lang="en-US" b="1">
                <a:solidFill>
                  <a:srgbClr val="FF0000"/>
                </a:solidFill>
              </a:rPr>
              <a:t>VIDEOS</a:t>
            </a:r>
            <a:r>
              <a:rPr lang="en-US" b="1"/>
              <a:t> </a:t>
            </a:r>
            <a:r>
              <a:rPr lang="en-US"/>
              <a:t> 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0A1A6-3366-DD39-B125-0B0EE3B98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571711" cy="4725664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sz="2800" dirty="0"/>
              <a:t>How to import a new project into eclipse? 		[</a:t>
            </a:r>
            <a:r>
              <a:rPr lang="en-US" sz="2800" dirty="0">
                <a:hlinkClick r:id="rId2"/>
              </a:rPr>
              <a:t>link</a:t>
            </a:r>
            <a:r>
              <a:rPr lang="en-US" sz="2800" dirty="0"/>
              <a:t>]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Debugging:</a:t>
            </a:r>
          </a:p>
          <a:p>
            <a:pPr marL="1371600" lvl="2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dirty="0"/>
              <a:t>Debug </a:t>
            </a:r>
            <a:r>
              <a:rPr lang="en-US" sz="2400" b="1" dirty="0"/>
              <a:t>KERN</a:t>
            </a:r>
            <a:r>
              <a:rPr lang="en-US" sz="2400" dirty="0"/>
              <a:t> Code via </a:t>
            </a:r>
            <a:r>
              <a:rPr lang="en-US" sz="2400" b="1" dirty="0"/>
              <a:t>breakpoints</a:t>
            </a:r>
            <a:r>
              <a:rPr lang="en-US" sz="2400" dirty="0"/>
              <a:t> (ECLIPSE)	[</a:t>
            </a:r>
            <a:r>
              <a:rPr lang="en-US" sz="2400" dirty="0">
                <a:hlinkClick r:id="rId3"/>
              </a:rPr>
              <a:t>link</a:t>
            </a:r>
            <a:r>
              <a:rPr lang="en-US" sz="2400" dirty="0"/>
              <a:t>]</a:t>
            </a:r>
          </a:p>
          <a:p>
            <a:pPr marL="1371600" lvl="2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dirty="0"/>
              <a:t>Debug </a:t>
            </a:r>
            <a:r>
              <a:rPr lang="en-US" sz="2400" b="1" dirty="0"/>
              <a:t>USER</a:t>
            </a:r>
            <a:r>
              <a:rPr lang="en-US" sz="2400" dirty="0"/>
              <a:t> Code via </a:t>
            </a:r>
            <a:r>
              <a:rPr lang="en-US" sz="2400" b="1" dirty="0"/>
              <a:t>breakpoints</a:t>
            </a:r>
            <a:r>
              <a:rPr lang="en-US" sz="2400" dirty="0"/>
              <a:t> (ECLIPSE)	[</a:t>
            </a:r>
            <a:r>
              <a:rPr lang="en-US" sz="2400" dirty="0">
                <a:hlinkClick r:id="rId4"/>
              </a:rPr>
              <a:t>link</a:t>
            </a:r>
            <a:r>
              <a:rPr lang="en-US" sz="2400" dirty="0"/>
              <a:t>]</a:t>
            </a:r>
          </a:p>
          <a:p>
            <a:pPr marL="1371600" lvl="2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dirty="0"/>
              <a:t>Debug any code via </a:t>
            </a:r>
            <a:r>
              <a:rPr lang="en-US" sz="2400" b="1" dirty="0"/>
              <a:t>printing</a:t>
            </a:r>
            <a:r>
              <a:rPr lang="en-US" sz="2400" dirty="0"/>
              <a:t> 				[</a:t>
            </a:r>
            <a:r>
              <a:rPr lang="en-US" sz="2400" dirty="0">
                <a:hlinkClick r:id="rId5"/>
              </a:rPr>
              <a:t>link</a:t>
            </a:r>
            <a:r>
              <a:rPr lang="en-US" sz="2400" dirty="0"/>
              <a:t>: 1</a:t>
            </a:r>
            <a:r>
              <a:rPr lang="en-US" sz="2400" baseline="30000" dirty="0"/>
              <a:t>st</a:t>
            </a:r>
            <a:r>
              <a:rPr lang="en-US" sz="2400" dirty="0"/>
              <a:t> minute]</a:t>
            </a:r>
          </a:p>
          <a:p>
            <a:pPr marL="1371600" lvl="2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dirty="0"/>
              <a:t>Locate the line causing exception via </a:t>
            </a:r>
            <a:r>
              <a:rPr lang="en-US" sz="2400" b="1" dirty="0"/>
              <a:t>disassembly</a:t>
            </a:r>
            <a:r>
              <a:rPr lang="en-US" sz="2400" dirty="0"/>
              <a:t>	[</a:t>
            </a:r>
            <a:r>
              <a:rPr lang="en-US" sz="2400" dirty="0">
                <a:hlinkClick r:id="rId5"/>
              </a:rPr>
              <a:t>link</a:t>
            </a:r>
            <a:r>
              <a:rPr lang="en-US" sz="2400" dirty="0"/>
              <a:t>]</a:t>
            </a:r>
          </a:p>
          <a:p>
            <a:pPr marL="457200" indent="-457200">
              <a:buFont typeface="+mj-lt"/>
              <a:buAutoNum type="arabicPeriod"/>
            </a:pPr>
            <a:endParaRPr lang="en-US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D03F1-9271-FAD4-05C8-06B0CD21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3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4DA4-3BE8-E191-84A9-109BF37E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1333-1F31-2970-014A-C79ED82C6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Supportive Materials </a:t>
            </a:r>
            <a:r>
              <a:rPr lang="en-US" b="1"/>
              <a:t>– </a:t>
            </a:r>
            <a:r>
              <a:rPr lang="en-US" b="1">
                <a:solidFill>
                  <a:srgbClr val="FF0000"/>
                </a:solidFill>
              </a:rPr>
              <a:t>TESTING</a:t>
            </a:r>
            <a:r>
              <a:rPr lang="en-US" b="1"/>
              <a:t> </a:t>
            </a:r>
            <a:r>
              <a:rPr lang="en-US"/>
              <a:t> 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3647E-3E7C-56ED-235C-42FB27B06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571711" cy="445115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Set of </a:t>
            </a:r>
            <a:r>
              <a:rPr lang="en-US" sz="2800" b="1" dirty="0"/>
              <a:t>modular tests </a:t>
            </a:r>
            <a:r>
              <a:rPr lang="en-US" sz="2800" dirty="0"/>
              <a:t>for each module [</a:t>
            </a:r>
            <a:r>
              <a:rPr lang="en-US" sz="2800" b="1" dirty="0">
                <a:solidFill>
                  <a:srgbClr val="00B050"/>
                </a:solidFill>
              </a:rPr>
              <a:t>seen</a:t>
            </a:r>
            <a:r>
              <a:rPr lang="en-US" sz="2800" dirty="0"/>
              <a:t> &amp; </a:t>
            </a:r>
            <a:r>
              <a:rPr lang="en-US" sz="2800" b="1" dirty="0">
                <a:solidFill>
                  <a:srgbClr val="FF0000"/>
                </a:solidFill>
              </a:rPr>
              <a:t>unseen</a:t>
            </a:r>
            <a:r>
              <a:rPr lang="en-US" sz="2800" dirty="0"/>
              <a:t>]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Helps to discover </a:t>
            </a:r>
            <a:r>
              <a:rPr lang="en-US" sz="2800" b="1" u="sng" dirty="0"/>
              <a:t>some</a:t>
            </a:r>
            <a:r>
              <a:rPr lang="en-US" sz="2800" dirty="0"/>
              <a:t> bugs</a:t>
            </a:r>
          </a:p>
          <a:p>
            <a:pPr marL="201168" lvl="1" indent="0" algn="ctr">
              <a:lnSpc>
                <a:spcPct val="150000"/>
              </a:lnSpc>
              <a:buNone/>
            </a:pPr>
            <a:r>
              <a:rPr lang="en-US" sz="3200" b="1" dirty="0"/>
              <a:t>Successful Test ≢ 100% Correctness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200" b="1" dirty="0"/>
              <a:t>Be </a:t>
            </a:r>
            <a:r>
              <a:rPr lang="en-US" sz="3200" b="1" dirty="0">
                <a:solidFill>
                  <a:srgbClr val="00B050"/>
                </a:solidFill>
              </a:rPr>
              <a:t>LOGIC-DRIVEN</a:t>
            </a:r>
            <a:r>
              <a:rPr lang="en-US" sz="3200" b="1" dirty="0"/>
              <a:t>... Not </a:t>
            </a:r>
            <a:r>
              <a:rPr lang="en-US" sz="3200" b="1" dirty="0">
                <a:solidFill>
                  <a:srgbClr val="FF0000"/>
                </a:solidFill>
              </a:rPr>
              <a:t>TEST-DRIVEN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200" b="1" dirty="0"/>
              <a:t>Tests will be released later </a:t>
            </a:r>
            <a:r>
              <a:rPr lang="en-US" sz="3200" b="1" dirty="0" err="1"/>
              <a:t>isA</a:t>
            </a: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AEDF1-E779-1825-AD3D-C7AC6D12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7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C86442-C849-4D51-F308-B9A3F8FE2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08" y="3912632"/>
            <a:ext cx="10086975" cy="23092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0A9017-4887-9EC9-3D40-968DBAFC8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508" y="1234130"/>
            <a:ext cx="10086975" cy="230900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78F4BCA-7192-2740-7BE2-3AB6F307E10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660987" cy="103663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Where should I write the Code?</a:t>
            </a:r>
            <a:endParaRPr lang="ar-EG" sz="4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5D9F43-FB30-64AE-0CEA-F39E6CC4EBAB}"/>
              </a:ext>
            </a:extLst>
          </p:cNvPr>
          <p:cNvSpPr txBox="1"/>
          <p:nvPr/>
        </p:nvSpPr>
        <p:spPr>
          <a:xfrm>
            <a:off x="1878072" y="530860"/>
            <a:ext cx="892057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/>
              <a:t>There’re shortcut links that direct you to the function definition</a:t>
            </a:r>
            <a:endParaRPr lang="ar-EG" sz="2000"/>
          </a:p>
        </p:txBody>
      </p:sp>
      <p:sp>
        <p:nvSpPr>
          <p:cNvPr id="19" name="Down Arrow 5">
            <a:extLst>
              <a:ext uri="{FF2B5EF4-FFF2-40B4-BE49-F238E27FC236}">
                <a16:creationId xmlns:a16="http://schemas.microsoft.com/office/drawing/2014/main" id="{D8694940-0F37-1331-65F3-A0AB6681C86B}"/>
              </a:ext>
            </a:extLst>
          </p:cNvPr>
          <p:cNvSpPr/>
          <p:nvPr/>
        </p:nvSpPr>
        <p:spPr>
          <a:xfrm rot="4059418">
            <a:off x="2543585" y="839663"/>
            <a:ext cx="484632" cy="754819"/>
          </a:xfrm>
          <a:prstGeom prst="downArrow">
            <a:avLst>
              <a:gd name="adj1" fmla="val 38020"/>
              <a:gd name="adj2" fmla="val 52995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59351C-4445-ACDD-AEC7-0F1A8BEF53A1}"/>
              </a:ext>
            </a:extLst>
          </p:cNvPr>
          <p:cNvSpPr txBox="1"/>
          <p:nvPr/>
        </p:nvSpPr>
        <p:spPr>
          <a:xfrm>
            <a:off x="3061302" y="876301"/>
            <a:ext cx="25718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[1] Click on “Tasks” Tab</a:t>
            </a:r>
            <a:endParaRPr lang="ar-EG"/>
          </a:p>
        </p:txBody>
      </p:sp>
      <p:sp>
        <p:nvSpPr>
          <p:cNvPr id="21" name="Down Arrow 7">
            <a:extLst>
              <a:ext uri="{FF2B5EF4-FFF2-40B4-BE49-F238E27FC236}">
                <a16:creationId xmlns:a16="http://schemas.microsoft.com/office/drawing/2014/main" id="{A87FE7F9-8FB6-4B4C-2C50-D64F98B7A2F8}"/>
              </a:ext>
            </a:extLst>
          </p:cNvPr>
          <p:cNvSpPr/>
          <p:nvPr/>
        </p:nvSpPr>
        <p:spPr>
          <a:xfrm rot="1836352">
            <a:off x="5465197" y="921430"/>
            <a:ext cx="534610" cy="2232364"/>
          </a:xfrm>
          <a:prstGeom prst="downArrow">
            <a:avLst>
              <a:gd name="adj1" fmla="val 38020"/>
              <a:gd name="adj2" fmla="val 5333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59AAD7-719B-7655-0CDE-4F191DB7ADD7}"/>
              </a:ext>
            </a:extLst>
          </p:cNvPr>
          <p:cNvSpPr txBox="1"/>
          <p:nvPr/>
        </p:nvSpPr>
        <p:spPr>
          <a:xfrm>
            <a:off x="6254884" y="876301"/>
            <a:ext cx="44286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[2] Double Click on the required function</a:t>
            </a:r>
            <a:endParaRPr lang="ar-E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9537DF-DF62-A6B4-29D7-C5CACCF470B5}"/>
              </a:ext>
            </a:extLst>
          </p:cNvPr>
          <p:cNvSpPr txBox="1"/>
          <p:nvPr/>
        </p:nvSpPr>
        <p:spPr>
          <a:xfrm>
            <a:off x="4706909" y="3543300"/>
            <a:ext cx="576675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[3] Function body, at which you should write the code</a:t>
            </a:r>
            <a:endParaRPr lang="ar-EG"/>
          </a:p>
        </p:txBody>
      </p:sp>
      <p:sp>
        <p:nvSpPr>
          <p:cNvPr id="24" name="Down Arrow 12">
            <a:extLst>
              <a:ext uri="{FF2B5EF4-FFF2-40B4-BE49-F238E27FC236}">
                <a16:creationId xmlns:a16="http://schemas.microsoft.com/office/drawing/2014/main" id="{3A6C1814-7ED8-0C84-8615-D04F91E2CD06}"/>
              </a:ext>
            </a:extLst>
          </p:cNvPr>
          <p:cNvSpPr/>
          <p:nvPr/>
        </p:nvSpPr>
        <p:spPr>
          <a:xfrm rot="4210381">
            <a:off x="3830015" y="3265272"/>
            <a:ext cx="484632" cy="1554197"/>
          </a:xfrm>
          <a:prstGeom prst="downArrow">
            <a:avLst>
              <a:gd name="adj1" fmla="val 38020"/>
              <a:gd name="adj2" fmla="val 52995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5" name="Slide Number Placeholder 13">
            <a:extLst>
              <a:ext uri="{FF2B5EF4-FFF2-40B4-BE49-F238E27FC236}">
                <a16:creationId xmlns:a16="http://schemas.microsoft.com/office/drawing/2014/main" id="{67C88280-07B4-290B-E5DF-E281BBFAB5F9}"/>
              </a:ext>
            </a:extLst>
          </p:cNvPr>
          <p:cNvSpPr txBox="1">
            <a:spLocks/>
          </p:cNvSpPr>
          <p:nvPr/>
        </p:nvSpPr>
        <p:spPr>
          <a:xfrm>
            <a:off x="7678709" y="5392182"/>
            <a:ext cx="23536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30647F-D823-CF4C-043C-70126D35B7D1}"/>
              </a:ext>
            </a:extLst>
          </p:cNvPr>
          <p:cNvSpPr/>
          <p:nvPr/>
        </p:nvSpPr>
        <p:spPr>
          <a:xfrm>
            <a:off x="1582708" y="1855233"/>
            <a:ext cx="4959429" cy="943249"/>
          </a:xfrm>
          <a:prstGeom prst="roundRect">
            <a:avLst/>
          </a:prstGeom>
          <a:solidFill>
            <a:srgbClr val="FFCC00">
              <a:alpha val="4000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/>
              <a:t>GIVEN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E411A05-13EF-CD24-6E8D-2C783705D97D}"/>
              </a:ext>
            </a:extLst>
          </p:cNvPr>
          <p:cNvSpPr/>
          <p:nvPr/>
        </p:nvSpPr>
        <p:spPr>
          <a:xfrm>
            <a:off x="1582708" y="2827033"/>
            <a:ext cx="4959429" cy="716104"/>
          </a:xfrm>
          <a:prstGeom prst="roundRect">
            <a:avLst/>
          </a:prstGeom>
          <a:solidFill>
            <a:srgbClr val="FF3300">
              <a:alpha val="38824"/>
            </a:srgb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/>
              <a:t>REQUIRED</a:t>
            </a:r>
          </a:p>
        </p:txBody>
      </p:sp>
    </p:spTree>
    <p:extLst>
      <p:ext uri="{BB962C8B-B14F-4D97-AF65-F5344CB8AC3E}">
        <p14:creationId xmlns:p14="http://schemas.microsoft.com/office/powerpoint/2010/main" val="307852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2" grpId="0"/>
      <p:bldP spid="23" grpId="0"/>
      <p:bldP spid="24" grpId="0" animBg="1"/>
      <p:bldP spid="26" grpId="0" animBg="1"/>
      <p:bldP spid="26" grpId="1" animBg="1"/>
      <p:bldP spid="27" grpId="0" animBg="1"/>
      <p:bldP spid="2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FEB76-FF74-E593-2F0A-0CA1561D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0020-0B97-8E00-3D03-47CFA163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FBF3-8056-BDA4-85D7-92B330398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/>
              <a:t>PART 0: ROADMAP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>
                <a:solidFill>
                  <a:schemeClr val="bg1">
                    <a:lumMod val="65000"/>
                  </a:schemeClr>
                </a:solidFill>
              </a:rPr>
              <a:t>Registration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>
                <a:solidFill>
                  <a:schemeClr val="bg1">
                    <a:lumMod val="65000"/>
                  </a:schemeClr>
                </a:solidFill>
              </a:rPr>
              <a:t>Project Overview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>
                <a:solidFill>
                  <a:schemeClr val="bg1">
                    <a:lumMod val="65000"/>
                  </a:schemeClr>
                </a:solidFill>
              </a:rPr>
              <a:t>Supportive Materials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/>
              <a:t>Logistics &amp; Delivery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/>
              <a:t>Advices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4FC2F-2768-420F-446C-A0F00A89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37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090"/>
            <a:ext cx="10058400" cy="886214"/>
          </a:xfrm>
        </p:spPr>
        <p:txBody>
          <a:bodyPr/>
          <a:lstStyle/>
          <a:p>
            <a:r>
              <a:rPr lang="en-US"/>
              <a:t>Logistics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3671"/>
            <a:ext cx="12191999" cy="579124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Startup Code</a:t>
            </a:r>
            <a:r>
              <a:rPr lang="en-US" dirty="0"/>
              <a:t>: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FOS_PROJECT_2026_template.zip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Follow </a:t>
            </a:r>
            <a:r>
              <a:rPr lang="en-US" dirty="0">
                <a:hlinkClick r:id="rId2"/>
              </a:rPr>
              <a:t>these steps </a:t>
            </a:r>
            <a:r>
              <a:rPr lang="en-US" dirty="0"/>
              <a:t> OR check </a:t>
            </a:r>
            <a:r>
              <a:rPr lang="en-US" dirty="0">
                <a:hlinkClick r:id="rId3"/>
              </a:rPr>
              <a:t>this video</a:t>
            </a:r>
            <a:r>
              <a:rPr lang="en-US" dirty="0"/>
              <a:t> to import the project folder into the eclipse</a:t>
            </a:r>
          </a:p>
          <a:p>
            <a:pPr>
              <a:lnSpc>
                <a:spcPct val="100000"/>
              </a:lnSpc>
            </a:pPr>
            <a:r>
              <a:rPr lang="en-US" b="1" dirty="0"/>
              <a:t>Delivery Method: </a:t>
            </a:r>
            <a:r>
              <a:rPr lang="en-US" b="1" dirty="0">
                <a:solidFill>
                  <a:srgbClr val="00B050"/>
                </a:solidFill>
                <a:hlinkClick r:id="rId4"/>
              </a:rPr>
              <a:t>GOOGLE FORM</a:t>
            </a:r>
            <a:endParaRPr lang="en-US" b="1" dirty="0">
              <a:solidFill>
                <a:srgbClr val="00B05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/>
              <a:t>It’s </a:t>
            </a:r>
            <a:r>
              <a:rPr lang="en-US" b="1" dirty="0"/>
              <a:t>FINAL</a:t>
            </a:r>
            <a:r>
              <a:rPr lang="en-US" dirty="0"/>
              <a:t> delivery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FF0000"/>
                </a:solidFill>
              </a:rPr>
              <a:t>MUST</a:t>
            </a:r>
            <a:r>
              <a:rPr lang="en-US" dirty="0"/>
              <a:t> deliver the required tasks and </a:t>
            </a:r>
            <a:r>
              <a:rPr lang="en-US" b="1" dirty="0">
                <a:solidFill>
                  <a:srgbClr val="FF0000"/>
                </a:solidFill>
              </a:rPr>
              <a:t>ENSURE</a:t>
            </a:r>
            <a:r>
              <a:rPr lang="en-US" b="1" dirty="0"/>
              <a:t> </a:t>
            </a:r>
            <a:r>
              <a:rPr lang="en-US" dirty="0"/>
              <a:t>they’re worked correctly</a:t>
            </a:r>
            <a:endParaRPr lang="en-US" b="1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</a:pPr>
            <a:r>
              <a:rPr lang="en-US" b="1" dirty="0"/>
              <a:t>Delivery Dates: 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FF0000"/>
                </a:solidFill>
              </a:rPr>
              <a:t>Week #12 (SAT 5 DECEMBER) </a:t>
            </a:r>
            <a:r>
              <a:rPr lang="en-US" b="1" dirty="0" err="1">
                <a:solidFill>
                  <a:srgbClr val="FF0000"/>
                </a:solidFill>
              </a:rPr>
              <a:t>isA</a:t>
            </a:r>
            <a:endParaRPr lang="en-US" b="1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</a:rPr>
              <a:t>Upload your code EARLY as NO EXCEPTION will be accepted.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Support: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support for teams will be through their </a:t>
            </a:r>
            <a:r>
              <a:rPr lang="en-US" b="1" dirty="0"/>
              <a:t>MENTORS ONLY (+Lecturer) </a:t>
            </a:r>
            <a:r>
              <a:rPr lang="en-US" dirty="0"/>
              <a:t>during via:</a:t>
            </a:r>
          </a:p>
          <a:p>
            <a:pPr marL="726948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MAIN METHOD: </a:t>
            </a:r>
            <a:r>
              <a:rPr lang="en-US" sz="1800" dirty="0">
                <a:hlinkClick r:id="rId5"/>
              </a:rPr>
              <a:t>weekly office hours</a:t>
            </a:r>
            <a:r>
              <a:rPr lang="en-US" sz="1800" dirty="0"/>
              <a:t>.</a:t>
            </a:r>
          </a:p>
          <a:p>
            <a:pPr marL="726948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SECONDARY METHOD [OPTIONAL]: </a:t>
            </a:r>
            <a:r>
              <a:rPr lang="en-US" sz="1800" dirty="0">
                <a:hlinkClick r:id="rId5"/>
              </a:rPr>
              <a:t>other contact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AD7CF-F0A2-4383-A038-D82EAAF254E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155680" cy="812800"/>
          </a:xfrm>
        </p:spPr>
        <p:txBody>
          <a:bodyPr>
            <a:normAutofit/>
          </a:bodyPr>
          <a:lstStyle/>
          <a:p>
            <a:r>
              <a:rPr lang="en-US"/>
              <a:t>Submission Rules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12800"/>
            <a:ext cx="12192000" cy="60452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Read the following instructions as the code correction is done AUTOMATICALLY. Any violation in these rules will lead to 0 and, in this case, nothing could be happened.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u="sng" dirty="0">
                <a:solidFill>
                  <a:schemeClr val="tx1"/>
                </a:solidFill>
              </a:rPr>
              <a:t>First ensure the following that (</a:t>
            </a:r>
            <a:r>
              <a:rPr lang="en-US" b="1" u="sng" dirty="0">
                <a:solidFill>
                  <a:srgbClr val="FF0000"/>
                </a:solidFill>
              </a:rPr>
              <a:t>READ CAREFULLY</a:t>
            </a:r>
            <a:r>
              <a:rPr lang="en-US" b="1" u="sng" dirty="0">
                <a:solidFill>
                  <a:schemeClr val="tx1"/>
                </a:solidFill>
              </a:rPr>
              <a:t>):  </a:t>
            </a:r>
          </a:p>
          <a:p>
            <a:pPr marL="578358" lvl="1" indent="-28575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You tested each function in a </a:t>
            </a:r>
            <a:r>
              <a:rPr lang="en-US" b="1" dirty="0">
                <a:solidFill>
                  <a:srgbClr val="FF0000"/>
                </a:solidFill>
              </a:rPr>
              <a:t>FRESH RUN </a:t>
            </a:r>
            <a:r>
              <a:rPr lang="en-US" dirty="0">
                <a:solidFill>
                  <a:schemeClr val="tx1"/>
                </a:solidFill>
              </a:rPr>
              <a:t>and a congratulations message have been appeared.</a:t>
            </a:r>
          </a:p>
          <a:p>
            <a:pPr marL="578358" lvl="1" indent="-28575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NO CODE with errors WILL BE CORRECTED</a:t>
            </a:r>
            <a:r>
              <a:rPr lang="en-US" dirty="0">
                <a:solidFill>
                  <a:schemeClr val="tx1"/>
                </a:solidFill>
              </a:rPr>
              <a:t>. So, CLEAN &amp; RUN your project several times before your submission.</a:t>
            </a:r>
          </a:p>
          <a:p>
            <a:pPr marL="578358" lvl="1" indent="-28575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You submitted </a:t>
            </a:r>
            <a:r>
              <a:rPr lang="en-US" b="1" dirty="0">
                <a:solidFill>
                  <a:srgbClr val="FF0000"/>
                </a:solidFill>
              </a:rPr>
              <a:t>BEFORE </a:t>
            </a:r>
            <a:r>
              <a:rPr lang="en-US" dirty="0">
                <a:solidFill>
                  <a:schemeClr val="tx1"/>
                </a:solidFill>
              </a:rPr>
              <a:t>the deadline by several hours to </a:t>
            </a:r>
            <a:r>
              <a:rPr lang="en-US" b="1" dirty="0">
                <a:solidFill>
                  <a:srgbClr val="FF0000"/>
                </a:solidFill>
              </a:rPr>
              <a:t>AVOID</a:t>
            </a:r>
            <a:r>
              <a:rPr lang="en-US" dirty="0">
                <a:solidFill>
                  <a:schemeClr val="tx1"/>
                </a:solidFill>
              </a:rPr>
              <a:t> any internet problems.</a:t>
            </a:r>
          </a:p>
          <a:p>
            <a:pPr marL="578358" lvl="1" indent="-28575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DEADLINE: Week #12 (BEG of DECEMBER) </a:t>
            </a:r>
            <a:r>
              <a:rPr lang="en-US" b="1" dirty="0" err="1">
                <a:solidFill>
                  <a:srgbClr val="FF0000"/>
                </a:solidFill>
              </a:rPr>
              <a:t>isA</a:t>
            </a:r>
            <a:endParaRPr lang="en-US" dirty="0">
              <a:solidFill>
                <a:schemeClr val="tx1"/>
              </a:solidFill>
            </a:endParaRPr>
          </a:p>
          <a:p>
            <a:pPr marL="578358" lvl="1" indent="-28575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NO DELAYED submissions WILL BE ACCEPTED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578358" lvl="1" indent="-28575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ONLY ONE person </a:t>
            </a:r>
            <a:r>
              <a:rPr lang="en-US" dirty="0">
                <a:solidFill>
                  <a:schemeClr val="tx1"/>
                </a:solidFill>
              </a:rPr>
              <a:t>from the team shall submit the code.</a:t>
            </a:r>
          </a:p>
          <a:p>
            <a:pPr marL="578358" lvl="1" indent="-28575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TEAM </a:t>
            </a:r>
            <a:r>
              <a:rPr lang="en-US" dirty="0">
                <a:solidFill>
                  <a:srgbClr val="FF0000"/>
                </a:solidFill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MUST BE CORRECT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marL="578358" lvl="1" indent="-28575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DON’T take the FORM LINK FROM ANYONE</a:t>
            </a:r>
            <a:r>
              <a:rPr lang="en-US" dirty="0">
                <a:solidFill>
                  <a:schemeClr val="tx1"/>
                </a:solidFill>
              </a:rPr>
              <a:t>. OPEN the form from its </a:t>
            </a:r>
            <a:r>
              <a:rPr lang="en-US" b="1" dirty="0">
                <a:solidFill>
                  <a:schemeClr val="tx1"/>
                </a:solidFill>
                <a:hlinkClick r:id="rId2"/>
              </a:rPr>
              <a:t>LINK ONLY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b="1" dirty="0">
                <a:solidFill>
                  <a:schemeClr val="tx1"/>
                </a:solidFill>
              </a:rPr>
              <a:t>Otherwise, your submission is AUTOMATICALLY CANCELLED by GOOGLE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578358" lvl="1" indent="-28575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You </a:t>
            </a:r>
            <a:r>
              <a:rPr lang="en-US" b="1" dirty="0">
                <a:solidFill>
                  <a:srgbClr val="FF0000"/>
                </a:solidFill>
              </a:rPr>
              <a:t>MUST RECEIVE A MAIL FROM GOOGLE with your submission after clicking submit</a:t>
            </a:r>
            <a:r>
              <a:rPr lang="en-US" dirty="0">
                <a:solidFill>
                  <a:schemeClr val="tx1"/>
                </a:solidFill>
              </a:rPr>
              <a:t>. If </a:t>
            </a:r>
            <a:r>
              <a:rPr lang="en-US" b="1" dirty="0">
                <a:solidFill>
                  <a:schemeClr val="tx1"/>
                </a:solidFill>
              </a:rPr>
              <a:t>nothing received, re-submit again to consider your submission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578358" lvl="1" indent="-285750">
              <a:lnSpc>
                <a:spcPct val="11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864108" lvl="1" indent="-571500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6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B13EE-9EEA-0AAF-7C7A-A7AFEFA3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0A8C4-2632-BB3B-7F5F-22CBEC13C9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7030"/>
            <a:ext cx="10242620" cy="760540"/>
          </a:xfrm>
        </p:spPr>
        <p:txBody>
          <a:bodyPr/>
          <a:lstStyle/>
          <a:p>
            <a:r>
              <a:rPr lang="en-US"/>
              <a:t>Submission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64208-A1A3-B69E-114D-6D8E264F788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883919"/>
            <a:ext cx="12192000" cy="5394961"/>
          </a:xfrm>
        </p:spPr>
        <p:txBody>
          <a:bodyPr>
            <a:normAutofit/>
          </a:bodyPr>
          <a:lstStyle/>
          <a:p>
            <a:pPr marL="171450" indent="-171450"/>
            <a:r>
              <a:rPr lang="en-US" b="1" u="sng" dirty="0"/>
              <a:t>STEPS to SUBMIT:</a:t>
            </a:r>
          </a:p>
          <a:p>
            <a:pPr marL="519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Step 1: Clean &amp; run your code the last time to ensure that there are any errors.</a:t>
            </a:r>
          </a:p>
          <a:p>
            <a:pPr marL="519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Step 2: Create a new folder and name it by your team number </a:t>
            </a:r>
            <a:r>
              <a:rPr lang="en-US" b="1" dirty="0">
                <a:solidFill>
                  <a:srgbClr val="FF0000"/>
                </a:solidFill>
              </a:rPr>
              <a:t>ONLY</a:t>
            </a:r>
            <a:r>
              <a:rPr lang="en-US" dirty="0">
                <a:solidFill>
                  <a:schemeClr val="tx1"/>
                </a:solidFill>
              </a:rPr>
              <a:t>. Example </a:t>
            </a:r>
            <a:r>
              <a:rPr lang="en-US" dirty="0">
                <a:solidFill>
                  <a:schemeClr val="tx1"/>
                </a:solidFill>
                <a:highlight>
                  <a:srgbClr val="00FF00"/>
                </a:highlight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dirty="0">
                <a:solidFill>
                  <a:schemeClr val="tx1"/>
                </a:solidFill>
                <a:highlight>
                  <a:srgbClr val="00FF00"/>
                </a:highlight>
              </a:rPr>
              <a:t>95</a:t>
            </a:r>
            <a:r>
              <a:rPr lang="en-US" dirty="0">
                <a:solidFill>
                  <a:schemeClr val="tx1"/>
                </a:solidFill>
              </a:rPr>
              <a:t>. [</a:t>
            </a:r>
            <a:r>
              <a:rPr lang="en-US" b="1" dirty="0">
                <a:solidFill>
                  <a:srgbClr val="FF0000"/>
                </a:solidFill>
              </a:rPr>
              <a:t>ANY extra chars will lead to 0</a:t>
            </a:r>
            <a:r>
              <a:rPr lang="en-US" dirty="0">
                <a:solidFill>
                  <a:schemeClr val="tx1"/>
                </a:solidFill>
              </a:rPr>
              <a:t>].</a:t>
            </a:r>
          </a:p>
          <a:p>
            <a:pPr marL="519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Step 3: </a:t>
            </a:r>
            <a:r>
              <a:rPr lang="en-US" b="1" dirty="0">
                <a:solidFill>
                  <a:schemeClr val="tx1"/>
                </a:solidFill>
              </a:rPr>
              <a:t>DELETE</a:t>
            </a:r>
            <a:r>
              <a:rPr lang="en-US" dirty="0">
                <a:solidFill>
                  <a:schemeClr val="tx1"/>
                </a:solidFill>
              </a:rPr>
              <a:t> the “obj” folder from the “</a:t>
            </a:r>
            <a:r>
              <a:rPr lang="en-US" dirty="0"/>
              <a:t>FOS_PROJECT_2026_Template”</a:t>
            </a:r>
            <a:endParaRPr lang="en-US" dirty="0">
              <a:solidFill>
                <a:schemeClr val="tx1"/>
              </a:solidFill>
            </a:endParaRPr>
          </a:p>
          <a:p>
            <a:pPr marL="519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Step 4: PASTE the “</a:t>
            </a:r>
            <a:r>
              <a:rPr lang="en-US" dirty="0"/>
              <a:t>FOS_PROJECT_2026_Template” </a:t>
            </a:r>
            <a:r>
              <a:rPr lang="en-US" u="none" dirty="0">
                <a:solidFill>
                  <a:schemeClr val="tx1"/>
                </a:solidFill>
              </a:rPr>
              <a:t>in the folder created in step #2.</a:t>
            </a:r>
          </a:p>
          <a:p>
            <a:pPr marL="519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Step 5: Zip the created new folder. Its name shall be like </a:t>
            </a:r>
            <a:r>
              <a:rPr lang="en-US" b="1" dirty="0">
                <a:solidFill>
                  <a:schemeClr val="tx1"/>
                </a:solidFill>
                <a:highlight>
                  <a:srgbClr val="00FF00"/>
                </a:highlight>
              </a:rPr>
              <a:t>[num of your team.zip]</a:t>
            </a:r>
            <a:r>
              <a:rPr lang="en-US" dirty="0">
                <a:solidFill>
                  <a:schemeClr val="tx1"/>
                </a:solidFill>
              </a:rPr>
              <a:t>. [</a:t>
            </a:r>
            <a:r>
              <a:rPr lang="en-US" b="1" dirty="0">
                <a:solidFill>
                  <a:srgbClr val="FF0000"/>
                </a:solidFill>
              </a:rPr>
              <a:t>ANY extra chars will lead to ZERO</a:t>
            </a:r>
            <a:r>
              <a:rPr lang="en-US" dirty="0">
                <a:solidFill>
                  <a:schemeClr val="tx1"/>
                </a:solidFill>
              </a:rPr>
              <a:t>].</a:t>
            </a:r>
          </a:p>
          <a:p>
            <a:pPr marL="519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Step 6: Open the form from </a:t>
            </a:r>
            <a:r>
              <a:rPr lang="en-US" b="1" dirty="0">
                <a:solidFill>
                  <a:schemeClr val="tx1"/>
                </a:solidFill>
                <a:hlinkClick r:id="rId2"/>
              </a:rPr>
              <a:t>HERE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519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Step 7: Fill your team’s info .. Any wrong information will cancel your submission, revise them well.</a:t>
            </a:r>
          </a:p>
          <a:p>
            <a:pPr marL="519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Step 8: Upload the zipped folder in step 5 to the form in its field.</a:t>
            </a:r>
          </a:p>
          <a:p>
            <a:pPr marL="519113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Step 9: MUST RECEIVE A MAIL from GOOGLE with your submission, otherwise re-submit again.</a:t>
            </a:r>
          </a:p>
        </p:txBody>
      </p:sp>
    </p:spTree>
    <p:extLst>
      <p:ext uri="{BB962C8B-B14F-4D97-AF65-F5344CB8AC3E}">
        <p14:creationId xmlns:p14="http://schemas.microsoft.com/office/powerpoint/2010/main" val="130749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2730-FC1A-90B2-3C61-1248FCFB3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766C9-0E24-F23C-DF54-4D4D76D9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C6C38-AFB3-8E3E-1C00-A9DD77B1D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0: ROADMAP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Registration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Project Overview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Supportive Materials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Logistics &amp; Delivery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/>
              <a:t>Advices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54EF3-0DEC-8FFE-9689-0CD26ED9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5B65FF-0A61-CA66-E980-5684127F9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4076" y="0"/>
            <a:ext cx="837924" cy="83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77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D8D5F-EA84-0008-F49E-94AC629A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1F259A-A81E-52FB-9812-737102E2932D}"/>
                  </a:ext>
                </a:extLst>
              </p:cNvPr>
              <p:cNvSpPr txBox="1"/>
              <p:nvPr/>
            </p:nvSpPr>
            <p:spPr>
              <a:xfrm>
                <a:off x="979517" y="2015836"/>
                <a:ext cx="10232966" cy="4252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3080" lvl="0" indent="-342720" algn="ctr">
                  <a:spcBef>
                    <a:spcPts val="799"/>
                  </a:spcBef>
                  <a:tabLst>
                    <a:tab pos="0" algn="l"/>
                  </a:tabLst>
                </a:pPr>
                <a:r>
                  <a:rPr lang="en-US" sz="2800" b="1" spc="-1" dirty="0">
                    <a:solidFill>
                      <a:srgbClr val="FF0000"/>
                    </a:solidFill>
                  </a:rPr>
                  <a:t>ADVICE#1</a:t>
                </a:r>
                <a:r>
                  <a:rPr lang="en-US" sz="2800" b="1" spc="-1" dirty="0">
                    <a:solidFill>
                      <a:srgbClr val="000000"/>
                    </a:solidFill>
                  </a:rPr>
                  <a:t>: CAREFULLY SELECT TEAM</a:t>
                </a:r>
              </a:p>
              <a:p>
                <a:pPr marL="343080" lvl="0" indent="-342720" algn="ctr">
                  <a:spcBef>
                    <a:spcPts val="799"/>
                  </a:spcBef>
                  <a:tabLst>
                    <a:tab pos="0" algn="l"/>
                  </a:tabLst>
                </a:pPr>
                <a:r>
                  <a:rPr lang="en-US" sz="2400" b="1" spc="-1" dirty="0">
                    <a:solidFill>
                      <a:srgbClr val="000000"/>
                    </a:solidFill>
                  </a:rPr>
                  <a:t>(ALL</a:t>
                </a:r>
                <a:r>
                  <a:rPr lang="en-US" sz="2400" spc="-1" dirty="0">
                    <a:solidFill>
                      <a:srgbClr val="000000"/>
                    </a:solidFill>
                  </a:rPr>
                  <a:t> should learn...</a:t>
                </a:r>
                <a:r>
                  <a:rPr lang="en-US" sz="2400" b="1" spc="-1" dirty="0">
                    <a:solidFill>
                      <a:srgbClr val="000000"/>
                    </a:solidFill>
                  </a:rPr>
                  <a:t>ALL</a:t>
                </a:r>
                <a:r>
                  <a:rPr lang="en-US" sz="2400" spc="-1" dirty="0">
                    <a:solidFill>
                      <a:srgbClr val="000000"/>
                    </a:solidFill>
                  </a:rPr>
                  <a:t> should work</a:t>
                </a:r>
                <a:r>
                  <a:rPr lang="en-US" sz="2400" b="1" spc="-1" dirty="0">
                    <a:solidFill>
                      <a:srgbClr val="000000"/>
                    </a:solidFill>
                  </a:rPr>
                  <a:t>)</a:t>
                </a:r>
              </a:p>
              <a:p>
                <a:pPr marL="343080" indent="-342720" algn="ctr">
                  <a:lnSpc>
                    <a:spcPct val="100000"/>
                  </a:lnSpc>
                  <a:spcBef>
                    <a:spcPts val="799"/>
                  </a:spcBef>
                  <a:tabLst>
                    <a:tab pos="0" algn="l"/>
                  </a:tabLst>
                </a:pPr>
                <a:r>
                  <a:rPr lang="en-US" sz="2800" b="1" spc="-1" dirty="0">
                    <a:solidFill>
                      <a:srgbClr val="FF0000"/>
                    </a:solidFill>
                  </a:rPr>
                  <a:t>ADVICE</a:t>
                </a:r>
                <a:r>
                  <a:rPr lang="en-US" sz="2800" b="1" strike="noStrike" spc="-1" dirty="0">
                    <a:solidFill>
                      <a:srgbClr val="FF0000"/>
                    </a:solidFill>
                    <a:latin typeface="+mj-lt"/>
                  </a:rPr>
                  <a:t>#2</a:t>
                </a:r>
                <a:r>
                  <a:rPr lang="en-US" sz="2800" b="1" strike="noStrike" spc="-1" dirty="0">
                    <a:solidFill>
                      <a:srgbClr val="000000"/>
                    </a:solidFill>
                    <a:latin typeface="+mj-lt"/>
                  </a:rPr>
                  <a:t>: WORK AS A TEAM</a:t>
                </a:r>
              </a:p>
              <a:p>
                <a:pPr marL="343080" indent="-342720" algn="ctr">
                  <a:lnSpc>
                    <a:spcPct val="100000"/>
                  </a:lnSpc>
                  <a:spcBef>
                    <a:spcPts val="799"/>
                  </a:spcBef>
                  <a:tabLst>
                    <a:tab pos="0" algn="l"/>
                  </a:tabLst>
                </a:pPr>
                <a:r>
                  <a:rPr lang="en-US" sz="2400" b="1" spc="-1" dirty="0">
                    <a:solidFill>
                      <a:srgbClr val="000000"/>
                    </a:solidFill>
                    <a:latin typeface="+mj-lt"/>
                  </a:rPr>
                  <a:t>(TW Module: 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+mj-lt"/>
                  </a:rPr>
                  <a:t>Avg # Tasks / Member </a:t>
                </a:r>
                <a14:m>
                  <m:oMath xmlns:m="http://schemas.openxmlformats.org/officeDocument/2006/math">
                    <m:r>
                      <a:rPr lang="en-US" sz="2400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</m:t>
                    </m:r>
                  </m:oMath>
                </a14:m>
                <a:r>
                  <a:rPr lang="en-US" sz="2400" b="1" strike="noStrike" spc="-1" dirty="0">
                    <a:solidFill>
                      <a:srgbClr val="000000"/>
                    </a:solidFill>
                    <a:latin typeface="+mj-lt"/>
                  </a:rPr>
                  <a:t>)</a:t>
                </a:r>
              </a:p>
              <a:p>
                <a:pPr marL="343080" indent="-342720" algn="ctr">
                  <a:lnSpc>
                    <a:spcPct val="100000"/>
                  </a:lnSpc>
                  <a:spcBef>
                    <a:spcPts val="799"/>
                  </a:spcBef>
                  <a:tabLst>
                    <a:tab pos="0" algn="l"/>
                  </a:tabLst>
                </a:pPr>
                <a:r>
                  <a:rPr lang="en-US" sz="2800" b="1" spc="-1" dirty="0">
                    <a:solidFill>
                      <a:srgbClr val="FF0000"/>
                    </a:solidFill>
                  </a:rPr>
                  <a:t>ADVICE#3</a:t>
                </a:r>
                <a:r>
                  <a:rPr lang="en-US" sz="2800" b="1" spc="-1" dirty="0">
                    <a:solidFill>
                      <a:srgbClr val="000000"/>
                    </a:solidFill>
                  </a:rPr>
                  <a:t>: START IMMEDIATELY</a:t>
                </a:r>
              </a:p>
              <a:p>
                <a:pPr marL="343080" indent="-342720" algn="ctr">
                  <a:lnSpc>
                    <a:spcPct val="100000"/>
                  </a:lnSpc>
                  <a:spcBef>
                    <a:spcPts val="799"/>
                  </a:spcBef>
                  <a:tabLst>
                    <a:tab pos="0" algn="l"/>
                  </a:tabLst>
                </a:pPr>
                <a:r>
                  <a:rPr lang="en-US" sz="2400" b="1" spc="-1" dirty="0">
                    <a:solidFill>
                      <a:srgbClr val="000000"/>
                    </a:solidFill>
                  </a:rPr>
                  <a:t>(</a:t>
                </a:r>
                <a:r>
                  <a:rPr lang="en-US" sz="2400" spc="-1" dirty="0">
                    <a:solidFill>
                      <a:srgbClr val="000000"/>
                    </a:solidFill>
                  </a:rPr>
                  <a:t>To </a:t>
                </a:r>
                <a:r>
                  <a:rPr lang="en-US" sz="2400" b="1" spc="-1" dirty="0">
                    <a:solidFill>
                      <a:srgbClr val="000000"/>
                    </a:solidFill>
                  </a:rPr>
                  <a:t>resolve</a:t>
                </a:r>
                <a:r>
                  <a:rPr lang="en-US" sz="2400" spc="-1" dirty="0">
                    <a:solidFill>
                      <a:srgbClr val="000000"/>
                    </a:solidFill>
                  </a:rPr>
                  <a:t> dependencies </a:t>
                </a:r>
                <a:r>
                  <a:rPr lang="en-US" sz="2400" b="1" spc="-1" dirty="0">
                    <a:solidFill>
                      <a:srgbClr val="000000"/>
                    </a:solidFill>
                  </a:rPr>
                  <a:t>AND </a:t>
                </a:r>
                <a:r>
                  <a:rPr lang="en-US" sz="2400" dirty="0"/>
                  <a:t>chance to </a:t>
                </a:r>
                <a:r>
                  <a:rPr lang="en-US" sz="2400" b="1" dirty="0"/>
                  <a:t>understand</a:t>
                </a:r>
                <a:r>
                  <a:rPr lang="en-US" sz="2400" dirty="0"/>
                  <a:t>, </a:t>
                </a:r>
                <a:r>
                  <a:rPr lang="en-US" sz="2400" b="1" dirty="0"/>
                  <a:t>ask</a:t>
                </a:r>
                <a:r>
                  <a:rPr lang="en-US" sz="2400" dirty="0"/>
                  <a:t> &amp; fix </a:t>
                </a:r>
                <a:r>
                  <a:rPr lang="en-US" sz="2400" b="1" dirty="0"/>
                  <a:t>bugs)</a:t>
                </a:r>
              </a:p>
              <a:p>
                <a:pPr marL="343080" lvl="0" indent="-342720" algn="ctr">
                  <a:spcBef>
                    <a:spcPts val="799"/>
                  </a:spcBef>
                  <a:tabLst>
                    <a:tab pos="0" algn="l"/>
                  </a:tabLst>
                </a:pPr>
                <a:r>
                  <a:rPr lang="en-US" sz="2800" b="1" spc="-1" dirty="0">
                    <a:solidFill>
                      <a:srgbClr val="FF0000"/>
                    </a:solidFill>
                  </a:rPr>
                  <a:t>ADVICE#4</a:t>
                </a:r>
                <a:r>
                  <a:rPr lang="en-US" sz="2800" b="1" spc="-1" dirty="0">
                    <a:solidFill>
                      <a:srgbClr val="000000"/>
                    </a:solidFill>
                  </a:rPr>
                  <a:t>: MUST </a:t>
                </a:r>
                <a:r>
                  <a:rPr lang="en-US" sz="2800" b="1" dirty="0"/>
                  <a:t>READ MATERIALS</a:t>
                </a:r>
                <a:endParaRPr lang="en-US" sz="2800" b="1" spc="-1" dirty="0">
                  <a:solidFill>
                    <a:srgbClr val="000000"/>
                  </a:solidFill>
                </a:endParaRPr>
              </a:p>
              <a:p>
                <a:pPr marL="343080" lvl="0" indent="-342720" algn="ctr">
                  <a:spcBef>
                    <a:spcPts val="799"/>
                  </a:spcBef>
                  <a:tabLst>
                    <a:tab pos="0" algn="l"/>
                  </a:tabLst>
                </a:pPr>
                <a:r>
                  <a:rPr lang="en-US" sz="2400" b="1" spc="-1" dirty="0">
                    <a:solidFill>
                      <a:srgbClr val="000000"/>
                    </a:solidFill>
                  </a:rPr>
                  <a:t>(</a:t>
                </a:r>
                <a:r>
                  <a:rPr lang="en-US" sz="2400" spc="-1" dirty="0">
                    <a:solidFill>
                      <a:srgbClr val="000000"/>
                    </a:solidFill>
                  </a:rPr>
                  <a:t>Detailed </a:t>
                </a:r>
                <a:r>
                  <a:rPr lang="en-US" sz="2400" b="1" spc="-1" dirty="0">
                    <a:solidFill>
                      <a:srgbClr val="000000"/>
                    </a:solidFill>
                  </a:rPr>
                  <a:t>steps AND </a:t>
                </a:r>
                <a:r>
                  <a:rPr lang="en-US" sz="2400" dirty="0">
                    <a:solidFill>
                      <a:prstClr val="black"/>
                    </a:solidFill>
                  </a:rPr>
                  <a:t>helper </a:t>
                </a:r>
                <a:r>
                  <a:rPr lang="en-US" sz="2400" b="1" dirty="0">
                    <a:solidFill>
                      <a:prstClr val="black"/>
                    </a:solidFill>
                  </a:rPr>
                  <a:t>ready-made </a:t>
                </a:r>
                <a:r>
                  <a:rPr lang="en-US" sz="2400" dirty="0">
                    <a:solidFill>
                      <a:prstClr val="black"/>
                    </a:solidFill>
                  </a:rPr>
                  <a:t>functions</a:t>
                </a:r>
                <a:r>
                  <a:rPr lang="en-US" sz="2400" b="1" dirty="0">
                    <a:solidFill>
                      <a:prstClr val="black"/>
                    </a:solidFill>
                  </a:rPr>
                  <a:t>)</a:t>
                </a:r>
              </a:p>
              <a:p>
                <a:pPr marL="343080" indent="-342720" algn="ctr">
                  <a:lnSpc>
                    <a:spcPct val="100000"/>
                  </a:lnSpc>
                  <a:spcBef>
                    <a:spcPts val="799"/>
                  </a:spcBef>
                  <a:tabLst>
                    <a:tab pos="0" algn="l"/>
                  </a:tabLst>
                </a:pPr>
                <a:endParaRPr lang="en-US" sz="900" b="1" spc="-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1F259A-A81E-52FB-9812-737102E29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17" y="2015836"/>
                <a:ext cx="10232966" cy="4252446"/>
              </a:xfrm>
              <a:prstGeom prst="rect">
                <a:avLst/>
              </a:prstGeom>
              <a:blipFill>
                <a:blip r:embed="rId2"/>
                <a:stretch>
                  <a:fillRect t="-1578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21FF0E-D3C5-73A0-12CD-C2D95A7CCE61}"/>
              </a:ext>
            </a:extLst>
          </p:cNvPr>
          <p:cNvSpPr/>
          <p:nvPr/>
        </p:nvSpPr>
        <p:spPr>
          <a:xfrm>
            <a:off x="979517" y="2015836"/>
            <a:ext cx="10232966" cy="4260273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Picture 4" descr="Times gives good advice: Advice from professional | by Iqra Rahman | Medium">
            <a:extLst>
              <a:ext uri="{FF2B5EF4-FFF2-40B4-BE49-F238E27FC236}">
                <a16:creationId xmlns:a16="http://schemas.microsoft.com/office/drawing/2014/main" id="{CE3555E8-A5D9-F5F8-9B3E-F7DEFBA91F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" t="27333" r="3001" b="32667"/>
          <a:stretch/>
        </p:blipFill>
        <p:spPr bwMode="auto">
          <a:xfrm>
            <a:off x="3374262" y="76200"/>
            <a:ext cx="5443476" cy="175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69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3184A-B541-78F4-46A5-7CD7E280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3715A6-AFEA-72F5-4871-0AF43830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63221D0-30BD-1159-E0DB-D426CD6E6DFB}"/>
              </a:ext>
            </a:extLst>
          </p:cNvPr>
          <p:cNvSpPr txBox="1">
            <a:spLocks/>
          </p:cNvSpPr>
          <p:nvPr/>
        </p:nvSpPr>
        <p:spPr>
          <a:xfrm>
            <a:off x="0" y="-7030"/>
            <a:ext cx="3896591" cy="760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Time Plan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22719C5-1926-2CC7-9862-CEB291B243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3764956"/>
              </p:ext>
            </p:extLst>
          </p:nvPr>
        </p:nvGraphicFramePr>
        <p:xfrm>
          <a:off x="2915226" y="46928"/>
          <a:ext cx="9159009" cy="6249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FF49F89-18D8-1166-2128-38E2BA113EC2}"/>
              </a:ext>
            </a:extLst>
          </p:cNvPr>
          <p:cNvSpPr/>
          <p:nvPr/>
        </p:nvSpPr>
        <p:spPr>
          <a:xfrm>
            <a:off x="3449782" y="-7030"/>
            <a:ext cx="8666018" cy="6512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ALL</a:t>
            </a:r>
            <a:endParaRPr lang="en-AE" sz="28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85D0B3-C13B-CE9C-4E59-85A54EA0F724}"/>
              </a:ext>
            </a:extLst>
          </p:cNvPr>
          <p:cNvSpPr/>
          <p:nvPr/>
        </p:nvSpPr>
        <p:spPr>
          <a:xfrm>
            <a:off x="3449782" y="698194"/>
            <a:ext cx="8666018" cy="13488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TEAMWORK</a:t>
            </a:r>
            <a:endParaRPr lang="en-AE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1C80BB-CF31-2A54-F8B3-A4E76B80E14C}"/>
              </a:ext>
            </a:extLst>
          </p:cNvPr>
          <p:cNvSpPr/>
          <p:nvPr/>
        </p:nvSpPr>
        <p:spPr>
          <a:xfrm>
            <a:off x="3449782" y="2637831"/>
            <a:ext cx="8666018" cy="6976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prstClr val="black"/>
                </a:solidFill>
              </a:rPr>
              <a:t>TEAMWORK</a:t>
            </a:r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82AC68-CFBC-0AD9-FCCA-93BB0DF1D49C}"/>
              </a:ext>
            </a:extLst>
          </p:cNvPr>
          <p:cNvSpPr/>
          <p:nvPr/>
        </p:nvSpPr>
        <p:spPr>
          <a:xfrm>
            <a:off x="3449782" y="3389441"/>
            <a:ext cx="8666018" cy="134881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/>
              <a:t>INDIVIDUAL WORK</a:t>
            </a:r>
            <a:endParaRPr lang="en-AE" sz="3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B0E5B4-6EE7-3153-4882-98E05631C395}"/>
              </a:ext>
            </a:extLst>
          </p:cNvPr>
          <p:cNvSpPr/>
          <p:nvPr/>
        </p:nvSpPr>
        <p:spPr>
          <a:xfrm>
            <a:off x="3449782" y="4792214"/>
            <a:ext cx="8666018" cy="13488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prstClr val="black"/>
                </a:solidFill>
              </a:rPr>
              <a:t>TEAMWORK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8769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94AD-887D-F746-D5A1-E076E698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0607C7-D9A6-B089-25EF-E10714A8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21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EC8388-B8A3-35AE-4E61-771A82D6ECC8}"/>
              </a:ext>
            </a:extLst>
          </p:cNvPr>
          <p:cNvSpPr txBox="1">
            <a:spLocks/>
          </p:cNvSpPr>
          <p:nvPr/>
        </p:nvSpPr>
        <p:spPr>
          <a:xfrm>
            <a:off x="0" y="-7030"/>
            <a:ext cx="12192000" cy="760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Dependencies &amp; Suggested Distribution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BF1D46-D09B-3B37-91EA-53960BFBA7B5}"/>
              </a:ext>
            </a:extLst>
          </p:cNvPr>
          <p:cNvSpPr/>
          <p:nvPr/>
        </p:nvSpPr>
        <p:spPr>
          <a:xfrm>
            <a:off x="235394" y="501377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6694D0-4922-66D6-4B1D-0A2D5B6CB97D}"/>
              </a:ext>
            </a:extLst>
          </p:cNvPr>
          <p:cNvSpPr/>
          <p:nvPr/>
        </p:nvSpPr>
        <p:spPr>
          <a:xfrm>
            <a:off x="2220990" y="501377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AF2798-C3AF-D28A-8ED8-7DB6C08E2B3B}"/>
              </a:ext>
            </a:extLst>
          </p:cNvPr>
          <p:cNvSpPr/>
          <p:nvPr/>
        </p:nvSpPr>
        <p:spPr>
          <a:xfrm>
            <a:off x="4206586" y="501377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1017AE-D639-B250-850D-CF4A836E98EC}"/>
              </a:ext>
            </a:extLst>
          </p:cNvPr>
          <p:cNvSpPr/>
          <p:nvPr/>
        </p:nvSpPr>
        <p:spPr>
          <a:xfrm>
            <a:off x="6192182" y="501377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9D0D3D2-5D1E-6FB4-0591-DA39DD9BADF4}"/>
              </a:ext>
            </a:extLst>
          </p:cNvPr>
          <p:cNvCxnSpPr>
            <a:cxnSpLocks/>
            <a:stCxn id="24" idx="2"/>
            <a:endCxn id="12" idx="0"/>
          </p:cNvCxnSpPr>
          <p:nvPr/>
        </p:nvCxnSpPr>
        <p:spPr>
          <a:xfrm rot="5400000">
            <a:off x="2904019" y="1795963"/>
            <a:ext cx="1482640" cy="4952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1EFBA76-E09C-6551-F873-4CC727910269}"/>
              </a:ext>
            </a:extLst>
          </p:cNvPr>
          <p:cNvCxnSpPr>
            <a:cxnSpLocks/>
            <a:stCxn id="24" idx="2"/>
            <a:endCxn id="13" idx="0"/>
          </p:cNvCxnSpPr>
          <p:nvPr/>
        </p:nvCxnSpPr>
        <p:spPr>
          <a:xfrm rot="5400000">
            <a:off x="3896817" y="2788761"/>
            <a:ext cx="1482640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86C12A8-5A58-FBD4-2BEE-8F82DE173ABB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rot="5400000">
            <a:off x="4889615" y="3781559"/>
            <a:ext cx="1482640" cy="981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D69567A-60BA-AC13-A0C8-80C604873895}"/>
              </a:ext>
            </a:extLst>
          </p:cNvPr>
          <p:cNvCxnSpPr>
            <a:cxnSpLocks/>
            <a:stCxn id="24" idx="2"/>
            <a:endCxn id="15" idx="0"/>
          </p:cNvCxnSpPr>
          <p:nvPr/>
        </p:nvCxnSpPr>
        <p:spPr>
          <a:xfrm rot="16200000" flipH="1">
            <a:off x="5882413" y="3770559"/>
            <a:ext cx="1482640" cy="1003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6E02280-0A19-B009-DD55-147D661DC6F6}"/>
              </a:ext>
            </a:extLst>
          </p:cNvPr>
          <p:cNvSpPr/>
          <p:nvPr/>
        </p:nvSpPr>
        <p:spPr>
          <a:xfrm>
            <a:off x="2220989" y="2616738"/>
            <a:ext cx="7801689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lang="en-A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FA5B908-D512-162D-60DB-EB6655E9CE0B}"/>
              </a:ext>
            </a:extLst>
          </p:cNvPr>
          <p:cNvSpPr/>
          <p:nvPr/>
        </p:nvSpPr>
        <p:spPr>
          <a:xfrm>
            <a:off x="229044" y="5007427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8D8697-57F3-22BD-72AF-E665F40B9E48}"/>
              </a:ext>
            </a:extLst>
          </p:cNvPr>
          <p:cNvSpPr/>
          <p:nvPr/>
        </p:nvSpPr>
        <p:spPr>
          <a:xfrm>
            <a:off x="2220990" y="501377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402F030-E38E-2B68-27D7-CF46CBFF765D}"/>
              </a:ext>
            </a:extLst>
          </p:cNvPr>
          <p:cNvSpPr/>
          <p:nvPr/>
        </p:nvSpPr>
        <p:spPr>
          <a:xfrm>
            <a:off x="4212936" y="502012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54FCE5-E5C5-064F-F6EA-4C1913D0D35A}"/>
              </a:ext>
            </a:extLst>
          </p:cNvPr>
          <p:cNvSpPr/>
          <p:nvPr/>
        </p:nvSpPr>
        <p:spPr>
          <a:xfrm>
            <a:off x="6198532" y="5017152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FD90451-4462-71E1-8C40-F3705705AB6D}"/>
              </a:ext>
            </a:extLst>
          </p:cNvPr>
          <p:cNvCxnSpPr>
            <a:cxnSpLocks/>
            <a:stCxn id="24" idx="2"/>
            <a:endCxn id="31" idx="0"/>
          </p:cNvCxnSpPr>
          <p:nvPr/>
        </p:nvCxnSpPr>
        <p:spPr>
          <a:xfrm rot="16200000" flipH="1">
            <a:off x="6867387" y="2785584"/>
            <a:ext cx="1476289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5AA0AAA-3438-7C0E-D11E-930620413FFE}"/>
              </a:ext>
            </a:extLst>
          </p:cNvPr>
          <p:cNvSpPr/>
          <p:nvPr/>
        </p:nvSpPr>
        <p:spPr>
          <a:xfrm>
            <a:off x="8155779" y="5007427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[M#5]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#2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FFD4309-A891-E4E0-50CA-8FFBC8692213}"/>
              </a:ext>
            </a:extLst>
          </p:cNvPr>
          <p:cNvSpPr/>
          <p:nvPr/>
        </p:nvSpPr>
        <p:spPr>
          <a:xfrm>
            <a:off x="10157026" y="501377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[M#6]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Shared Memory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79CDD70-2681-A99A-2B1E-45043A021527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 rot="16200000" flipH="1">
            <a:off x="7864835" y="1788137"/>
            <a:ext cx="1482640" cy="49686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5AB274F-6523-EE0F-DCB2-9D82D3A96CC5}"/>
              </a:ext>
            </a:extLst>
          </p:cNvPr>
          <p:cNvSpPr/>
          <p:nvPr/>
        </p:nvSpPr>
        <p:spPr>
          <a:xfrm>
            <a:off x="431604" y="2718024"/>
            <a:ext cx="2412000" cy="7037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Dynamic Allocator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6F5B4B0-BC75-EE98-8435-047FDC064917}"/>
              </a:ext>
            </a:extLst>
          </p:cNvPr>
          <p:cNvSpPr/>
          <p:nvPr/>
        </p:nvSpPr>
        <p:spPr>
          <a:xfrm>
            <a:off x="3403868" y="2718024"/>
            <a:ext cx="2412000" cy="7037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 Heap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A5F3CA4-D8CE-EF88-2C75-B660B24FA0DB}"/>
              </a:ext>
            </a:extLst>
          </p:cNvPr>
          <p:cNvSpPr/>
          <p:nvPr/>
        </p:nvSpPr>
        <p:spPr>
          <a:xfrm>
            <a:off x="6376132" y="2718024"/>
            <a:ext cx="2412000" cy="7037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Fault Handler I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F8FEB8C-2C1F-BBD2-45EA-D2FA014B5EA3}"/>
              </a:ext>
            </a:extLst>
          </p:cNvPr>
          <p:cNvSpPr/>
          <p:nvPr/>
        </p:nvSpPr>
        <p:spPr>
          <a:xfrm>
            <a:off x="9348396" y="2718024"/>
            <a:ext cx="2412000" cy="7037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Blocking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1B1241A-38CE-F1E7-8220-1422745BF74D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2843604" y="3069910"/>
            <a:ext cx="5602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355DEEFF-6549-1BF5-CEF9-2B744395E603}"/>
              </a:ext>
            </a:extLst>
          </p:cNvPr>
          <p:cNvCxnSpPr>
            <a:cxnSpLocks/>
            <a:stCxn id="25" idx="0"/>
            <a:endCxn id="41" idx="2"/>
          </p:cNvCxnSpPr>
          <p:nvPr/>
        </p:nvCxnSpPr>
        <p:spPr>
          <a:xfrm rot="5400000" flipH="1" flipV="1">
            <a:off x="3579498" y="1004793"/>
            <a:ext cx="1585631" cy="6419638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F6BE4F4A-C569-E678-77D2-31E9FBC7A315}"/>
              </a:ext>
            </a:extLst>
          </p:cNvPr>
          <p:cNvCxnSpPr>
            <a:cxnSpLocks/>
            <a:stCxn id="25" idx="0"/>
            <a:endCxn id="39" idx="2"/>
          </p:cNvCxnSpPr>
          <p:nvPr/>
        </p:nvCxnSpPr>
        <p:spPr>
          <a:xfrm rot="5400000" flipH="1" flipV="1">
            <a:off x="2093366" y="2490925"/>
            <a:ext cx="1585631" cy="3447374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5A79700E-73A9-D4B6-E52F-2C65B536FE3B}"/>
              </a:ext>
            </a:extLst>
          </p:cNvPr>
          <p:cNvCxnSpPr>
            <a:cxnSpLocks/>
            <a:stCxn id="26" idx="0"/>
            <a:endCxn id="41" idx="2"/>
          </p:cNvCxnSpPr>
          <p:nvPr/>
        </p:nvCxnSpPr>
        <p:spPr>
          <a:xfrm rot="5400000" flipH="1" flipV="1">
            <a:off x="4572295" y="2003941"/>
            <a:ext cx="1591982" cy="4427692"/>
          </a:xfrm>
          <a:prstGeom prst="curvedConnector3">
            <a:avLst>
              <a:gd name="adj1" fmla="val 31696"/>
            </a:avLst>
          </a:prstGeom>
          <a:ln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4D522572-EBEE-8D20-AFDE-16F9C2AE72ED}"/>
              </a:ext>
            </a:extLst>
          </p:cNvPr>
          <p:cNvCxnSpPr>
            <a:cxnSpLocks/>
            <a:stCxn id="26" idx="0"/>
            <a:endCxn id="37" idx="2"/>
          </p:cNvCxnSpPr>
          <p:nvPr/>
        </p:nvCxnSpPr>
        <p:spPr>
          <a:xfrm rot="16200000" flipV="1">
            <a:off x="1600031" y="3459369"/>
            <a:ext cx="1591982" cy="1516836"/>
          </a:xfrm>
          <a:prstGeom prst="curved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DC4AD6EC-8475-1A40-264D-C4676115497B}"/>
              </a:ext>
            </a:extLst>
          </p:cNvPr>
          <p:cNvCxnSpPr>
            <a:cxnSpLocks/>
            <a:stCxn id="27" idx="0"/>
            <a:endCxn id="39" idx="2"/>
          </p:cNvCxnSpPr>
          <p:nvPr/>
        </p:nvCxnSpPr>
        <p:spPr>
          <a:xfrm rot="16200000" flipV="1">
            <a:off x="4078961" y="3952703"/>
            <a:ext cx="1598332" cy="536518"/>
          </a:xfrm>
          <a:prstGeom prst="curvedConnector3">
            <a:avLst>
              <a:gd name="adj1" fmla="val 40570"/>
            </a:avLst>
          </a:prstGeom>
          <a:ln>
            <a:prstDash val="dashDot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1109DCCB-F590-205F-F2E2-5276E771F739}"/>
              </a:ext>
            </a:extLst>
          </p:cNvPr>
          <p:cNvCxnSpPr>
            <a:cxnSpLocks/>
            <a:stCxn id="70" idx="0"/>
            <a:endCxn id="39" idx="2"/>
          </p:cNvCxnSpPr>
          <p:nvPr/>
        </p:nvCxnSpPr>
        <p:spPr>
          <a:xfrm rot="16200000" flipV="1">
            <a:off x="5600617" y="2431048"/>
            <a:ext cx="1521987" cy="3503483"/>
          </a:xfrm>
          <a:prstGeom prst="curvedConnector3">
            <a:avLst>
              <a:gd name="adj1" fmla="val 32174"/>
            </a:avLst>
          </a:prstGeom>
          <a:ln>
            <a:prstDash val="lg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4912276D-3695-5983-B868-BAA6C32DA235}"/>
              </a:ext>
            </a:extLst>
          </p:cNvPr>
          <p:cNvCxnSpPr>
            <a:cxnSpLocks/>
            <a:stCxn id="70" idx="0"/>
            <a:endCxn id="43" idx="2"/>
          </p:cNvCxnSpPr>
          <p:nvPr/>
        </p:nvCxnSpPr>
        <p:spPr>
          <a:xfrm rot="5400000" flipH="1" flipV="1">
            <a:off x="8572880" y="2962268"/>
            <a:ext cx="1521987" cy="2441045"/>
          </a:xfrm>
          <a:prstGeom prst="curved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B429B8F-44D6-EBDC-E765-11FC326F5907}"/>
              </a:ext>
            </a:extLst>
          </p:cNvPr>
          <p:cNvSpPr/>
          <p:nvPr/>
        </p:nvSpPr>
        <p:spPr>
          <a:xfrm>
            <a:off x="6141929" y="4943783"/>
            <a:ext cx="3942844" cy="1085222"/>
          </a:xfrm>
          <a:prstGeom prst="rect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BE465751-71A5-071D-69F3-3CD1D4C70396}"/>
              </a:ext>
            </a:extLst>
          </p:cNvPr>
          <p:cNvCxnSpPr>
            <a:cxnSpLocks/>
            <a:stCxn id="33" idx="0"/>
            <a:endCxn id="39" idx="2"/>
          </p:cNvCxnSpPr>
          <p:nvPr/>
        </p:nvCxnSpPr>
        <p:spPr>
          <a:xfrm rot="16200000" flipV="1">
            <a:off x="7054181" y="977483"/>
            <a:ext cx="1591982" cy="6480608"/>
          </a:xfrm>
          <a:prstGeom prst="curvedConnector3">
            <a:avLst>
              <a:gd name="adj1" fmla="val 50000"/>
            </a:avLst>
          </a:prstGeom>
          <a:ln>
            <a:prstDash val="lgDashDotDot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1204DC8-0648-D714-42A4-C4594F28B288}"/>
              </a:ext>
            </a:extLst>
          </p:cNvPr>
          <p:cNvSpPr txBox="1"/>
          <p:nvPr/>
        </p:nvSpPr>
        <p:spPr>
          <a:xfrm>
            <a:off x="1759163" y="2175606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M#1</a:t>
            </a:r>
            <a:endParaRPr lang="en-AE" sz="2800" b="1" dirty="0"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B5343F-0F1C-C188-351D-8198A5145420}"/>
              </a:ext>
            </a:extLst>
          </p:cNvPr>
          <p:cNvSpPr txBox="1"/>
          <p:nvPr/>
        </p:nvSpPr>
        <p:spPr>
          <a:xfrm>
            <a:off x="9348454" y="2175606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M#4</a:t>
            </a:r>
            <a:endParaRPr lang="en-AE" sz="2800" b="1" dirty="0">
              <a:solidFill>
                <a:srgbClr val="FF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7D641F-E877-0C00-5A13-51FF8FF6A5AF}"/>
              </a:ext>
            </a:extLst>
          </p:cNvPr>
          <p:cNvSpPr txBox="1"/>
          <p:nvPr/>
        </p:nvSpPr>
        <p:spPr>
          <a:xfrm>
            <a:off x="10888412" y="2175606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M#5</a:t>
            </a:r>
            <a:endParaRPr lang="en-AE" sz="2800" b="1" dirty="0">
              <a:solidFill>
                <a:srgbClr val="FF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C1403A8-7C12-7806-E26D-8EC5259E19FF}"/>
              </a:ext>
            </a:extLst>
          </p:cNvPr>
          <p:cNvSpPr txBox="1"/>
          <p:nvPr/>
        </p:nvSpPr>
        <p:spPr>
          <a:xfrm>
            <a:off x="6358894" y="2175606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M#1</a:t>
            </a:r>
            <a:endParaRPr lang="en-AE" sz="2800" b="1" dirty="0">
              <a:solidFill>
                <a:srgbClr val="FF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79688B6-8FCC-4D95-610B-162ED09C6F36}"/>
              </a:ext>
            </a:extLst>
          </p:cNvPr>
          <p:cNvSpPr txBox="1"/>
          <p:nvPr/>
        </p:nvSpPr>
        <p:spPr>
          <a:xfrm>
            <a:off x="625947" y="1758884"/>
            <a:ext cx="2023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2 Members</a:t>
            </a:r>
            <a:endParaRPr lang="en-AE" sz="2800" b="1" dirty="0">
              <a:solidFill>
                <a:srgbClr val="00B05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E304CC0-71BE-F5CC-EDAC-ED98A80B219A}"/>
              </a:ext>
            </a:extLst>
          </p:cNvPr>
          <p:cNvSpPr txBox="1"/>
          <p:nvPr/>
        </p:nvSpPr>
        <p:spPr>
          <a:xfrm>
            <a:off x="3598212" y="1758559"/>
            <a:ext cx="2023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2 Members</a:t>
            </a:r>
            <a:endParaRPr lang="en-AE" sz="2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299EF3C-B883-FF7F-DB27-319A78C1C735}"/>
              </a:ext>
            </a:extLst>
          </p:cNvPr>
          <p:cNvSpPr txBox="1"/>
          <p:nvPr/>
        </p:nvSpPr>
        <p:spPr>
          <a:xfrm>
            <a:off x="6579043" y="1758559"/>
            <a:ext cx="1858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1 Member</a:t>
            </a:r>
            <a:endParaRPr lang="en-AE" sz="2800" b="1" dirty="0">
              <a:solidFill>
                <a:srgbClr val="00B05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168D9D6-51B4-0C1C-2C57-12C9D8F2D671}"/>
              </a:ext>
            </a:extLst>
          </p:cNvPr>
          <p:cNvSpPr txBox="1"/>
          <p:nvPr/>
        </p:nvSpPr>
        <p:spPr>
          <a:xfrm>
            <a:off x="9394764" y="1742183"/>
            <a:ext cx="2365632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1~2 Members</a:t>
            </a:r>
            <a:endParaRPr lang="en-AE" sz="2800" b="1" dirty="0">
              <a:solidFill>
                <a:srgbClr val="00B050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9914722-47FB-726D-00D2-1FC843D66C12}"/>
              </a:ext>
            </a:extLst>
          </p:cNvPr>
          <p:cNvSpPr txBox="1"/>
          <p:nvPr/>
        </p:nvSpPr>
        <p:spPr>
          <a:xfrm>
            <a:off x="4939548" y="2175606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M#6</a:t>
            </a:r>
            <a:endParaRPr lang="en-AE" sz="28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2BDF5-464A-7324-9125-A66BC53E38BA}"/>
              </a:ext>
            </a:extLst>
          </p:cNvPr>
          <p:cNvSpPr txBox="1"/>
          <p:nvPr/>
        </p:nvSpPr>
        <p:spPr>
          <a:xfrm>
            <a:off x="441949" y="2175606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M#2</a:t>
            </a:r>
            <a:endParaRPr lang="en-AE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08431-20A8-5CE2-66B8-38EDD34DE36C}"/>
              </a:ext>
            </a:extLst>
          </p:cNvPr>
          <p:cNvSpPr txBox="1"/>
          <p:nvPr/>
        </p:nvSpPr>
        <p:spPr>
          <a:xfrm>
            <a:off x="3546545" y="2175606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M#3</a:t>
            </a:r>
            <a:endParaRPr lang="en-AE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08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5185E-6 L -3.33333E-6 -0.2518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7" grpId="0" animBg="1"/>
      <p:bldP spid="39" grpId="0" animBg="1"/>
      <p:bldP spid="41" grpId="0" animBg="1"/>
      <p:bldP spid="43" grpId="0" animBg="1"/>
      <p:bldP spid="70" grpId="0" animBg="1"/>
      <p:bldP spid="77" grpId="0"/>
      <p:bldP spid="79" grpId="0"/>
      <p:bldP spid="81" grpId="0"/>
      <p:bldP spid="83" grpId="0"/>
      <p:bldP spid="85" grpId="0"/>
      <p:bldP spid="87" grpId="0"/>
      <p:bldP spid="89" grpId="0"/>
      <p:bldP spid="91" grpId="0"/>
      <p:bldP spid="93" grpId="0"/>
      <p:bldP spid="3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9EA640-1013-3267-00A6-68A4610E6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22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60183D-AC41-55E0-C0F3-0AD50167A288}"/>
              </a:ext>
            </a:extLst>
          </p:cNvPr>
          <p:cNvSpPr/>
          <p:nvPr/>
        </p:nvSpPr>
        <p:spPr>
          <a:xfrm>
            <a:off x="1215139" y="674390"/>
            <a:ext cx="9761722" cy="2807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 u="sng">
                <a:solidFill>
                  <a:srgbClr val="FF0000"/>
                </a:solidFill>
              </a:rPr>
              <a:t>CAUTION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3200" b="1"/>
              <a:t>During your solution, any SHARED data MUST be PROTECTED by critical section via LOCKS</a:t>
            </a:r>
            <a:endParaRPr lang="en-AE" sz="3200" b="1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AD331C-FB8E-BD61-5F63-EF2E1FCC091B}"/>
              </a:ext>
            </a:extLst>
          </p:cNvPr>
          <p:cNvSpPr/>
          <p:nvPr/>
        </p:nvSpPr>
        <p:spPr>
          <a:xfrm>
            <a:off x="1215139" y="3704624"/>
            <a:ext cx="9761722" cy="2571485"/>
          </a:xfrm>
          <a:prstGeom prst="roundRect">
            <a:avLst/>
          </a:prstGeom>
          <a:solidFill>
            <a:srgbClr val="FFFF00">
              <a:alpha val="40000"/>
            </a:srgbClr>
          </a:solidFill>
          <a:ln w="38100">
            <a:solidFill>
              <a:srgbClr val="FFF30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000" b="1" u="sng">
                <a:solidFill>
                  <a:srgbClr val="FF0000"/>
                </a:solidFill>
              </a:rPr>
              <a:t>ACTION</a:t>
            </a:r>
            <a:r>
              <a:rPr lang="en-US" sz="4000" b="1">
                <a:solidFill>
                  <a:srgbClr val="FF0000"/>
                </a:solidFill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AE" sz="3600" b="1"/>
              <a:t>CORRECTNESS by DESIGN</a:t>
            </a:r>
          </a:p>
          <a:p>
            <a:pPr algn="ctr">
              <a:lnSpc>
                <a:spcPct val="150000"/>
              </a:lnSpc>
            </a:pPr>
            <a:r>
              <a:rPr lang="en-US" sz="3600" b="1"/>
              <a:t>Be </a:t>
            </a:r>
            <a:r>
              <a:rPr lang="en-US" sz="3600" b="1">
                <a:solidFill>
                  <a:srgbClr val="00B050"/>
                </a:solidFill>
              </a:rPr>
              <a:t>LOGIC-DRIVEN</a:t>
            </a:r>
            <a:r>
              <a:rPr lang="en-US" sz="3600" b="1"/>
              <a:t>... Not </a:t>
            </a:r>
            <a:r>
              <a:rPr lang="en-US" sz="3600" b="1">
                <a:solidFill>
                  <a:srgbClr val="FF0000"/>
                </a:solidFill>
              </a:rPr>
              <a:t>TEST-DRIVEN</a:t>
            </a:r>
          </a:p>
        </p:txBody>
      </p:sp>
    </p:spTree>
    <p:extLst>
      <p:ext uri="{BB962C8B-B14F-4D97-AF65-F5344CB8AC3E}">
        <p14:creationId xmlns:p14="http://schemas.microsoft.com/office/powerpoint/2010/main" val="427566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ChangeArrowheads="1"/>
          </p:cNvSpPr>
          <p:nvPr/>
        </p:nvSpPr>
        <p:spPr bwMode="auto">
          <a:xfrm>
            <a:off x="2226425" y="405245"/>
            <a:ext cx="7739149" cy="279847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pPr algn="ctr" eaLnBrk="0" hangingPunct="0"/>
            <a:r>
              <a:rPr lang="en-US" sz="4400">
                <a:solidFill>
                  <a:schemeClr val="tx2"/>
                </a:solidFill>
              </a:rPr>
              <a:t>LET’S START OUR JOURNEY...</a:t>
            </a:r>
          </a:p>
          <a:p>
            <a:pPr algn="ctr" eaLnBrk="0" hangingPunct="0">
              <a:lnSpc>
                <a:spcPct val="200000"/>
              </a:lnSpc>
            </a:pPr>
            <a:endParaRPr lang="en-US" sz="1400">
              <a:solidFill>
                <a:schemeClr val="tx2"/>
              </a:solidFill>
            </a:endParaRPr>
          </a:p>
          <a:p>
            <a:pPr algn="ctr" eaLnBrk="0" hangingPunct="0">
              <a:lnSpc>
                <a:spcPct val="200000"/>
              </a:lnSpc>
            </a:pPr>
            <a:r>
              <a:rPr lang="en-US" sz="2800" b="1">
                <a:solidFill>
                  <a:srgbClr val="FF0000"/>
                </a:solidFill>
                <a:sym typeface="Wingdings" pitchFamily="2" charset="2"/>
              </a:rPr>
              <a:t> </a:t>
            </a:r>
            <a:r>
              <a:rPr lang="en-US" sz="2800">
                <a:solidFill>
                  <a:schemeClr val="tx2"/>
                </a:solidFill>
              </a:rPr>
              <a:t>Enjoy </a:t>
            </a:r>
            <a:r>
              <a:rPr lang="en-US" sz="2800" b="1">
                <a:solidFill>
                  <a:schemeClr val="tx2"/>
                </a:solidFill>
              </a:rPr>
              <a:t>developing </a:t>
            </a:r>
            <a:r>
              <a:rPr lang="en-US" sz="2800">
                <a:solidFill>
                  <a:schemeClr val="tx2"/>
                </a:solidFill>
              </a:rPr>
              <a:t>your </a:t>
            </a:r>
            <a:r>
              <a:rPr lang="en-US" sz="2800" b="1">
                <a:solidFill>
                  <a:srgbClr val="FF0000"/>
                </a:solidFill>
              </a:rPr>
              <a:t>own OS </a:t>
            </a:r>
            <a:r>
              <a:rPr lang="en-US" sz="2800" b="1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US" sz="2800" b="1">
              <a:solidFill>
                <a:srgbClr val="FF0000"/>
              </a:solidFill>
            </a:endParaRPr>
          </a:p>
        </p:txBody>
      </p:sp>
      <p:pic>
        <p:nvPicPr>
          <p:cNvPr id="38915" name="Picture 7" descr="girls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3429000"/>
            <a:ext cx="2317750" cy="231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A75FAA3A6A85498CEA72B235095206" ma:contentTypeVersion="3" ma:contentTypeDescription="Create a new document." ma:contentTypeScope="" ma:versionID="72a44a82d73191e9c43e3c60289de1c3">
  <xsd:schema xmlns:xsd="http://www.w3.org/2001/XMLSchema" xmlns:xs="http://www.w3.org/2001/XMLSchema" xmlns:p="http://schemas.microsoft.com/office/2006/metadata/properties" xmlns:ns2="447c295b-992c-42e3-9042-79d4fdce0b45" targetNamespace="http://schemas.microsoft.com/office/2006/metadata/properties" ma:root="true" ma:fieldsID="0e740011ee714eba83319f1c05a554b2" ns2:_="">
    <xsd:import namespace="447c295b-992c-42e3-9042-79d4fdce0b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c295b-992c-42e3-9042-79d4fdce0b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68CC40-A7B5-4BDF-A92D-C3EC1B0448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5372A8-5C2A-4CCB-8389-A20BDFB002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7c295b-992c-42e3-9042-79d4fdce0b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AE6EF7-8B52-4D17-BBCB-49322795957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102</TotalTime>
  <Words>1513</Words>
  <Application>Microsoft Office PowerPoint</Application>
  <PresentationFormat>Widescreen</PresentationFormat>
  <Paragraphs>318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Cambria</vt:lpstr>
      <vt:lpstr>Cambria Math</vt:lpstr>
      <vt:lpstr>Wingdings</vt:lpstr>
      <vt:lpstr>Retrospect</vt:lpstr>
      <vt:lpstr>OS’26-27 Project </vt:lpstr>
      <vt:lpstr>Agenda</vt:lpstr>
      <vt:lpstr>Agenda</vt:lpstr>
      <vt:lpstr>Registration</vt:lpstr>
      <vt:lpstr>Project Overview</vt:lpstr>
      <vt:lpstr>Project Overview</vt:lpstr>
      <vt:lpstr>Project Overview</vt:lpstr>
      <vt:lpstr>PROJECT BIG PICTURE</vt:lpstr>
      <vt:lpstr>Agenda</vt:lpstr>
      <vt:lpstr>Supportive Materials – CODES  </vt:lpstr>
      <vt:lpstr>Supportive Materials – VIDEOS  </vt:lpstr>
      <vt:lpstr>Supportive Materials – TESTING  </vt:lpstr>
      <vt:lpstr>PowerPoint Presentation</vt:lpstr>
      <vt:lpstr>Agenda</vt:lpstr>
      <vt:lpstr>Logistics</vt:lpstr>
      <vt:lpstr>Submission Rules</vt:lpstr>
      <vt:lpstr>Submission Steps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OS’22 Project</dc:title>
  <dc:creator>ghada hamed ali</dc:creator>
  <cp:lastModifiedBy>George Gamal</cp:lastModifiedBy>
  <cp:revision>19</cp:revision>
  <dcterms:created xsi:type="dcterms:W3CDTF">2022-10-12T14:36:57Z</dcterms:created>
  <dcterms:modified xsi:type="dcterms:W3CDTF">2026-10-18T21:34:30Z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0x010100E7A75FAA3A6A85498CEA72B235095206</vt:lpwstr>
  </property>
</Properties>
</file>