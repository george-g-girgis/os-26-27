
<file path=[Content_Types].xml><?xml version="1.0" encoding="utf-8"?>
<Types xmlns="http://schemas.openxmlformats.org/package/2006/content-types">
  <Default Extension="bmp" ContentType="image/bmp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57" r:id="rId3"/>
    <p:sldId id="1707" r:id="rId4"/>
    <p:sldId id="477" r:id="rId5"/>
    <p:sldId id="478" r:id="rId6"/>
    <p:sldId id="479" r:id="rId7"/>
    <p:sldId id="480" r:id="rId8"/>
    <p:sldId id="314" r:id="rId9"/>
    <p:sldId id="313" r:id="rId10"/>
    <p:sldId id="315" r:id="rId11"/>
    <p:sldId id="316" r:id="rId12"/>
    <p:sldId id="481" r:id="rId13"/>
    <p:sldId id="485" r:id="rId14"/>
    <p:sldId id="483" r:id="rId15"/>
    <p:sldId id="1708" r:id="rId16"/>
    <p:sldId id="838" r:id="rId17"/>
    <p:sldId id="840" r:id="rId18"/>
    <p:sldId id="1709" r:id="rId19"/>
    <p:sldId id="781" r:id="rId20"/>
    <p:sldId id="353" r:id="rId21"/>
    <p:sldId id="1280" r:id="rId22"/>
    <p:sldId id="1281" r:id="rId23"/>
    <p:sldId id="1288" r:id="rId24"/>
    <p:sldId id="1743" r:id="rId25"/>
    <p:sldId id="1744" r:id="rId26"/>
    <p:sldId id="1745" r:id="rId27"/>
    <p:sldId id="1746" r:id="rId28"/>
    <p:sldId id="1747" r:id="rId29"/>
    <p:sldId id="1748" r:id="rId30"/>
    <p:sldId id="1749" r:id="rId31"/>
    <p:sldId id="1750" r:id="rId32"/>
    <p:sldId id="1742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61657DA-D723-4124-B22B-C8A3DC9AAA70}">
          <p14:sldIdLst>
            <p14:sldId id="256"/>
            <p14:sldId id="257"/>
            <p14:sldId id="1707"/>
          </p14:sldIdLst>
        </p14:section>
        <p14:section name="Pointers" id="{983D029D-6640-43EA-B004-F4FA6FE3ABF1}">
          <p14:sldIdLst>
            <p14:sldId id="477"/>
            <p14:sldId id="478"/>
            <p14:sldId id="479"/>
            <p14:sldId id="480"/>
            <p14:sldId id="314"/>
            <p14:sldId id="313"/>
            <p14:sldId id="315"/>
            <p14:sldId id="316"/>
          </p14:sldIdLst>
        </p14:section>
        <p14:section name="Lists" id="{C0DB9563-CEDC-4B1A-9DBA-21C6F340D583}">
          <p14:sldIdLst>
            <p14:sldId id="481"/>
            <p14:sldId id="485"/>
            <p14:sldId id="483"/>
          </p14:sldIdLst>
        </p14:section>
        <p14:section name="System Calls" id="{361A846B-5C7F-4CD2-AE9F-FC5B6B490F3C}">
          <p14:sldIdLst>
            <p14:sldId id="1708"/>
            <p14:sldId id="838"/>
            <p14:sldId id="840"/>
          </p14:sldIdLst>
        </p14:section>
        <p14:section name="Spin Lock" id="{29BC5E79-C572-443C-922F-E9EBC8903211}">
          <p14:sldIdLst>
            <p14:sldId id="1709"/>
            <p14:sldId id="781"/>
            <p14:sldId id="353"/>
            <p14:sldId id="1280"/>
            <p14:sldId id="1281"/>
            <p14:sldId id="1288"/>
            <p14:sldId id="1743"/>
          </p14:sldIdLst>
        </p14:section>
        <p14:section name="Multi-CPUs &amp; Big Kern Lk" id="{77260748-33DF-48E1-8964-5CC95487FE96}">
          <p14:sldIdLst>
            <p14:sldId id="1744"/>
            <p14:sldId id="1745"/>
            <p14:sldId id="1746"/>
            <p14:sldId id="1747"/>
            <p14:sldId id="1748"/>
            <p14:sldId id="1749"/>
            <p14:sldId id="1750"/>
            <p14:sldId id="174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1DE"/>
    <a:srgbClr val="F79646"/>
    <a:srgbClr val="31E923"/>
    <a:srgbClr val="0066FF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77729E-5FC4-43C6-9147-7AB09CCEC4F2}" v="70" dt="2024-12-04T16:18:23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903" autoAdjust="0"/>
  </p:normalViewPr>
  <p:slideViewPr>
    <p:cSldViewPr snapToGrid="0">
      <p:cViewPr varScale="1">
        <p:scale>
          <a:sx n="74" d="100"/>
          <a:sy n="74" d="100"/>
        </p:scale>
        <p:origin x="40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43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Salah ELDin" userId="68850134-226f-4097-a9a8-787fd6814b0e" providerId="ADAL" clId="{E6460063-32F4-4C7F-87BF-0A962B794F6D}"/>
    <pc:docChg chg="modSld">
      <pc:chgData name="Ahmed Salah ELDin" userId="68850134-226f-4097-a9a8-787fd6814b0e" providerId="ADAL" clId="{E6460063-32F4-4C7F-87BF-0A962B794F6D}" dt="2023-11-07T22:10:44.288" v="1" actId="20577"/>
      <pc:docMkLst>
        <pc:docMk/>
      </pc:docMkLst>
      <pc:sldChg chg="modSp mod">
        <pc:chgData name="Ahmed Salah ELDin" userId="68850134-226f-4097-a9a8-787fd6814b0e" providerId="ADAL" clId="{E6460063-32F4-4C7F-87BF-0A962B794F6D}" dt="2023-11-07T22:10:44.288" v="1" actId="20577"/>
        <pc:sldMkLst>
          <pc:docMk/>
          <pc:sldMk cId="946860532" sldId="859"/>
        </pc:sldMkLst>
        <pc:graphicFrameChg chg="modGraphic">
          <ac:chgData name="Ahmed Salah ELDin" userId="68850134-226f-4097-a9a8-787fd6814b0e" providerId="ADAL" clId="{E6460063-32F4-4C7F-87BF-0A962B794F6D}" dt="2023-11-07T22:10:44.288" v="1" actId="20577"/>
          <ac:graphicFrameMkLst>
            <pc:docMk/>
            <pc:sldMk cId="946860532" sldId="859"/>
            <ac:graphicFrameMk id="5" creationId="{3E3A3AFA-5336-5953-C516-B4AC3570F458}"/>
          </ac:graphicFrameMkLst>
        </pc:graphicFrameChg>
      </pc:sldChg>
    </pc:docChg>
  </pc:docChgLst>
  <pc:docChgLst>
    <pc:chgData name="Ahmed Salah ELDin" userId="68850134-226f-4097-a9a8-787fd6814b0e" providerId="ADAL" clId="{ABDB72E2-1DE4-44BC-A1C5-DEF6D7024657}"/>
    <pc:docChg chg="undo redo custSel addSld delSld modSld sldOrd addSection delSection modSection">
      <pc:chgData name="Ahmed Salah ELDin" userId="68850134-226f-4097-a9a8-787fd6814b0e" providerId="ADAL" clId="{ABDB72E2-1DE4-44BC-A1C5-DEF6D7024657}" dt="2022-10-17T10:36:04.609" v="1549"/>
      <pc:docMkLst>
        <pc:docMk/>
      </pc:docMkLst>
      <pc:sldChg chg="modSp mod">
        <pc:chgData name="Ahmed Salah ELDin" userId="68850134-226f-4097-a9a8-787fd6814b0e" providerId="ADAL" clId="{ABDB72E2-1DE4-44BC-A1C5-DEF6D7024657}" dt="2022-10-17T07:12:19.236" v="162" actId="27636"/>
        <pc:sldMkLst>
          <pc:docMk/>
          <pc:sldMk cId="1553194731" sldId="256"/>
        </pc:sldMkLst>
        <pc:spChg chg="mod">
          <ac:chgData name="Ahmed Salah ELDin" userId="68850134-226f-4097-a9a8-787fd6814b0e" providerId="ADAL" clId="{ABDB72E2-1DE4-44BC-A1C5-DEF6D7024657}" dt="2022-10-17T07:12:19.236" v="162" actId="27636"/>
          <ac:spMkLst>
            <pc:docMk/>
            <pc:sldMk cId="1553194731" sldId="256"/>
            <ac:spMk id="3" creationId="{3A4D10DF-2536-BB92-0FC3-80368303D050}"/>
          </ac:spMkLst>
        </pc:spChg>
      </pc:sldChg>
      <pc:sldChg chg="modSp mod modAnim">
        <pc:chgData name="Ahmed Salah ELDin" userId="68850134-226f-4097-a9a8-787fd6814b0e" providerId="ADAL" clId="{ABDB72E2-1DE4-44BC-A1C5-DEF6D7024657}" dt="2022-10-17T07:11:50.999" v="144"/>
        <pc:sldMkLst>
          <pc:docMk/>
          <pc:sldMk cId="3835006274" sldId="257"/>
        </pc:sldMkLst>
        <pc:spChg chg="mod">
          <ac:chgData name="Ahmed Salah ELDin" userId="68850134-226f-4097-a9a8-787fd6814b0e" providerId="ADAL" clId="{ABDB72E2-1DE4-44BC-A1C5-DEF6D7024657}" dt="2022-10-17T07:11:24.520" v="141" actId="27636"/>
          <ac:spMkLst>
            <pc:docMk/>
            <pc:sldMk cId="3835006274" sldId="257"/>
            <ac:spMk id="3" creationId="{71A8471A-C9D0-5A9A-5A1E-FE77062D3413}"/>
          </ac:spMkLst>
        </pc:spChg>
      </pc:sldChg>
      <pc:sldChg chg="addSp modSp mod ord">
        <pc:chgData name="Ahmed Salah ELDin" userId="68850134-226f-4097-a9a8-787fd6814b0e" providerId="ADAL" clId="{ABDB72E2-1DE4-44BC-A1C5-DEF6D7024657}" dt="2022-10-17T10:36:04.609" v="1549"/>
        <pc:sldMkLst>
          <pc:docMk/>
          <pc:sldMk cId="699320495" sldId="258"/>
        </pc:sldMkLst>
        <pc:spChg chg="mod">
          <ac:chgData name="Ahmed Salah ELDin" userId="68850134-226f-4097-a9a8-787fd6814b0e" providerId="ADAL" clId="{ABDB72E2-1DE4-44BC-A1C5-DEF6D7024657}" dt="2022-10-17T07:16:40.855" v="183" actId="20577"/>
          <ac:spMkLst>
            <pc:docMk/>
            <pc:sldMk cId="699320495" sldId="258"/>
            <ac:spMk id="2" creationId="{B4112C1C-768E-67BA-CE7E-057E322C6BCD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699320495" sldId="258"/>
            <ac:inkMk id="3" creationId="{4D42365B-4E53-A6E4-18C0-12F84EE348D1}"/>
          </ac:inkMkLst>
        </pc:inkChg>
      </pc:sldChg>
      <pc:sldChg chg="addSp modSp mod">
        <pc:chgData name="Ahmed Salah ELDin" userId="68850134-226f-4097-a9a8-787fd6814b0e" providerId="ADAL" clId="{ABDB72E2-1DE4-44BC-A1C5-DEF6D7024657}" dt="2022-10-17T10:36:04.609" v="1549"/>
        <pc:sldMkLst>
          <pc:docMk/>
          <pc:sldMk cId="4124862599" sldId="259"/>
        </pc:sldMkLst>
        <pc:spChg chg="mod">
          <ac:chgData name="Ahmed Salah ELDin" userId="68850134-226f-4097-a9a8-787fd6814b0e" providerId="ADAL" clId="{ABDB72E2-1DE4-44BC-A1C5-DEF6D7024657}" dt="2022-10-17T07:18:16.570" v="185" actId="113"/>
          <ac:spMkLst>
            <pc:docMk/>
            <pc:sldMk cId="4124862599" sldId="259"/>
            <ac:spMk id="3" creationId="{9500EDC7-0EE6-5F4C-E06D-D54C1EE65276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4124862599" sldId="259"/>
            <ac:inkMk id="5" creationId="{51A3FC16-6CA0-650A-8A85-00901F1B3D92}"/>
          </ac:inkMkLst>
        </pc:inkChg>
      </pc:sldChg>
      <pc:sldChg chg="addSp modSp mod">
        <pc:chgData name="Ahmed Salah ELDin" userId="68850134-226f-4097-a9a8-787fd6814b0e" providerId="ADAL" clId="{ABDB72E2-1DE4-44BC-A1C5-DEF6D7024657}" dt="2022-10-17T10:36:04.609" v="1549"/>
        <pc:sldMkLst>
          <pc:docMk/>
          <pc:sldMk cId="3174251173" sldId="261"/>
        </pc:sldMkLst>
        <pc:spChg chg="mod">
          <ac:chgData name="Ahmed Salah ELDin" userId="68850134-226f-4097-a9a8-787fd6814b0e" providerId="ADAL" clId="{ABDB72E2-1DE4-44BC-A1C5-DEF6D7024657}" dt="2022-10-17T07:05:16.121" v="89" actId="20577"/>
          <ac:spMkLst>
            <pc:docMk/>
            <pc:sldMk cId="3174251173" sldId="261"/>
            <ac:spMk id="2" creationId="{64572A18-1143-38B9-B945-0C27D61FA4B1}"/>
          </ac:spMkLst>
        </pc:spChg>
        <pc:spChg chg="mod">
          <ac:chgData name="Ahmed Salah ELDin" userId="68850134-226f-4097-a9a8-787fd6814b0e" providerId="ADAL" clId="{ABDB72E2-1DE4-44BC-A1C5-DEF6D7024657}" dt="2022-10-17T07:21:09.233" v="198" actId="113"/>
          <ac:spMkLst>
            <pc:docMk/>
            <pc:sldMk cId="3174251173" sldId="261"/>
            <ac:spMk id="3" creationId="{4DBE0866-63EC-9A7D-3885-AA0109A6A048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3174251173" sldId="261"/>
            <ac:inkMk id="5" creationId="{DF6C4060-331B-9FA8-A8D3-22F70689C350}"/>
          </ac:inkMkLst>
        </pc:inkChg>
      </pc:sldChg>
      <pc:sldChg chg="addSp">
        <pc:chgData name="Ahmed Salah ELDin" userId="68850134-226f-4097-a9a8-787fd6814b0e" providerId="ADAL" clId="{ABDB72E2-1DE4-44BC-A1C5-DEF6D7024657}" dt="2022-10-17T10:36:04.609" v="1549"/>
        <pc:sldMkLst>
          <pc:docMk/>
          <pc:sldMk cId="3899216605" sldId="262"/>
        </pc:sldMkLst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3899216605" sldId="262"/>
            <ac:inkMk id="10" creationId="{7D48A273-FA8A-9897-B2B9-4FB264BB5B98}"/>
          </ac:inkMkLst>
        </pc:inkChg>
      </pc:sldChg>
      <pc:sldChg chg="addSp">
        <pc:chgData name="Ahmed Salah ELDin" userId="68850134-226f-4097-a9a8-787fd6814b0e" providerId="ADAL" clId="{ABDB72E2-1DE4-44BC-A1C5-DEF6D7024657}" dt="2022-10-17T10:36:04.609" v="1549"/>
        <pc:sldMkLst>
          <pc:docMk/>
          <pc:sldMk cId="776300451" sldId="263"/>
        </pc:sldMkLst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776300451" sldId="263"/>
            <ac:inkMk id="5" creationId="{ED1E4B92-02E1-9F52-B15A-8FA1FF5730BE}"/>
          </ac:inkMkLst>
        </pc:inkChg>
      </pc:sldChg>
      <pc:sldChg chg="addSp">
        <pc:chgData name="Ahmed Salah ELDin" userId="68850134-226f-4097-a9a8-787fd6814b0e" providerId="ADAL" clId="{ABDB72E2-1DE4-44BC-A1C5-DEF6D7024657}" dt="2022-10-17T10:36:04.609" v="1549"/>
        <pc:sldMkLst>
          <pc:docMk/>
          <pc:sldMk cId="519110457" sldId="264"/>
        </pc:sldMkLst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519110457" sldId="264"/>
            <ac:inkMk id="5" creationId="{192C15CB-E75E-F84E-8AD8-9D14187E3720}"/>
          </ac:inkMkLst>
        </pc:inkChg>
      </pc:sldChg>
      <pc:sldChg chg="addSp modSp mod">
        <pc:chgData name="Ahmed Salah ELDin" userId="68850134-226f-4097-a9a8-787fd6814b0e" providerId="ADAL" clId="{ABDB72E2-1DE4-44BC-A1C5-DEF6D7024657}" dt="2022-10-17T10:36:04.609" v="1549"/>
        <pc:sldMkLst>
          <pc:docMk/>
          <pc:sldMk cId="876818040" sldId="265"/>
        </pc:sldMkLst>
        <pc:spChg chg="mod">
          <ac:chgData name="Ahmed Salah ELDin" userId="68850134-226f-4097-a9a8-787fd6814b0e" providerId="ADAL" clId="{ABDB72E2-1DE4-44BC-A1C5-DEF6D7024657}" dt="2022-10-17T07:35:37.450" v="361" actId="20577"/>
          <ac:spMkLst>
            <pc:docMk/>
            <pc:sldMk cId="876818040" sldId="265"/>
            <ac:spMk id="3" creationId="{BDD4B734-D010-48A9-3CF2-0F70EC2C9909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876818040" sldId="265"/>
            <ac:inkMk id="5" creationId="{65D56041-DA01-C692-661C-DE443283DB76}"/>
          </ac:inkMkLst>
        </pc:inkChg>
      </pc:sldChg>
      <pc:sldChg chg="modSp mod modAnim">
        <pc:chgData name="Ahmed Salah ELDin" userId="68850134-226f-4097-a9a8-787fd6814b0e" providerId="ADAL" clId="{ABDB72E2-1DE4-44BC-A1C5-DEF6D7024657}" dt="2022-10-17T07:37:17.029" v="364"/>
        <pc:sldMkLst>
          <pc:docMk/>
          <pc:sldMk cId="1012867018" sldId="266"/>
        </pc:sldMkLst>
        <pc:spChg chg="mod">
          <ac:chgData name="Ahmed Salah ELDin" userId="68850134-226f-4097-a9a8-787fd6814b0e" providerId="ADAL" clId="{ABDB72E2-1DE4-44BC-A1C5-DEF6D7024657}" dt="2022-10-17T07:36:41.411" v="362" actId="14100"/>
          <ac:spMkLst>
            <pc:docMk/>
            <pc:sldMk cId="1012867018" sldId="266"/>
            <ac:spMk id="3" creationId="{BDD4B734-D010-48A9-3CF2-0F70EC2C9909}"/>
          </ac:spMkLst>
        </pc:spChg>
        <pc:spChg chg="mod">
          <ac:chgData name="Ahmed Salah ELDin" userId="68850134-226f-4097-a9a8-787fd6814b0e" providerId="ADAL" clId="{ABDB72E2-1DE4-44BC-A1C5-DEF6D7024657}" dt="2022-10-17T07:37:04.677" v="363" actId="14100"/>
          <ac:spMkLst>
            <pc:docMk/>
            <pc:sldMk cId="1012867018" sldId="266"/>
            <ac:spMk id="6" creationId="{4D4BBEE3-6A66-688D-A7CB-B4F7DB6DBCF5}"/>
          </ac:spMkLst>
        </pc:spChg>
      </pc:sldChg>
      <pc:sldChg chg="addSp delSp modSp mod modAnim">
        <pc:chgData name="Ahmed Salah ELDin" userId="68850134-226f-4097-a9a8-787fd6814b0e" providerId="ADAL" clId="{ABDB72E2-1DE4-44BC-A1C5-DEF6D7024657}" dt="2022-10-17T10:36:04.609" v="1549"/>
        <pc:sldMkLst>
          <pc:docMk/>
          <pc:sldMk cId="4223804136" sldId="267"/>
        </pc:sldMkLst>
        <pc:spChg chg="mod">
          <ac:chgData name="Ahmed Salah ELDin" userId="68850134-226f-4097-a9a8-787fd6814b0e" providerId="ADAL" clId="{ABDB72E2-1DE4-44BC-A1C5-DEF6D7024657}" dt="2022-10-17T07:42:49.183" v="409" actId="20577"/>
          <ac:spMkLst>
            <pc:docMk/>
            <pc:sldMk cId="4223804136" sldId="267"/>
            <ac:spMk id="3" creationId="{621354B7-0C24-DC16-0C43-3F4DEF906902}"/>
          </ac:spMkLst>
        </pc:spChg>
        <pc:spChg chg="add mod">
          <ac:chgData name="Ahmed Salah ELDin" userId="68850134-226f-4097-a9a8-787fd6814b0e" providerId="ADAL" clId="{ABDB72E2-1DE4-44BC-A1C5-DEF6D7024657}" dt="2022-10-17T07:44:10.960" v="420" actId="1076"/>
          <ac:spMkLst>
            <pc:docMk/>
            <pc:sldMk cId="4223804136" sldId="267"/>
            <ac:spMk id="6" creationId="{CFDD3213-FED0-8CB2-E86F-19F59CFE91A3}"/>
          </ac:spMkLst>
        </pc:spChg>
        <pc:spChg chg="add mod">
          <ac:chgData name="Ahmed Salah ELDin" userId="68850134-226f-4097-a9a8-787fd6814b0e" providerId="ADAL" clId="{ABDB72E2-1DE4-44BC-A1C5-DEF6D7024657}" dt="2022-10-17T07:44:10.960" v="420" actId="1076"/>
          <ac:spMkLst>
            <pc:docMk/>
            <pc:sldMk cId="4223804136" sldId="267"/>
            <ac:spMk id="8" creationId="{5C01451B-75CB-60F9-08BA-B2FC05D21C19}"/>
          </ac:spMkLst>
        </pc:spChg>
        <pc:spChg chg="add mod">
          <ac:chgData name="Ahmed Salah ELDin" userId="68850134-226f-4097-a9a8-787fd6814b0e" providerId="ADAL" clId="{ABDB72E2-1DE4-44BC-A1C5-DEF6D7024657}" dt="2022-10-17T07:42:23.326" v="402" actId="1076"/>
          <ac:spMkLst>
            <pc:docMk/>
            <pc:sldMk cId="4223804136" sldId="267"/>
            <ac:spMk id="9" creationId="{B2AF41FF-6646-7133-8F10-1BB7655D4443}"/>
          </ac:spMkLst>
        </pc:spChg>
        <pc:spChg chg="add mod">
          <ac:chgData name="Ahmed Salah ELDin" userId="68850134-226f-4097-a9a8-787fd6814b0e" providerId="ADAL" clId="{ABDB72E2-1DE4-44BC-A1C5-DEF6D7024657}" dt="2022-10-17T07:42:23.326" v="402" actId="1076"/>
          <ac:spMkLst>
            <pc:docMk/>
            <pc:sldMk cId="4223804136" sldId="267"/>
            <ac:spMk id="10" creationId="{824920AA-F980-7640-EE36-3584BC25FBA8}"/>
          </ac:spMkLst>
        </pc:spChg>
        <pc:spChg chg="add del mod">
          <ac:chgData name="Ahmed Salah ELDin" userId="68850134-226f-4097-a9a8-787fd6814b0e" providerId="ADAL" clId="{ABDB72E2-1DE4-44BC-A1C5-DEF6D7024657}" dt="2022-10-17T07:45:56.619" v="447" actId="164"/>
          <ac:spMkLst>
            <pc:docMk/>
            <pc:sldMk cId="4223804136" sldId="267"/>
            <ac:spMk id="11" creationId="{E0B9AEA6-3815-68AD-6737-1505F1C82C9E}"/>
          </ac:spMkLst>
        </pc:spChg>
        <pc:spChg chg="add del mod">
          <ac:chgData name="Ahmed Salah ELDin" userId="68850134-226f-4097-a9a8-787fd6814b0e" providerId="ADAL" clId="{ABDB72E2-1DE4-44BC-A1C5-DEF6D7024657}" dt="2022-10-17T07:45:56.619" v="447" actId="164"/>
          <ac:spMkLst>
            <pc:docMk/>
            <pc:sldMk cId="4223804136" sldId="267"/>
            <ac:spMk id="12" creationId="{E9CA1940-FC05-672E-27C9-50773E4E7DC5}"/>
          </ac:spMkLst>
        </pc:spChg>
        <pc:spChg chg="add mod">
          <ac:chgData name="Ahmed Salah ELDin" userId="68850134-226f-4097-a9a8-787fd6814b0e" providerId="ADAL" clId="{ABDB72E2-1DE4-44BC-A1C5-DEF6D7024657}" dt="2022-10-17T07:42:35.845" v="407" actId="1076"/>
          <ac:spMkLst>
            <pc:docMk/>
            <pc:sldMk cId="4223804136" sldId="267"/>
            <ac:spMk id="13" creationId="{55886FE2-FA53-4913-5808-593934E4BE9B}"/>
          </ac:spMkLst>
        </pc:spChg>
        <pc:spChg chg="add mod">
          <ac:chgData name="Ahmed Salah ELDin" userId="68850134-226f-4097-a9a8-787fd6814b0e" providerId="ADAL" clId="{ABDB72E2-1DE4-44BC-A1C5-DEF6D7024657}" dt="2022-10-17T07:44:10.607" v="419" actId="1076"/>
          <ac:spMkLst>
            <pc:docMk/>
            <pc:sldMk cId="4223804136" sldId="267"/>
            <ac:spMk id="14" creationId="{B1AB954E-AD31-E80C-4ADD-B9CF304DC750}"/>
          </ac:spMkLst>
        </pc:spChg>
        <pc:spChg chg="add mod">
          <ac:chgData name="Ahmed Salah ELDin" userId="68850134-226f-4097-a9a8-787fd6814b0e" providerId="ADAL" clId="{ABDB72E2-1DE4-44BC-A1C5-DEF6D7024657}" dt="2022-10-17T07:44:43.776" v="443" actId="1038"/>
          <ac:spMkLst>
            <pc:docMk/>
            <pc:sldMk cId="4223804136" sldId="267"/>
            <ac:spMk id="15" creationId="{6DA70F77-9012-EAF0-8BF6-8C0DE59BC55D}"/>
          </ac:spMkLst>
        </pc:spChg>
        <pc:grpChg chg="add mod">
          <ac:chgData name="Ahmed Salah ELDin" userId="68850134-226f-4097-a9a8-787fd6814b0e" providerId="ADAL" clId="{ABDB72E2-1DE4-44BC-A1C5-DEF6D7024657}" dt="2022-10-17T07:45:56.619" v="447" actId="164"/>
          <ac:grpSpMkLst>
            <pc:docMk/>
            <pc:sldMk cId="4223804136" sldId="267"/>
            <ac:grpSpMk id="16" creationId="{AA821CCB-EA25-D003-6465-E63046E4FCF9}"/>
          </ac:grpSpMkLst>
        </pc:gr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4223804136" sldId="267"/>
            <ac:inkMk id="17" creationId="{878A4F8A-906C-010E-35FC-7E864755482C}"/>
          </ac:inkMkLst>
        </pc:inkChg>
      </pc:sldChg>
      <pc:sldChg chg="addSp modSp">
        <pc:chgData name="Ahmed Salah ELDin" userId="68850134-226f-4097-a9a8-787fd6814b0e" providerId="ADAL" clId="{ABDB72E2-1DE4-44BC-A1C5-DEF6D7024657}" dt="2022-10-17T10:36:04.609" v="1549"/>
        <pc:sldMkLst>
          <pc:docMk/>
          <pc:sldMk cId="1239660012" sldId="268"/>
        </pc:sldMkLst>
        <pc:spChg chg="mod">
          <ac:chgData name="Ahmed Salah ELDin" userId="68850134-226f-4097-a9a8-787fd6814b0e" providerId="ADAL" clId="{ABDB72E2-1DE4-44BC-A1C5-DEF6D7024657}" dt="2022-10-17T07:52:45.628" v="613" actId="108"/>
          <ac:spMkLst>
            <pc:docMk/>
            <pc:sldMk cId="1239660012" sldId="268"/>
            <ac:spMk id="3" creationId="{621354B7-0C24-DC16-0C43-3F4DEF906902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1239660012" sldId="268"/>
            <ac:inkMk id="6" creationId="{9F34ACAE-4CC3-C5D0-63A6-998D4231BD09}"/>
          </ac:inkMkLst>
        </pc:inkChg>
      </pc:sldChg>
      <pc:sldChg chg="addSp modSp modAnim">
        <pc:chgData name="Ahmed Salah ELDin" userId="68850134-226f-4097-a9a8-787fd6814b0e" providerId="ADAL" clId="{ABDB72E2-1DE4-44BC-A1C5-DEF6D7024657}" dt="2022-10-17T10:36:04.609" v="1549"/>
        <pc:sldMkLst>
          <pc:docMk/>
          <pc:sldMk cId="1581616797" sldId="269"/>
        </pc:sldMkLst>
        <pc:spChg chg="mod">
          <ac:chgData name="Ahmed Salah ELDin" userId="68850134-226f-4097-a9a8-787fd6814b0e" providerId="ADAL" clId="{ABDB72E2-1DE4-44BC-A1C5-DEF6D7024657}" dt="2022-10-17T07:54:14.532" v="616" actId="20577"/>
          <ac:spMkLst>
            <pc:docMk/>
            <pc:sldMk cId="1581616797" sldId="269"/>
            <ac:spMk id="3" creationId="{621354B7-0C24-DC16-0C43-3F4DEF906902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1581616797" sldId="269"/>
            <ac:inkMk id="10" creationId="{77CFA4D7-0B5A-B26E-4EF8-81EC0F5179DF}"/>
          </ac:inkMkLst>
        </pc:inkChg>
      </pc:sldChg>
      <pc:sldChg chg="addSp">
        <pc:chgData name="Ahmed Salah ELDin" userId="68850134-226f-4097-a9a8-787fd6814b0e" providerId="ADAL" clId="{ABDB72E2-1DE4-44BC-A1C5-DEF6D7024657}" dt="2022-10-17T10:36:04.609" v="1549"/>
        <pc:sldMkLst>
          <pc:docMk/>
          <pc:sldMk cId="3081736879" sldId="270"/>
        </pc:sldMkLst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3081736879" sldId="270"/>
            <ac:inkMk id="6" creationId="{4F4E896F-9857-EDC6-5763-0520F54B19FC}"/>
          </ac:inkMkLst>
        </pc:inkChg>
      </pc:sldChg>
      <pc:sldChg chg="modSp modAnim">
        <pc:chgData name="Ahmed Salah ELDin" userId="68850134-226f-4097-a9a8-787fd6814b0e" providerId="ADAL" clId="{ABDB72E2-1DE4-44BC-A1C5-DEF6D7024657}" dt="2022-10-17T08:14:00.908" v="983" actId="404"/>
        <pc:sldMkLst>
          <pc:docMk/>
          <pc:sldMk cId="657418741" sldId="271"/>
        </pc:sldMkLst>
        <pc:spChg chg="mod">
          <ac:chgData name="Ahmed Salah ELDin" userId="68850134-226f-4097-a9a8-787fd6814b0e" providerId="ADAL" clId="{ABDB72E2-1DE4-44BC-A1C5-DEF6D7024657}" dt="2022-10-17T08:14:00.908" v="983" actId="404"/>
          <ac:spMkLst>
            <pc:docMk/>
            <pc:sldMk cId="657418741" sldId="271"/>
            <ac:spMk id="3" creationId="{621354B7-0C24-DC16-0C43-3F4DEF906902}"/>
          </ac:spMkLst>
        </pc:spChg>
      </pc:sldChg>
      <pc:sldChg chg="addSp">
        <pc:chgData name="Ahmed Salah ELDin" userId="68850134-226f-4097-a9a8-787fd6814b0e" providerId="ADAL" clId="{ABDB72E2-1DE4-44BC-A1C5-DEF6D7024657}" dt="2022-10-17T10:36:04.609" v="1549"/>
        <pc:sldMkLst>
          <pc:docMk/>
          <pc:sldMk cId="1294416210" sldId="272"/>
        </pc:sldMkLst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1294416210" sldId="272"/>
            <ac:inkMk id="7" creationId="{1C789A1C-9D21-5A44-75E2-BFB7C77E32EB}"/>
          </ac:inkMkLst>
        </pc:inkChg>
      </pc:sldChg>
      <pc:sldChg chg="addSp modSp mod modAnim">
        <pc:chgData name="Ahmed Salah ELDin" userId="68850134-226f-4097-a9a8-787fd6814b0e" providerId="ADAL" clId="{ABDB72E2-1DE4-44BC-A1C5-DEF6D7024657}" dt="2022-10-17T10:36:04.609" v="1549"/>
        <pc:sldMkLst>
          <pc:docMk/>
          <pc:sldMk cId="3376042327" sldId="273"/>
        </pc:sldMkLst>
        <pc:spChg chg="mod">
          <ac:chgData name="Ahmed Salah ELDin" userId="68850134-226f-4097-a9a8-787fd6814b0e" providerId="ADAL" clId="{ABDB72E2-1DE4-44BC-A1C5-DEF6D7024657}" dt="2022-10-17T08:13:37.035" v="979" actId="113"/>
          <ac:spMkLst>
            <pc:docMk/>
            <pc:sldMk cId="3376042327" sldId="273"/>
            <ac:spMk id="3" creationId="{4056F7DC-5091-8891-C032-0DA77CAA284F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3376042327" sldId="273"/>
            <ac:inkMk id="5" creationId="{D5F84167-5E39-2096-C9F4-09E2DB6E086F}"/>
          </ac:inkMkLst>
        </pc:inkChg>
      </pc:sldChg>
      <pc:sldChg chg="modSp mod">
        <pc:chgData name="Ahmed Salah ELDin" userId="68850134-226f-4097-a9a8-787fd6814b0e" providerId="ADAL" clId="{ABDB72E2-1DE4-44BC-A1C5-DEF6D7024657}" dt="2022-10-17T08:17:00.978" v="1087" actId="20577"/>
        <pc:sldMkLst>
          <pc:docMk/>
          <pc:sldMk cId="2489219107" sldId="274"/>
        </pc:sldMkLst>
        <pc:spChg chg="mod">
          <ac:chgData name="Ahmed Salah ELDin" userId="68850134-226f-4097-a9a8-787fd6814b0e" providerId="ADAL" clId="{ABDB72E2-1DE4-44BC-A1C5-DEF6D7024657}" dt="2022-10-17T08:17:00.978" v="1087" actId="20577"/>
          <ac:spMkLst>
            <pc:docMk/>
            <pc:sldMk cId="2489219107" sldId="274"/>
            <ac:spMk id="3" creationId="{B94FBB06-D851-C895-01F5-EE1063D01E9E}"/>
          </ac:spMkLst>
        </pc:spChg>
      </pc:sldChg>
      <pc:sldChg chg="addSp modSp modAnim">
        <pc:chgData name="Ahmed Salah ELDin" userId="68850134-226f-4097-a9a8-787fd6814b0e" providerId="ADAL" clId="{ABDB72E2-1DE4-44BC-A1C5-DEF6D7024657}" dt="2022-10-17T10:36:04.609" v="1549"/>
        <pc:sldMkLst>
          <pc:docMk/>
          <pc:sldMk cId="2058168989" sldId="275"/>
        </pc:sldMkLst>
        <pc:spChg chg="mod">
          <ac:chgData name="Ahmed Salah ELDin" userId="68850134-226f-4097-a9a8-787fd6814b0e" providerId="ADAL" clId="{ABDB72E2-1DE4-44BC-A1C5-DEF6D7024657}" dt="2022-10-17T08:22:03.414" v="1166" actId="20577"/>
          <ac:spMkLst>
            <pc:docMk/>
            <pc:sldMk cId="2058168989" sldId="275"/>
            <ac:spMk id="3" creationId="{CE3506B9-0CFF-B1C0-3880-1B723DA80E80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2058168989" sldId="275"/>
            <ac:inkMk id="22" creationId="{BAA7982C-54B0-652B-F405-220BAC114505}"/>
          </ac:inkMkLst>
        </pc:inkChg>
      </pc:sldChg>
      <pc:sldChg chg="addSp modSp mod modAnim">
        <pc:chgData name="Ahmed Salah ELDin" userId="68850134-226f-4097-a9a8-787fd6814b0e" providerId="ADAL" clId="{ABDB72E2-1DE4-44BC-A1C5-DEF6D7024657}" dt="2022-10-17T10:36:04.609" v="1549"/>
        <pc:sldMkLst>
          <pc:docMk/>
          <pc:sldMk cId="78908400" sldId="276"/>
        </pc:sldMkLst>
        <pc:spChg chg="mod">
          <ac:chgData name="Ahmed Salah ELDin" userId="68850134-226f-4097-a9a8-787fd6814b0e" providerId="ADAL" clId="{ABDB72E2-1DE4-44BC-A1C5-DEF6D7024657}" dt="2022-10-17T08:21:28.463" v="1138" actId="20577"/>
          <ac:spMkLst>
            <pc:docMk/>
            <pc:sldMk cId="78908400" sldId="276"/>
            <ac:spMk id="3" creationId="{B94FBB06-D851-C895-01F5-EE1063D01E9E}"/>
          </ac:spMkLst>
        </pc:spChg>
        <pc:spChg chg="mod">
          <ac:chgData name="Ahmed Salah ELDin" userId="68850134-226f-4097-a9a8-787fd6814b0e" providerId="ADAL" clId="{ABDB72E2-1DE4-44BC-A1C5-DEF6D7024657}" dt="2022-10-17T08:20:38.243" v="1133" actId="1076"/>
          <ac:spMkLst>
            <pc:docMk/>
            <pc:sldMk cId="78908400" sldId="276"/>
            <ac:spMk id="81" creationId="{3D4A9770-CFE2-49ED-B526-7B45295A405D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78908400" sldId="276"/>
            <ac:inkMk id="5" creationId="{1A04B1FF-B394-91AA-B18B-71D9CCDB7BFF}"/>
          </ac:inkMkLst>
        </pc:inkChg>
      </pc:sldChg>
      <pc:sldChg chg="addSp modSp mod modAnim">
        <pc:chgData name="Ahmed Salah ELDin" userId="68850134-226f-4097-a9a8-787fd6814b0e" providerId="ADAL" clId="{ABDB72E2-1DE4-44BC-A1C5-DEF6D7024657}" dt="2022-10-17T10:36:04.609" v="1549"/>
        <pc:sldMkLst>
          <pc:docMk/>
          <pc:sldMk cId="445209801" sldId="277"/>
        </pc:sldMkLst>
        <pc:spChg chg="mod">
          <ac:chgData name="Ahmed Salah ELDin" userId="68850134-226f-4097-a9a8-787fd6814b0e" providerId="ADAL" clId="{ABDB72E2-1DE4-44BC-A1C5-DEF6D7024657}" dt="2022-10-17T08:23:40.530" v="1175" actId="20577"/>
          <ac:spMkLst>
            <pc:docMk/>
            <pc:sldMk cId="445209801" sldId="277"/>
            <ac:spMk id="3" creationId="{CE3506B9-0CFF-B1C0-3880-1B723DA80E80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445209801" sldId="277"/>
            <ac:inkMk id="23" creationId="{768D3412-05F3-E478-7526-856B98823E2B}"/>
          </ac:inkMkLst>
        </pc:inkChg>
      </pc:sldChg>
      <pc:sldChg chg="modSp modAnim">
        <pc:chgData name="Ahmed Salah ELDin" userId="68850134-226f-4097-a9a8-787fd6814b0e" providerId="ADAL" clId="{ABDB72E2-1DE4-44BC-A1C5-DEF6D7024657}" dt="2022-10-17T08:27:09.231" v="1211"/>
        <pc:sldMkLst>
          <pc:docMk/>
          <pc:sldMk cId="3516905087" sldId="278"/>
        </pc:sldMkLst>
        <pc:spChg chg="mod">
          <ac:chgData name="Ahmed Salah ELDin" userId="68850134-226f-4097-a9a8-787fd6814b0e" providerId="ADAL" clId="{ABDB72E2-1DE4-44BC-A1C5-DEF6D7024657}" dt="2022-10-17T08:25:10.681" v="1203" actId="403"/>
          <ac:spMkLst>
            <pc:docMk/>
            <pc:sldMk cId="3516905087" sldId="278"/>
            <ac:spMk id="3" creationId="{CE3506B9-0CFF-B1C0-3880-1B723DA80E80}"/>
          </ac:spMkLst>
        </pc:spChg>
      </pc:sldChg>
      <pc:sldChg chg="addSp">
        <pc:chgData name="Ahmed Salah ELDin" userId="68850134-226f-4097-a9a8-787fd6814b0e" providerId="ADAL" clId="{ABDB72E2-1DE4-44BC-A1C5-DEF6D7024657}" dt="2022-10-17T10:36:04.609" v="1549"/>
        <pc:sldMkLst>
          <pc:docMk/>
          <pc:sldMk cId="255250965" sldId="279"/>
        </pc:sldMkLst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255250965" sldId="279"/>
            <ac:inkMk id="7" creationId="{A04874DA-229E-418F-4D1E-3D3BA93B68A8}"/>
          </ac:inkMkLst>
        </pc:inkChg>
      </pc:sldChg>
      <pc:sldChg chg="modSp mod modAnim">
        <pc:chgData name="Ahmed Salah ELDin" userId="68850134-226f-4097-a9a8-787fd6814b0e" providerId="ADAL" clId="{ABDB72E2-1DE4-44BC-A1C5-DEF6D7024657}" dt="2022-10-17T06:56:27.725" v="26"/>
        <pc:sldMkLst>
          <pc:docMk/>
          <pc:sldMk cId="0" sldId="281"/>
        </pc:sldMkLst>
        <pc:spChg chg="mod">
          <ac:chgData name="Ahmed Salah ELDin" userId="68850134-226f-4097-a9a8-787fd6814b0e" providerId="ADAL" clId="{ABDB72E2-1DE4-44BC-A1C5-DEF6D7024657}" dt="2022-10-17T06:55:04.658" v="21" actId="14100"/>
          <ac:spMkLst>
            <pc:docMk/>
            <pc:sldMk cId="0" sldId="281"/>
            <ac:spMk id="3" creationId="{00000000-0000-0000-0000-000000000000}"/>
          </ac:spMkLst>
        </pc:spChg>
      </pc:sldChg>
      <pc:sldChg chg="delSp modSp mod delAnim modAnim">
        <pc:chgData name="Ahmed Salah ELDin" userId="68850134-226f-4097-a9a8-787fd6814b0e" providerId="ADAL" clId="{ABDB72E2-1DE4-44BC-A1C5-DEF6D7024657}" dt="2022-10-17T06:58:31.659" v="85" actId="14100"/>
        <pc:sldMkLst>
          <pc:docMk/>
          <pc:sldMk cId="959200356" sldId="282"/>
        </pc:sldMkLst>
        <pc:spChg chg="mod">
          <ac:chgData name="Ahmed Salah ELDin" userId="68850134-226f-4097-a9a8-787fd6814b0e" providerId="ADAL" clId="{ABDB72E2-1DE4-44BC-A1C5-DEF6D7024657}" dt="2022-10-17T06:57:40.769" v="75" actId="27636"/>
          <ac:spMkLst>
            <pc:docMk/>
            <pc:sldMk cId="959200356" sldId="282"/>
            <ac:spMk id="5" creationId="{27335058-C1A0-1850-8421-8E9CCB877474}"/>
          </ac:spMkLst>
        </pc:spChg>
        <pc:spChg chg="mod">
          <ac:chgData name="Ahmed Salah ELDin" userId="68850134-226f-4097-a9a8-787fd6814b0e" providerId="ADAL" clId="{ABDB72E2-1DE4-44BC-A1C5-DEF6D7024657}" dt="2022-10-17T06:58:31.659" v="85" actId="14100"/>
          <ac:spMkLst>
            <pc:docMk/>
            <pc:sldMk cId="959200356" sldId="282"/>
            <ac:spMk id="6" creationId="{8CAA3D32-FF05-983F-4278-034AFF650CAE}"/>
          </ac:spMkLst>
        </pc:spChg>
        <pc:spChg chg="del">
          <ac:chgData name="Ahmed Salah ELDin" userId="68850134-226f-4097-a9a8-787fd6814b0e" providerId="ADAL" clId="{ABDB72E2-1DE4-44BC-A1C5-DEF6D7024657}" dt="2022-10-17T06:56:41.373" v="29" actId="478"/>
          <ac:spMkLst>
            <pc:docMk/>
            <pc:sldMk cId="959200356" sldId="282"/>
            <ac:spMk id="7" creationId="{F9C9DD74-F9FC-FF94-1E07-77E704455BD0}"/>
          </ac:spMkLst>
        </pc:spChg>
      </pc:sldChg>
      <pc:sldChg chg="addSp">
        <pc:chgData name="Ahmed Salah ELDin" userId="68850134-226f-4097-a9a8-787fd6814b0e" providerId="ADAL" clId="{ABDB72E2-1DE4-44BC-A1C5-DEF6D7024657}" dt="2022-10-17T10:36:04.609" v="1549"/>
        <pc:sldMkLst>
          <pc:docMk/>
          <pc:sldMk cId="1797231904" sldId="301"/>
        </pc:sldMkLst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1797231904" sldId="301"/>
            <ac:inkMk id="2" creationId="{9F8D5883-133A-B78B-392C-9618B7784484}"/>
          </ac:inkMkLst>
        </pc:inkChg>
      </pc:sldChg>
      <pc:sldChg chg="addSp">
        <pc:chgData name="Ahmed Salah ELDin" userId="68850134-226f-4097-a9a8-787fd6814b0e" providerId="ADAL" clId="{ABDB72E2-1DE4-44BC-A1C5-DEF6D7024657}" dt="2022-10-17T10:36:04.609" v="1549"/>
        <pc:sldMkLst>
          <pc:docMk/>
          <pc:sldMk cId="4185945458" sldId="310"/>
        </pc:sldMkLst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4185945458" sldId="310"/>
            <ac:inkMk id="5" creationId="{51952A38-C193-4EAB-2FB3-54D614AE732D}"/>
          </ac:inkMkLst>
        </pc:inkChg>
      </pc:sldChg>
      <pc:sldChg chg="ord">
        <pc:chgData name="Ahmed Salah ELDin" userId="68850134-226f-4097-a9a8-787fd6814b0e" providerId="ADAL" clId="{ABDB72E2-1DE4-44BC-A1C5-DEF6D7024657}" dt="2022-10-17T08:29:23.943" v="1219"/>
        <pc:sldMkLst>
          <pc:docMk/>
          <pc:sldMk cId="4024678342" sldId="450"/>
        </pc:sldMkLst>
      </pc:sldChg>
      <pc:sldChg chg="addSp modSp mod ord">
        <pc:chgData name="Ahmed Salah ELDin" userId="68850134-226f-4097-a9a8-787fd6814b0e" providerId="ADAL" clId="{ABDB72E2-1DE4-44BC-A1C5-DEF6D7024657}" dt="2022-10-17T10:36:04.609" v="1549"/>
        <pc:sldMkLst>
          <pc:docMk/>
          <pc:sldMk cId="2984249051" sldId="451"/>
        </pc:sldMkLst>
        <pc:spChg chg="mod">
          <ac:chgData name="Ahmed Salah ELDin" userId="68850134-226f-4097-a9a8-787fd6814b0e" providerId="ADAL" clId="{ABDB72E2-1DE4-44BC-A1C5-DEF6D7024657}" dt="2022-10-17T08:30:33.301" v="1230" actId="20577"/>
          <ac:spMkLst>
            <pc:docMk/>
            <pc:sldMk cId="2984249051" sldId="451"/>
            <ac:spMk id="7" creationId="{CA1C7974-114C-CCE3-E7AC-32732524898C}"/>
          </ac:spMkLst>
        </pc:spChg>
        <pc:graphicFrameChg chg="modGraphic">
          <ac:chgData name="Ahmed Salah ELDin" userId="68850134-226f-4097-a9a8-787fd6814b0e" providerId="ADAL" clId="{ABDB72E2-1DE4-44BC-A1C5-DEF6D7024657}" dt="2022-10-17T08:30:00.405" v="1221" actId="2711"/>
          <ac:graphicFrameMkLst>
            <pc:docMk/>
            <pc:sldMk cId="2984249051" sldId="451"/>
            <ac:graphicFrameMk id="5" creationId="{2DA6B27C-D2E2-8CAF-5797-FBBE6DF043BD}"/>
          </ac:graphicFrameMkLst>
        </pc:graphicFrame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2984249051" sldId="451"/>
            <ac:inkMk id="3" creationId="{43C3DFA3-3751-7B61-C461-2108B57CE667}"/>
          </ac:inkMkLst>
        </pc:inkChg>
      </pc:sldChg>
      <pc:sldChg chg="addSp modSp mod">
        <pc:chgData name="Ahmed Salah ELDin" userId="68850134-226f-4097-a9a8-787fd6814b0e" providerId="ADAL" clId="{ABDB72E2-1DE4-44BC-A1C5-DEF6D7024657}" dt="2022-10-17T10:36:04.609" v="1549"/>
        <pc:sldMkLst>
          <pc:docMk/>
          <pc:sldMk cId="2375158163" sldId="452"/>
        </pc:sldMkLst>
        <pc:spChg chg="mod">
          <ac:chgData name="Ahmed Salah ELDin" userId="68850134-226f-4097-a9a8-787fd6814b0e" providerId="ADAL" clId="{ABDB72E2-1DE4-44BC-A1C5-DEF6D7024657}" dt="2022-10-17T07:31:54.727" v="308" actId="20577"/>
          <ac:spMkLst>
            <pc:docMk/>
            <pc:sldMk cId="2375158163" sldId="452"/>
            <ac:spMk id="2" creationId="{7EDF8E9F-7477-40C4-8B93-7CEFF71F6618}"/>
          </ac:spMkLst>
        </pc:spChg>
        <pc:graphicFrameChg chg="modGraphic">
          <ac:chgData name="Ahmed Salah ELDin" userId="68850134-226f-4097-a9a8-787fd6814b0e" providerId="ADAL" clId="{ABDB72E2-1DE4-44BC-A1C5-DEF6D7024657}" dt="2022-10-17T07:32:47.657" v="319" actId="2711"/>
          <ac:graphicFrameMkLst>
            <pc:docMk/>
            <pc:sldMk cId="2375158163" sldId="452"/>
            <ac:graphicFrameMk id="5" creationId="{EB3F582C-50B4-3B50-7B6B-4D91F3DED128}"/>
          </ac:graphicFrameMkLst>
        </pc:graphicFrame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2375158163" sldId="452"/>
            <ac:inkMk id="6" creationId="{19F06C24-8FD2-2DD2-1B51-3245FB1EDA7D}"/>
          </ac:inkMkLst>
        </pc:inkChg>
      </pc:sldChg>
      <pc:sldChg chg="addSp modSp mod">
        <pc:chgData name="Ahmed Salah ELDin" userId="68850134-226f-4097-a9a8-787fd6814b0e" providerId="ADAL" clId="{ABDB72E2-1DE4-44BC-A1C5-DEF6D7024657}" dt="2022-10-17T10:36:04.609" v="1549"/>
        <pc:sldMkLst>
          <pc:docMk/>
          <pc:sldMk cId="342908665" sldId="453"/>
        </pc:sldMkLst>
        <pc:spChg chg="mod">
          <ac:chgData name="Ahmed Salah ELDin" userId="68850134-226f-4097-a9a8-787fd6814b0e" providerId="ADAL" clId="{ABDB72E2-1DE4-44BC-A1C5-DEF6D7024657}" dt="2022-10-17T08:33:55.974" v="1245" actId="20577"/>
          <ac:spMkLst>
            <pc:docMk/>
            <pc:sldMk cId="342908665" sldId="453"/>
            <ac:spMk id="3" creationId="{00000000-0000-0000-0000-000000000000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342908665" sldId="453"/>
            <ac:inkMk id="5" creationId="{B35E6E3A-C6A7-2F91-A028-12203BB161A9}"/>
          </ac:inkMkLst>
        </pc:inkChg>
      </pc:sldChg>
      <pc:sldChg chg="del">
        <pc:chgData name="Ahmed Salah ELDin" userId="68850134-226f-4097-a9a8-787fd6814b0e" providerId="ADAL" clId="{ABDB72E2-1DE4-44BC-A1C5-DEF6D7024657}" dt="2022-10-17T07:16:27.788" v="180" actId="47"/>
        <pc:sldMkLst>
          <pc:docMk/>
          <pc:sldMk cId="3867995267" sldId="454"/>
        </pc:sldMkLst>
      </pc:sldChg>
      <pc:sldChg chg="del">
        <pc:chgData name="Ahmed Salah ELDin" userId="68850134-226f-4097-a9a8-787fd6814b0e" providerId="ADAL" clId="{ABDB72E2-1DE4-44BC-A1C5-DEF6D7024657}" dt="2022-10-17T07:19:21.282" v="188" actId="47"/>
        <pc:sldMkLst>
          <pc:docMk/>
          <pc:sldMk cId="3045921456" sldId="455"/>
        </pc:sldMkLst>
      </pc:sldChg>
      <pc:sldChg chg="del">
        <pc:chgData name="Ahmed Salah ELDin" userId="68850134-226f-4097-a9a8-787fd6814b0e" providerId="ADAL" clId="{ABDB72E2-1DE4-44BC-A1C5-DEF6D7024657}" dt="2022-10-17T07:31:35.180" v="301" actId="47"/>
        <pc:sldMkLst>
          <pc:docMk/>
          <pc:sldMk cId="1692903495" sldId="456"/>
        </pc:sldMkLst>
      </pc:sldChg>
      <pc:sldChg chg="del">
        <pc:chgData name="Ahmed Salah ELDin" userId="68850134-226f-4097-a9a8-787fd6814b0e" providerId="ADAL" clId="{ABDB72E2-1DE4-44BC-A1C5-DEF6D7024657}" dt="2022-10-17T08:28:11.910" v="1215" actId="47"/>
        <pc:sldMkLst>
          <pc:docMk/>
          <pc:sldMk cId="3915012586" sldId="457"/>
        </pc:sldMkLst>
      </pc:sldChg>
      <pc:sldChg chg="del">
        <pc:chgData name="Ahmed Salah ELDin" userId="68850134-226f-4097-a9a8-787fd6814b0e" providerId="ADAL" clId="{ABDB72E2-1DE4-44BC-A1C5-DEF6D7024657}" dt="2022-10-17T08:29:17.757" v="1217" actId="47"/>
        <pc:sldMkLst>
          <pc:docMk/>
          <pc:sldMk cId="3704500796" sldId="458"/>
        </pc:sldMkLst>
      </pc:sldChg>
      <pc:sldChg chg="del">
        <pc:chgData name="Ahmed Salah ELDin" userId="68850134-226f-4097-a9a8-787fd6814b0e" providerId="ADAL" clId="{ABDB72E2-1DE4-44BC-A1C5-DEF6D7024657}" dt="2022-10-17T08:31:22.043" v="1234" actId="47"/>
        <pc:sldMkLst>
          <pc:docMk/>
          <pc:sldMk cId="4168451268" sldId="459"/>
        </pc:sldMkLst>
      </pc:sldChg>
      <pc:sldChg chg="del">
        <pc:chgData name="Ahmed Salah ELDin" userId="68850134-226f-4097-a9a8-787fd6814b0e" providerId="ADAL" clId="{ABDB72E2-1DE4-44BC-A1C5-DEF6D7024657}" dt="2022-10-17T08:33:14.966" v="1236" actId="47"/>
        <pc:sldMkLst>
          <pc:docMk/>
          <pc:sldMk cId="789419247" sldId="460"/>
        </pc:sldMkLst>
      </pc:sldChg>
      <pc:sldChg chg="addSp modSp modAnim">
        <pc:chgData name="Ahmed Salah ELDin" userId="68850134-226f-4097-a9a8-787fd6814b0e" providerId="ADAL" clId="{ABDB72E2-1DE4-44BC-A1C5-DEF6D7024657}" dt="2022-10-17T10:36:04.609" v="1549"/>
        <pc:sldMkLst>
          <pc:docMk/>
          <pc:sldMk cId="294427817" sldId="461"/>
        </pc:sldMkLst>
        <pc:spChg chg="mod">
          <ac:chgData name="Ahmed Salah ELDin" userId="68850134-226f-4097-a9a8-787fd6814b0e" providerId="ADAL" clId="{ABDB72E2-1DE4-44BC-A1C5-DEF6D7024657}" dt="2022-10-17T07:53:27.938" v="614" actId="20577"/>
          <ac:spMkLst>
            <pc:docMk/>
            <pc:sldMk cId="294427817" sldId="461"/>
            <ac:spMk id="3" creationId="{621354B7-0C24-DC16-0C43-3F4DEF906902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294427817" sldId="461"/>
            <ac:inkMk id="10" creationId="{1F3F6231-B9F0-A0C1-CDC0-22A098FA78DA}"/>
          </ac:inkMkLst>
        </pc:inkChg>
      </pc:sldChg>
      <pc:sldChg chg="addSp modSp modAnim">
        <pc:chgData name="Ahmed Salah ELDin" userId="68850134-226f-4097-a9a8-787fd6814b0e" providerId="ADAL" clId="{ABDB72E2-1DE4-44BC-A1C5-DEF6D7024657}" dt="2022-10-17T10:36:04.609" v="1549"/>
        <pc:sldMkLst>
          <pc:docMk/>
          <pc:sldMk cId="3589371717" sldId="462"/>
        </pc:sldMkLst>
        <pc:spChg chg="mod">
          <ac:chgData name="Ahmed Salah ELDin" userId="68850134-226f-4097-a9a8-787fd6814b0e" providerId="ADAL" clId="{ABDB72E2-1DE4-44BC-A1C5-DEF6D7024657}" dt="2022-10-17T07:56:59.314" v="651" actId="20577"/>
          <ac:spMkLst>
            <pc:docMk/>
            <pc:sldMk cId="3589371717" sldId="462"/>
            <ac:spMk id="3" creationId="{621354B7-0C24-DC16-0C43-3F4DEF906902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3589371717" sldId="462"/>
            <ac:inkMk id="10" creationId="{D94ED92E-3485-D066-DD2F-37E7FF5072C7}"/>
          </ac:inkMkLst>
        </pc:inkChg>
      </pc:sldChg>
      <pc:sldChg chg="addSp modSp">
        <pc:chgData name="Ahmed Salah ELDin" userId="68850134-226f-4097-a9a8-787fd6814b0e" providerId="ADAL" clId="{ABDB72E2-1DE4-44BC-A1C5-DEF6D7024657}" dt="2022-10-17T10:36:04.609" v="1549"/>
        <pc:sldMkLst>
          <pc:docMk/>
          <pc:sldMk cId="3127210958" sldId="463"/>
        </pc:sldMkLst>
        <pc:spChg chg="mod">
          <ac:chgData name="Ahmed Salah ELDin" userId="68850134-226f-4097-a9a8-787fd6814b0e" providerId="ADAL" clId="{ABDB72E2-1DE4-44BC-A1C5-DEF6D7024657}" dt="2022-10-17T08:38:37.484" v="1247" actId="20577"/>
          <ac:spMkLst>
            <pc:docMk/>
            <pc:sldMk cId="3127210958" sldId="463"/>
            <ac:spMk id="5" creationId="{C49EB151-B214-123A-D29C-F1510C68FA5F}"/>
          </ac:spMkLst>
        </pc:s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3127210958" sldId="463"/>
            <ac:inkMk id="6" creationId="{9A6EB9AE-1ED2-B501-DCD7-4DBA3E9ED2D7}"/>
          </ac:inkMkLst>
        </pc:inkChg>
      </pc:sldChg>
      <pc:sldChg chg="addSp modSp mod modAnim">
        <pc:chgData name="Ahmed Salah ELDin" userId="68850134-226f-4097-a9a8-787fd6814b0e" providerId="ADAL" clId="{ABDB72E2-1DE4-44BC-A1C5-DEF6D7024657}" dt="2022-10-17T10:36:04.609" v="1549"/>
        <pc:sldMkLst>
          <pc:docMk/>
          <pc:sldMk cId="331544636" sldId="464"/>
        </pc:sldMkLst>
        <pc:spChg chg="mod">
          <ac:chgData name="Ahmed Salah ELDin" userId="68850134-226f-4097-a9a8-787fd6814b0e" providerId="ADAL" clId="{ABDB72E2-1DE4-44BC-A1C5-DEF6D7024657}" dt="2022-10-17T07:28:42.247" v="278" actId="1036"/>
          <ac:spMkLst>
            <pc:docMk/>
            <pc:sldMk cId="331544636" sldId="464"/>
            <ac:spMk id="5" creationId="{1B9FF233-5746-57CF-2A78-564A8CBE85C2}"/>
          </ac:spMkLst>
        </pc:spChg>
        <pc:spChg chg="mod">
          <ac:chgData name="Ahmed Salah ELDin" userId="68850134-226f-4097-a9a8-787fd6814b0e" providerId="ADAL" clId="{ABDB72E2-1DE4-44BC-A1C5-DEF6D7024657}" dt="2022-10-17T07:28:46.842" v="280" actId="1036"/>
          <ac:spMkLst>
            <pc:docMk/>
            <pc:sldMk cId="331544636" sldId="464"/>
            <ac:spMk id="7" creationId="{D05AF4FC-4EB2-1D3C-EE47-23098AEB5333}"/>
          </ac:spMkLst>
        </pc:spChg>
        <pc:spChg chg="mod">
          <ac:chgData name="Ahmed Salah ELDin" userId="68850134-226f-4097-a9a8-787fd6814b0e" providerId="ADAL" clId="{ABDB72E2-1DE4-44BC-A1C5-DEF6D7024657}" dt="2022-10-17T07:29:10.617" v="283" actId="14100"/>
          <ac:spMkLst>
            <pc:docMk/>
            <pc:sldMk cId="331544636" sldId="464"/>
            <ac:spMk id="9" creationId="{7D7E345C-78BE-592C-A54D-4DAC4F673D19}"/>
          </ac:spMkLst>
        </pc:spChg>
        <pc:spChg chg="add mod">
          <ac:chgData name="Ahmed Salah ELDin" userId="68850134-226f-4097-a9a8-787fd6814b0e" providerId="ADAL" clId="{ABDB72E2-1DE4-44BC-A1C5-DEF6D7024657}" dt="2022-10-17T07:26:41.867" v="254" actId="164"/>
          <ac:spMkLst>
            <pc:docMk/>
            <pc:sldMk cId="331544636" sldId="464"/>
            <ac:spMk id="10" creationId="{358F8A96-D70B-0C1B-C616-812CD3C0B507}"/>
          </ac:spMkLst>
        </pc:spChg>
        <pc:spChg chg="add mod">
          <ac:chgData name="Ahmed Salah ELDin" userId="68850134-226f-4097-a9a8-787fd6814b0e" providerId="ADAL" clId="{ABDB72E2-1DE4-44BC-A1C5-DEF6D7024657}" dt="2022-10-17T07:26:41.867" v="254" actId="164"/>
          <ac:spMkLst>
            <pc:docMk/>
            <pc:sldMk cId="331544636" sldId="464"/>
            <ac:spMk id="12" creationId="{272E3433-AF32-9B28-BA91-B8C63100CE6A}"/>
          </ac:spMkLst>
        </pc:spChg>
        <pc:spChg chg="mod">
          <ac:chgData name="Ahmed Salah ELDin" userId="68850134-226f-4097-a9a8-787fd6814b0e" providerId="ADAL" clId="{ABDB72E2-1DE4-44BC-A1C5-DEF6D7024657}" dt="2022-10-17T07:25:47.957" v="202" actId="164"/>
          <ac:spMkLst>
            <pc:docMk/>
            <pc:sldMk cId="331544636" sldId="464"/>
            <ac:spMk id="56" creationId="{06C4AF45-7C3E-E936-AB16-4052EB6020D2}"/>
          </ac:spMkLst>
        </pc:spChg>
        <pc:spChg chg="mod">
          <ac:chgData name="Ahmed Salah ELDin" userId="68850134-226f-4097-a9a8-787fd6814b0e" providerId="ADAL" clId="{ABDB72E2-1DE4-44BC-A1C5-DEF6D7024657}" dt="2022-10-17T07:25:23.116" v="199" actId="164"/>
          <ac:spMkLst>
            <pc:docMk/>
            <pc:sldMk cId="331544636" sldId="464"/>
            <ac:spMk id="58" creationId="{3BE2FCC9-2EDB-0A6B-A131-12C6B82B6F35}"/>
          </ac:spMkLst>
        </pc:spChg>
        <pc:spChg chg="mod">
          <ac:chgData name="Ahmed Salah ELDin" userId="68850134-226f-4097-a9a8-787fd6814b0e" providerId="ADAL" clId="{ABDB72E2-1DE4-44BC-A1C5-DEF6D7024657}" dt="2022-10-17T07:26:26.717" v="250" actId="164"/>
          <ac:spMkLst>
            <pc:docMk/>
            <pc:sldMk cId="331544636" sldId="464"/>
            <ac:spMk id="59" creationId="{6334FC07-7411-2204-8F0D-19BAAFE65A0E}"/>
          </ac:spMkLst>
        </pc:spChg>
        <pc:spChg chg="mod">
          <ac:chgData name="Ahmed Salah ELDin" userId="68850134-226f-4097-a9a8-787fd6814b0e" providerId="ADAL" clId="{ABDB72E2-1DE4-44BC-A1C5-DEF6D7024657}" dt="2022-10-17T07:25:23.116" v="199" actId="164"/>
          <ac:spMkLst>
            <pc:docMk/>
            <pc:sldMk cId="331544636" sldId="464"/>
            <ac:spMk id="65" creationId="{46CDA038-274B-C39C-5AC8-2724420C4745}"/>
          </ac:spMkLst>
        </pc:spChg>
        <pc:spChg chg="mod">
          <ac:chgData name="Ahmed Salah ELDin" userId="68850134-226f-4097-a9a8-787fd6814b0e" providerId="ADAL" clId="{ABDB72E2-1DE4-44BC-A1C5-DEF6D7024657}" dt="2022-10-17T07:26:26.717" v="250" actId="164"/>
          <ac:spMkLst>
            <pc:docMk/>
            <pc:sldMk cId="331544636" sldId="464"/>
            <ac:spMk id="66" creationId="{8E0DF5E5-B23F-15F2-A69E-FD5B75529B1B}"/>
          </ac:spMkLst>
        </pc:spChg>
        <pc:spChg chg="mod">
          <ac:chgData name="Ahmed Salah ELDin" userId="68850134-226f-4097-a9a8-787fd6814b0e" providerId="ADAL" clId="{ABDB72E2-1DE4-44BC-A1C5-DEF6D7024657}" dt="2022-10-17T07:27:16.366" v="257" actId="20577"/>
          <ac:spMkLst>
            <pc:docMk/>
            <pc:sldMk cId="331544636" sldId="464"/>
            <ac:spMk id="67" creationId="{06EFC7ED-42B2-2B9C-EE7F-B76B39D08DAF}"/>
          </ac:spMkLst>
        </pc:spChg>
        <pc:spChg chg="mod">
          <ac:chgData name="Ahmed Salah ELDin" userId="68850134-226f-4097-a9a8-787fd6814b0e" providerId="ADAL" clId="{ABDB72E2-1DE4-44BC-A1C5-DEF6D7024657}" dt="2022-10-17T07:27:24.881" v="258" actId="164"/>
          <ac:spMkLst>
            <pc:docMk/>
            <pc:sldMk cId="331544636" sldId="464"/>
            <ac:spMk id="71" creationId="{76EE166E-4A54-B920-7BA3-6E461DD61028}"/>
          </ac:spMkLst>
        </pc:spChg>
        <pc:spChg chg="mod">
          <ac:chgData name="Ahmed Salah ELDin" userId="68850134-226f-4097-a9a8-787fd6814b0e" providerId="ADAL" clId="{ABDB72E2-1DE4-44BC-A1C5-DEF6D7024657}" dt="2022-10-17T07:27:24.881" v="258" actId="164"/>
          <ac:spMkLst>
            <pc:docMk/>
            <pc:sldMk cId="331544636" sldId="464"/>
            <ac:spMk id="72" creationId="{A04CA15D-6977-D022-FB48-F5A1D41EFB06}"/>
          </ac:spMkLst>
        </pc:spChg>
        <pc:grpChg chg="add mod">
          <ac:chgData name="Ahmed Salah ELDin" userId="68850134-226f-4097-a9a8-787fd6814b0e" providerId="ADAL" clId="{ABDB72E2-1DE4-44BC-A1C5-DEF6D7024657}" dt="2022-10-17T07:25:23.116" v="199" actId="164"/>
          <ac:grpSpMkLst>
            <pc:docMk/>
            <pc:sldMk cId="331544636" sldId="464"/>
            <ac:grpSpMk id="6" creationId="{A38E3496-3517-D462-7187-3C8917A9C106}"/>
          </ac:grpSpMkLst>
        </pc:grpChg>
        <pc:grpChg chg="add mod">
          <ac:chgData name="Ahmed Salah ELDin" userId="68850134-226f-4097-a9a8-787fd6814b0e" providerId="ADAL" clId="{ABDB72E2-1DE4-44BC-A1C5-DEF6D7024657}" dt="2022-10-17T07:25:47.957" v="202" actId="164"/>
          <ac:grpSpMkLst>
            <pc:docMk/>
            <pc:sldMk cId="331544636" sldId="464"/>
            <ac:grpSpMk id="8" creationId="{162E39F3-A3C3-66B8-4CE9-1561EF2B83E0}"/>
          </ac:grpSpMkLst>
        </pc:grpChg>
        <pc:grpChg chg="add mod">
          <ac:chgData name="Ahmed Salah ELDin" userId="68850134-226f-4097-a9a8-787fd6814b0e" providerId="ADAL" clId="{ABDB72E2-1DE4-44BC-A1C5-DEF6D7024657}" dt="2022-10-17T07:26:26.717" v="250" actId="164"/>
          <ac:grpSpMkLst>
            <pc:docMk/>
            <pc:sldMk cId="331544636" sldId="464"/>
            <ac:grpSpMk id="11" creationId="{A598A3A4-3113-907E-F9C5-5E801439B9D4}"/>
          </ac:grpSpMkLst>
        </pc:grpChg>
        <pc:grpChg chg="add mod">
          <ac:chgData name="Ahmed Salah ELDin" userId="68850134-226f-4097-a9a8-787fd6814b0e" providerId="ADAL" clId="{ABDB72E2-1DE4-44BC-A1C5-DEF6D7024657}" dt="2022-10-17T07:26:41.867" v="254" actId="164"/>
          <ac:grpSpMkLst>
            <pc:docMk/>
            <pc:sldMk cId="331544636" sldId="464"/>
            <ac:grpSpMk id="13" creationId="{FDA0252A-9CAC-B47A-B917-A77E28498F91}"/>
          </ac:grpSpMkLst>
        </pc:grpChg>
        <pc:grpChg chg="add mod">
          <ac:chgData name="Ahmed Salah ELDin" userId="68850134-226f-4097-a9a8-787fd6814b0e" providerId="ADAL" clId="{ABDB72E2-1DE4-44BC-A1C5-DEF6D7024657}" dt="2022-10-17T07:27:24.881" v="258" actId="164"/>
          <ac:grpSpMkLst>
            <pc:docMk/>
            <pc:sldMk cId="331544636" sldId="464"/>
            <ac:grpSpMk id="14" creationId="{39AA52FE-E1F5-F5B8-0368-DF7BB933E1F2}"/>
          </ac:grpSpMkLst>
        </pc:grp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331544636" sldId="464"/>
            <ac:inkMk id="15" creationId="{12E6AE2A-D90F-F0C1-0547-D9319EFFA980}"/>
          </ac:inkMkLst>
        </pc:inkChg>
      </pc:sldChg>
      <pc:sldChg chg="del">
        <pc:chgData name="Ahmed Salah ELDin" userId="68850134-226f-4097-a9a8-787fd6814b0e" providerId="ADAL" clId="{ABDB72E2-1DE4-44BC-A1C5-DEF6D7024657}" dt="2022-10-17T07:31:40.866" v="302" actId="47"/>
        <pc:sldMkLst>
          <pc:docMk/>
          <pc:sldMk cId="1114907140" sldId="465"/>
        </pc:sldMkLst>
      </pc:sldChg>
      <pc:sldChg chg="modSp add mod">
        <pc:chgData name="Ahmed Salah ELDin" userId="68850134-226f-4097-a9a8-787fd6814b0e" providerId="ADAL" clId="{ABDB72E2-1DE4-44BC-A1C5-DEF6D7024657}" dt="2022-10-17T07:32:08.442" v="315" actId="20577"/>
        <pc:sldMkLst>
          <pc:docMk/>
          <pc:sldMk cId="2314592262" sldId="466"/>
        </pc:sldMkLst>
        <pc:spChg chg="mod">
          <ac:chgData name="Ahmed Salah ELDin" userId="68850134-226f-4097-a9a8-787fd6814b0e" providerId="ADAL" clId="{ABDB72E2-1DE4-44BC-A1C5-DEF6D7024657}" dt="2022-10-17T07:32:08.442" v="315" actId="20577"/>
          <ac:spMkLst>
            <pc:docMk/>
            <pc:sldMk cId="2314592262" sldId="466"/>
            <ac:spMk id="2" creationId="{7EDF8E9F-7477-40C4-8B93-7CEFF71F6618}"/>
          </ac:spMkLst>
        </pc:spChg>
        <pc:graphicFrameChg chg="modGraphic">
          <ac:chgData name="Ahmed Salah ELDin" userId="68850134-226f-4097-a9a8-787fd6814b0e" providerId="ADAL" clId="{ABDB72E2-1DE4-44BC-A1C5-DEF6D7024657}" dt="2022-10-17T07:12:58.202" v="165" actId="20577"/>
          <ac:graphicFrameMkLst>
            <pc:docMk/>
            <pc:sldMk cId="2314592262" sldId="466"/>
            <ac:graphicFrameMk id="5" creationId="{EB3F582C-50B4-3B50-7B6B-4D91F3DED128}"/>
          </ac:graphicFrameMkLst>
        </pc:graphicFrameChg>
      </pc:sldChg>
      <pc:sldChg chg="modSp del mod">
        <pc:chgData name="Ahmed Salah ELDin" userId="68850134-226f-4097-a9a8-787fd6814b0e" providerId="ADAL" clId="{ABDB72E2-1DE4-44BC-A1C5-DEF6D7024657}" dt="2022-10-17T07:09:13.013" v="110" actId="2696"/>
        <pc:sldMkLst>
          <pc:docMk/>
          <pc:sldMk cId="3434799819" sldId="466"/>
        </pc:sldMkLst>
        <pc:spChg chg="mod">
          <ac:chgData name="Ahmed Salah ELDin" userId="68850134-226f-4097-a9a8-787fd6814b0e" providerId="ADAL" clId="{ABDB72E2-1DE4-44BC-A1C5-DEF6D7024657}" dt="2022-10-17T07:08:00.623" v="91" actId="20577"/>
          <ac:spMkLst>
            <pc:docMk/>
            <pc:sldMk cId="3434799819" sldId="466"/>
            <ac:spMk id="2" creationId="{7EDF8E9F-7477-40C4-8B93-7CEFF71F6618}"/>
          </ac:spMkLst>
        </pc:spChg>
        <pc:spChg chg="mod">
          <ac:chgData name="Ahmed Salah ELDin" userId="68850134-226f-4097-a9a8-787fd6814b0e" providerId="ADAL" clId="{ABDB72E2-1DE4-44BC-A1C5-DEF6D7024657}" dt="2022-10-17T07:08:52.485" v="109" actId="20577"/>
          <ac:spMkLst>
            <pc:docMk/>
            <pc:sldMk cId="3434799819" sldId="466"/>
            <ac:spMk id="3" creationId="{AF23B4CD-FA65-7FC5-E1E6-C7593B7AC565}"/>
          </ac:spMkLst>
        </pc:spChg>
      </pc:sldChg>
      <pc:sldChg chg="del">
        <pc:chgData name="Ahmed Salah ELDin" userId="68850134-226f-4097-a9a8-787fd6814b0e" providerId="ADAL" clId="{ABDB72E2-1DE4-44BC-A1C5-DEF6D7024657}" dt="2022-10-17T07:09:13.013" v="110" actId="2696"/>
        <pc:sldMkLst>
          <pc:docMk/>
          <pc:sldMk cId="3515703516" sldId="467"/>
        </pc:sldMkLst>
      </pc:sldChg>
      <pc:sldChg chg="modSp add mod">
        <pc:chgData name="Ahmed Salah ELDin" userId="68850134-226f-4097-a9a8-787fd6814b0e" providerId="ADAL" clId="{ABDB72E2-1DE4-44BC-A1C5-DEF6D7024657}" dt="2022-10-17T07:32:18.671" v="317" actId="20577"/>
        <pc:sldMkLst>
          <pc:docMk/>
          <pc:sldMk cId="4119747146" sldId="467"/>
        </pc:sldMkLst>
        <pc:spChg chg="mod">
          <ac:chgData name="Ahmed Salah ELDin" userId="68850134-226f-4097-a9a8-787fd6814b0e" providerId="ADAL" clId="{ABDB72E2-1DE4-44BC-A1C5-DEF6D7024657}" dt="2022-10-17T07:32:18.671" v="317" actId="20577"/>
          <ac:spMkLst>
            <pc:docMk/>
            <pc:sldMk cId="4119747146" sldId="467"/>
            <ac:spMk id="2" creationId="{EB975FC2-3CCE-5D86-6190-D688592F0FF0}"/>
          </ac:spMkLst>
        </pc:spChg>
      </pc:sldChg>
      <pc:sldChg chg="del">
        <pc:chgData name="Ahmed Salah ELDin" userId="68850134-226f-4097-a9a8-787fd6814b0e" providerId="ADAL" clId="{ABDB72E2-1DE4-44BC-A1C5-DEF6D7024657}" dt="2022-10-17T07:07:43.663" v="90" actId="47"/>
        <pc:sldMkLst>
          <pc:docMk/>
          <pc:sldMk cId="3206902585" sldId="468"/>
        </pc:sldMkLst>
      </pc:sldChg>
      <pc:sldChg chg="del">
        <pc:chgData name="Ahmed Salah ELDin" userId="68850134-226f-4097-a9a8-787fd6814b0e" providerId="ADAL" clId="{ABDB72E2-1DE4-44BC-A1C5-DEF6D7024657}" dt="2022-10-17T07:09:13.013" v="110" actId="2696"/>
        <pc:sldMkLst>
          <pc:docMk/>
          <pc:sldMk cId="263559866" sldId="469"/>
        </pc:sldMkLst>
      </pc:sldChg>
      <pc:sldChg chg="modSp add mod">
        <pc:chgData name="Ahmed Salah ELDin" userId="68850134-226f-4097-a9a8-787fd6814b0e" providerId="ADAL" clId="{ABDB72E2-1DE4-44BC-A1C5-DEF6D7024657}" dt="2022-10-17T07:32:22.733" v="318"/>
        <pc:sldMkLst>
          <pc:docMk/>
          <pc:sldMk cId="480038398" sldId="469"/>
        </pc:sldMkLst>
        <pc:spChg chg="mod">
          <ac:chgData name="Ahmed Salah ELDin" userId="68850134-226f-4097-a9a8-787fd6814b0e" providerId="ADAL" clId="{ABDB72E2-1DE4-44BC-A1C5-DEF6D7024657}" dt="2022-10-17T07:32:22.733" v="318"/>
          <ac:spMkLst>
            <pc:docMk/>
            <pc:sldMk cId="480038398" sldId="469"/>
            <ac:spMk id="2" creationId="{EB975FC2-3CCE-5D86-6190-D688592F0FF0}"/>
          </ac:spMkLst>
        </pc:spChg>
      </pc:sldChg>
      <pc:sldChg chg="modSp add ord modAnim">
        <pc:chgData name="Ahmed Salah ELDin" userId="68850134-226f-4097-a9a8-787fd6814b0e" providerId="ADAL" clId="{ABDB72E2-1DE4-44BC-A1C5-DEF6D7024657}" dt="2022-10-17T07:16:10.760" v="179" actId="207"/>
        <pc:sldMkLst>
          <pc:docMk/>
          <pc:sldMk cId="3020160953" sldId="470"/>
        </pc:sldMkLst>
        <pc:spChg chg="mod">
          <ac:chgData name="Ahmed Salah ELDin" userId="68850134-226f-4097-a9a8-787fd6814b0e" providerId="ADAL" clId="{ABDB72E2-1DE4-44BC-A1C5-DEF6D7024657}" dt="2022-10-17T07:16:10.760" v="179" actId="207"/>
          <ac:spMkLst>
            <pc:docMk/>
            <pc:sldMk cId="3020160953" sldId="470"/>
            <ac:spMk id="3" creationId="{71A8471A-C9D0-5A9A-5A1E-FE77062D3413}"/>
          </ac:spMkLst>
        </pc:spChg>
      </pc:sldChg>
      <pc:sldChg chg="modSp add mod">
        <pc:chgData name="Ahmed Salah ELDin" userId="68850134-226f-4097-a9a8-787fd6814b0e" providerId="ADAL" clId="{ABDB72E2-1DE4-44BC-A1C5-DEF6D7024657}" dt="2022-10-17T07:30:40.164" v="294" actId="207"/>
        <pc:sldMkLst>
          <pc:docMk/>
          <pc:sldMk cId="1039901496" sldId="471"/>
        </pc:sldMkLst>
        <pc:spChg chg="mod">
          <ac:chgData name="Ahmed Salah ELDin" userId="68850134-226f-4097-a9a8-787fd6814b0e" providerId="ADAL" clId="{ABDB72E2-1DE4-44BC-A1C5-DEF6D7024657}" dt="2022-10-17T07:30:40.164" v="294" actId="207"/>
          <ac:spMkLst>
            <pc:docMk/>
            <pc:sldMk cId="1039901496" sldId="471"/>
            <ac:spMk id="3" creationId="{71A8471A-C9D0-5A9A-5A1E-FE77062D3413}"/>
          </ac:spMkLst>
        </pc:spChg>
      </pc:sldChg>
      <pc:sldChg chg="modSp add mod">
        <pc:chgData name="Ahmed Salah ELDin" userId="68850134-226f-4097-a9a8-787fd6814b0e" providerId="ADAL" clId="{ABDB72E2-1DE4-44BC-A1C5-DEF6D7024657}" dt="2022-10-17T07:31:30.035" v="300" actId="207"/>
        <pc:sldMkLst>
          <pc:docMk/>
          <pc:sldMk cId="3137772925" sldId="472"/>
        </pc:sldMkLst>
        <pc:spChg chg="mod">
          <ac:chgData name="Ahmed Salah ELDin" userId="68850134-226f-4097-a9a8-787fd6814b0e" providerId="ADAL" clId="{ABDB72E2-1DE4-44BC-A1C5-DEF6D7024657}" dt="2022-10-17T07:31:30.035" v="300" actId="207"/>
          <ac:spMkLst>
            <pc:docMk/>
            <pc:sldMk cId="3137772925" sldId="472"/>
            <ac:spMk id="3" creationId="{71A8471A-C9D0-5A9A-5A1E-FE77062D3413}"/>
          </ac:spMkLst>
        </pc:spChg>
      </pc:sldChg>
      <pc:sldChg chg="modSp add mod">
        <pc:chgData name="Ahmed Salah ELDin" userId="68850134-226f-4097-a9a8-787fd6814b0e" providerId="ADAL" clId="{ABDB72E2-1DE4-44BC-A1C5-DEF6D7024657}" dt="2022-10-17T08:29:31.040" v="1220" actId="207"/>
        <pc:sldMkLst>
          <pc:docMk/>
          <pc:sldMk cId="2997599869" sldId="473"/>
        </pc:sldMkLst>
        <pc:spChg chg="mod">
          <ac:chgData name="Ahmed Salah ELDin" userId="68850134-226f-4097-a9a8-787fd6814b0e" providerId="ADAL" clId="{ABDB72E2-1DE4-44BC-A1C5-DEF6D7024657}" dt="2022-10-17T08:29:31.040" v="1220" actId="207"/>
          <ac:spMkLst>
            <pc:docMk/>
            <pc:sldMk cId="2997599869" sldId="473"/>
            <ac:spMk id="3" creationId="{71A8471A-C9D0-5A9A-5A1E-FE77062D3413}"/>
          </ac:spMkLst>
        </pc:spChg>
      </pc:sldChg>
      <pc:sldChg chg="modSp add mod">
        <pc:chgData name="Ahmed Salah ELDin" userId="68850134-226f-4097-a9a8-787fd6814b0e" providerId="ADAL" clId="{ABDB72E2-1DE4-44BC-A1C5-DEF6D7024657}" dt="2022-10-17T08:31:18.396" v="1233" actId="207"/>
        <pc:sldMkLst>
          <pc:docMk/>
          <pc:sldMk cId="3866734999" sldId="474"/>
        </pc:sldMkLst>
        <pc:spChg chg="mod">
          <ac:chgData name="Ahmed Salah ELDin" userId="68850134-226f-4097-a9a8-787fd6814b0e" providerId="ADAL" clId="{ABDB72E2-1DE4-44BC-A1C5-DEF6D7024657}" dt="2022-10-17T08:31:18.396" v="1233" actId="207"/>
          <ac:spMkLst>
            <pc:docMk/>
            <pc:sldMk cId="3866734999" sldId="474"/>
            <ac:spMk id="3" creationId="{71A8471A-C9D0-5A9A-5A1E-FE77062D3413}"/>
          </ac:spMkLst>
        </pc:spChg>
      </pc:sldChg>
      <pc:sldChg chg="modSp add mod">
        <pc:chgData name="Ahmed Salah ELDin" userId="68850134-226f-4097-a9a8-787fd6814b0e" providerId="ADAL" clId="{ABDB72E2-1DE4-44BC-A1C5-DEF6D7024657}" dt="2022-10-17T08:33:26.709" v="1238" actId="207"/>
        <pc:sldMkLst>
          <pc:docMk/>
          <pc:sldMk cId="2221206604" sldId="475"/>
        </pc:sldMkLst>
        <pc:spChg chg="mod">
          <ac:chgData name="Ahmed Salah ELDin" userId="68850134-226f-4097-a9a8-787fd6814b0e" providerId="ADAL" clId="{ABDB72E2-1DE4-44BC-A1C5-DEF6D7024657}" dt="2022-10-17T08:33:26.709" v="1238" actId="207"/>
          <ac:spMkLst>
            <pc:docMk/>
            <pc:sldMk cId="2221206604" sldId="475"/>
            <ac:spMk id="3" creationId="{71A8471A-C9D0-5A9A-5A1E-FE77062D3413}"/>
          </ac:spMkLst>
        </pc:spChg>
      </pc:sldChg>
      <pc:sldChg chg="addSp delSp modSp new mod ord modAnim">
        <pc:chgData name="Ahmed Salah ELDin" userId="68850134-226f-4097-a9a8-787fd6814b0e" providerId="ADAL" clId="{ABDB72E2-1DE4-44BC-A1C5-DEF6D7024657}" dt="2022-10-17T10:36:04.609" v="1549"/>
        <pc:sldMkLst>
          <pc:docMk/>
          <pc:sldMk cId="1305205122" sldId="476"/>
        </pc:sldMkLst>
        <pc:spChg chg="mod">
          <ac:chgData name="Ahmed Salah ELDin" userId="68850134-226f-4097-a9a8-787fd6814b0e" providerId="ADAL" clId="{ABDB72E2-1DE4-44BC-A1C5-DEF6D7024657}" dt="2022-10-17T08:53:03.014" v="1341" actId="1076"/>
          <ac:spMkLst>
            <pc:docMk/>
            <pc:sldMk cId="1305205122" sldId="476"/>
            <ac:spMk id="2" creationId="{BDA18C67-584C-7604-53FE-E7A4975C6A7C}"/>
          </ac:spMkLst>
        </pc:spChg>
        <pc:spChg chg="del">
          <ac:chgData name="Ahmed Salah ELDin" userId="68850134-226f-4097-a9a8-787fd6814b0e" providerId="ADAL" clId="{ABDB72E2-1DE4-44BC-A1C5-DEF6D7024657}" dt="2022-10-17T08:41:21.598" v="1268" actId="478"/>
          <ac:spMkLst>
            <pc:docMk/>
            <pc:sldMk cId="1305205122" sldId="476"/>
            <ac:spMk id="3" creationId="{75EF145A-E41B-9319-6710-E6D34CA05FE8}"/>
          </ac:spMkLst>
        </pc:spChg>
        <pc:spChg chg="add del">
          <ac:chgData name="Ahmed Salah ELDin" userId="68850134-226f-4097-a9a8-787fd6814b0e" providerId="ADAL" clId="{ABDB72E2-1DE4-44BC-A1C5-DEF6D7024657}" dt="2022-10-17T08:48:52.436" v="1281" actId="478"/>
          <ac:spMkLst>
            <pc:docMk/>
            <pc:sldMk cId="1305205122" sldId="476"/>
            <ac:spMk id="7" creationId="{3C8C86F0-95F0-DEA2-E5BE-E1E12D2337C2}"/>
          </ac:spMkLst>
        </pc:spChg>
        <pc:spChg chg="add del">
          <ac:chgData name="Ahmed Salah ELDin" userId="68850134-226f-4097-a9a8-787fd6814b0e" providerId="ADAL" clId="{ABDB72E2-1DE4-44BC-A1C5-DEF6D7024657}" dt="2022-10-17T08:49:11.821" v="1283"/>
          <ac:spMkLst>
            <pc:docMk/>
            <pc:sldMk cId="1305205122" sldId="476"/>
            <ac:spMk id="8" creationId="{682A2B3B-C6D4-EC22-8C2B-DAA374993482}"/>
          </ac:spMkLst>
        </pc:spChg>
        <pc:spChg chg="add mod">
          <ac:chgData name="Ahmed Salah ELDin" userId="68850134-226f-4097-a9a8-787fd6814b0e" providerId="ADAL" clId="{ABDB72E2-1DE4-44BC-A1C5-DEF6D7024657}" dt="2022-10-17T09:00:00.398" v="1389" actId="1076"/>
          <ac:spMkLst>
            <pc:docMk/>
            <pc:sldMk cId="1305205122" sldId="476"/>
            <ac:spMk id="9" creationId="{A7A93D4F-C0B2-775E-163D-17D1BFBBE41A}"/>
          </ac:spMkLst>
        </pc:spChg>
        <pc:spChg chg="add mod">
          <ac:chgData name="Ahmed Salah ELDin" userId="68850134-226f-4097-a9a8-787fd6814b0e" providerId="ADAL" clId="{ABDB72E2-1DE4-44BC-A1C5-DEF6D7024657}" dt="2022-10-17T09:30:08.432" v="1524" actId="1035"/>
          <ac:spMkLst>
            <pc:docMk/>
            <pc:sldMk cId="1305205122" sldId="476"/>
            <ac:spMk id="10" creationId="{E4701054-AD51-CC59-14FE-E979B7F81F9B}"/>
          </ac:spMkLst>
        </pc:spChg>
        <pc:spChg chg="add mod">
          <ac:chgData name="Ahmed Salah ELDin" userId="68850134-226f-4097-a9a8-787fd6814b0e" providerId="ADAL" clId="{ABDB72E2-1DE4-44BC-A1C5-DEF6D7024657}" dt="2022-10-17T09:31:11.929" v="1543" actId="1076"/>
          <ac:spMkLst>
            <pc:docMk/>
            <pc:sldMk cId="1305205122" sldId="476"/>
            <ac:spMk id="11" creationId="{65E64063-5A92-55BB-7AE4-B8261AA4E8AD}"/>
          </ac:spMkLst>
        </pc:spChg>
        <pc:spChg chg="add mod">
          <ac:chgData name="Ahmed Salah ELDin" userId="68850134-226f-4097-a9a8-787fd6814b0e" providerId="ADAL" clId="{ABDB72E2-1DE4-44BC-A1C5-DEF6D7024657}" dt="2022-10-17T09:01:30.204" v="1398" actId="1076"/>
          <ac:spMkLst>
            <pc:docMk/>
            <pc:sldMk cId="1305205122" sldId="476"/>
            <ac:spMk id="15" creationId="{5AB3135F-23C7-D6B7-D8E9-D87643FD9225}"/>
          </ac:spMkLst>
        </pc:spChg>
        <pc:spChg chg="add mod">
          <ac:chgData name="Ahmed Salah ELDin" userId="68850134-226f-4097-a9a8-787fd6814b0e" providerId="ADAL" clId="{ABDB72E2-1DE4-44BC-A1C5-DEF6D7024657}" dt="2022-10-17T09:30:57.709" v="1541" actId="20577"/>
          <ac:spMkLst>
            <pc:docMk/>
            <pc:sldMk cId="1305205122" sldId="476"/>
            <ac:spMk id="36" creationId="{3BC80F33-3491-C682-3EA7-614DBF74CDAB}"/>
          </ac:spMkLst>
        </pc:spChg>
        <pc:spChg chg="add mod">
          <ac:chgData name="Ahmed Salah ELDin" userId="68850134-226f-4097-a9a8-787fd6814b0e" providerId="ADAL" clId="{ABDB72E2-1DE4-44BC-A1C5-DEF6D7024657}" dt="2022-10-17T09:30:25.921" v="1534" actId="1035"/>
          <ac:spMkLst>
            <pc:docMk/>
            <pc:sldMk cId="1305205122" sldId="476"/>
            <ac:spMk id="37" creationId="{07E9C2B0-D9F9-6A64-698E-AD7698A737E0}"/>
          </ac:spMkLst>
        </pc:spChg>
        <pc:spChg chg="add mod">
          <ac:chgData name="Ahmed Salah ELDin" userId="68850134-226f-4097-a9a8-787fd6814b0e" providerId="ADAL" clId="{ABDB72E2-1DE4-44BC-A1C5-DEF6D7024657}" dt="2022-10-17T09:31:38.581" v="1546" actId="1076"/>
          <ac:spMkLst>
            <pc:docMk/>
            <pc:sldMk cId="1305205122" sldId="476"/>
            <ac:spMk id="38" creationId="{E10DC56C-8E3C-E4B4-8884-C1AB98D2D5C5}"/>
          </ac:spMkLst>
        </pc:spChg>
        <pc:grpChg chg="add mod">
          <ac:chgData name="Ahmed Salah ELDin" userId="68850134-226f-4097-a9a8-787fd6814b0e" providerId="ADAL" clId="{ABDB72E2-1DE4-44BC-A1C5-DEF6D7024657}" dt="2022-10-17T09:31:11.929" v="1543" actId="1076"/>
          <ac:grpSpMkLst>
            <pc:docMk/>
            <pc:sldMk cId="1305205122" sldId="476"/>
            <ac:grpSpMk id="12" creationId="{1D672B8A-8729-DC0F-801B-43074AB479C1}"/>
          </ac:grpSpMkLst>
        </pc:grpChg>
        <pc:grpChg chg="add mod">
          <ac:chgData name="Ahmed Salah ELDin" userId="68850134-226f-4097-a9a8-787fd6814b0e" providerId="ADAL" clId="{ABDB72E2-1DE4-44BC-A1C5-DEF6D7024657}" dt="2022-10-17T09:30:08.432" v="1524" actId="1035"/>
          <ac:grpSpMkLst>
            <pc:docMk/>
            <pc:sldMk cId="1305205122" sldId="476"/>
            <ac:grpSpMk id="13" creationId="{EEE6E84C-F577-32E9-C76F-D24CB0B02E92}"/>
          </ac:grpSpMkLst>
        </pc:grpChg>
        <pc:grpChg chg="add mod">
          <ac:chgData name="Ahmed Salah ELDin" userId="68850134-226f-4097-a9a8-787fd6814b0e" providerId="ADAL" clId="{ABDB72E2-1DE4-44BC-A1C5-DEF6D7024657}" dt="2022-10-17T09:00:00.398" v="1389" actId="1076"/>
          <ac:grpSpMkLst>
            <pc:docMk/>
            <pc:sldMk cId="1305205122" sldId="476"/>
            <ac:grpSpMk id="14" creationId="{AAB3EC26-78C1-51CB-BBA5-DF729BA04689}"/>
          </ac:grpSpMkLst>
        </pc:grpChg>
        <pc:grpChg chg="add mod">
          <ac:chgData name="Ahmed Salah ELDin" userId="68850134-226f-4097-a9a8-787fd6814b0e" providerId="ADAL" clId="{ABDB72E2-1DE4-44BC-A1C5-DEF6D7024657}" dt="2022-10-17T09:01:30.204" v="1398" actId="1076"/>
          <ac:grpSpMkLst>
            <pc:docMk/>
            <pc:sldMk cId="1305205122" sldId="476"/>
            <ac:grpSpMk id="16" creationId="{DE22C669-815C-7018-D441-7B0FB8E258B5}"/>
          </ac:grpSpMkLst>
        </pc:grpChg>
        <pc:picChg chg="add mod modCrop">
          <ac:chgData name="Ahmed Salah ELDin" userId="68850134-226f-4097-a9a8-787fd6814b0e" providerId="ADAL" clId="{ABDB72E2-1DE4-44BC-A1C5-DEF6D7024657}" dt="2022-10-17T08:45:32.875" v="1274" actId="14100"/>
          <ac:picMkLst>
            <pc:docMk/>
            <pc:sldMk cId="1305205122" sldId="476"/>
            <ac:picMk id="6" creationId="{A1957125-79A3-E973-AEFF-A70093571482}"/>
          </ac:picMkLst>
        </pc:picChg>
        <pc:picChg chg="add mod">
          <ac:chgData name="Ahmed Salah ELDin" userId="68850134-226f-4097-a9a8-787fd6814b0e" providerId="ADAL" clId="{ABDB72E2-1DE4-44BC-A1C5-DEF6D7024657}" dt="2022-10-17T09:00:00.398" v="1389" actId="1076"/>
          <ac:picMkLst>
            <pc:docMk/>
            <pc:sldMk cId="1305205122" sldId="476"/>
            <ac:picMk id="1026" creationId="{700D42AF-DB30-65BF-E281-6E754C9D841B}"/>
          </ac:picMkLst>
        </pc:picChg>
        <pc:picChg chg="add mod">
          <ac:chgData name="Ahmed Salah ELDin" userId="68850134-226f-4097-a9a8-787fd6814b0e" providerId="ADAL" clId="{ABDB72E2-1DE4-44BC-A1C5-DEF6D7024657}" dt="2022-10-17T09:30:08.432" v="1524" actId="1035"/>
          <ac:picMkLst>
            <pc:docMk/>
            <pc:sldMk cId="1305205122" sldId="476"/>
            <ac:picMk id="1028" creationId="{AE38D3CB-41C7-768D-1C6B-356B9E6F040D}"/>
          </ac:picMkLst>
        </pc:picChg>
        <pc:picChg chg="add mod">
          <ac:chgData name="Ahmed Salah ELDin" userId="68850134-226f-4097-a9a8-787fd6814b0e" providerId="ADAL" clId="{ABDB72E2-1DE4-44BC-A1C5-DEF6D7024657}" dt="2022-10-17T09:31:11.929" v="1543" actId="1076"/>
          <ac:picMkLst>
            <pc:docMk/>
            <pc:sldMk cId="1305205122" sldId="476"/>
            <ac:picMk id="1034" creationId="{8B06C6E7-6EC1-97A5-FCFB-5107B3BC0D3C}"/>
          </ac:picMkLst>
        </pc:picChg>
        <pc:picChg chg="add del">
          <ac:chgData name="Ahmed Salah ELDin" userId="68850134-226f-4097-a9a8-787fd6814b0e" providerId="ADAL" clId="{ABDB72E2-1DE4-44BC-A1C5-DEF6D7024657}" dt="2022-10-17T08:51:17.475" v="1301"/>
          <ac:picMkLst>
            <pc:docMk/>
            <pc:sldMk cId="1305205122" sldId="476"/>
            <ac:picMk id="1036" creationId="{B0A79534-979F-F7B5-29B7-C3A2DF542700}"/>
          </ac:picMkLst>
        </pc:picChg>
        <pc:picChg chg="add mod">
          <ac:chgData name="Ahmed Salah ELDin" userId="68850134-226f-4097-a9a8-787fd6814b0e" providerId="ADAL" clId="{ABDB72E2-1DE4-44BC-A1C5-DEF6D7024657}" dt="2022-10-17T09:01:30.204" v="1398" actId="1076"/>
          <ac:picMkLst>
            <pc:docMk/>
            <pc:sldMk cId="1305205122" sldId="476"/>
            <ac:picMk id="1038" creationId="{AA813DED-7A13-33E7-9EB4-BCAACE179B69}"/>
          </ac:picMkLst>
        </pc:picChg>
        <pc:inkChg chg="add">
          <ac:chgData name="Ahmed Salah ELDin" userId="68850134-226f-4097-a9a8-787fd6814b0e" providerId="ADAL" clId="{ABDB72E2-1DE4-44BC-A1C5-DEF6D7024657}" dt="2022-10-17T10:36:04.609" v="1549"/>
          <ac:inkMkLst>
            <pc:docMk/>
            <pc:sldMk cId="1305205122" sldId="476"/>
            <ac:inkMk id="39" creationId="{68ECF869-7570-50A9-D8F1-392D3B5457B7}"/>
          </ac:inkMkLst>
        </pc:inkChg>
        <pc:cxnChg chg="add del mod">
          <ac:chgData name="Ahmed Salah ELDin" userId="68850134-226f-4097-a9a8-787fd6814b0e" providerId="ADAL" clId="{ABDB72E2-1DE4-44BC-A1C5-DEF6D7024657}" dt="2022-10-17T09:01:18.512" v="1397" actId="478"/>
          <ac:cxnSpMkLst>
            <pc:docMk/>
            <pc:sldMk cId="1305205122" sldId="476"/>
            <ac:cxnSpMk id="18" creationId="{CEB2C6D9-9BC1-37D5-32F8-97F76567B671}"/>
          </ac:cxnSpMkLst>
        </pc:cxnChg>
        <pc:cxnChg chg="add mod">
          <ac:chgData name="Ahmed Salah ELDin" userId="68850134-226f-4097-a9a8-787fd6814b0e" providerId="ADAL" clId="{ABDB72E2-1DE4-44BC-A1C5-DEF6D7024657}" dt="2022-10-17T09:01:56.163" v="1401" actId="1582"/>
          <ac:cxnSpMkLst>
            <pc:docMk/>
            <pc:sldMk cId="1305205122" sldId="476"/>
            <ac:cxnSpMk id="21" creationId="{1482FBED-B16F-583A-81DD-DF079655EB5D}"/>
          </ac:cxnSpMkLst>
        </pc:cxnChg>
        <pc:cxnChg chg="add mod">
          <ac:chgData name="Ahmed Salah ELDin" userId="68850134-226f-4097-a9a8-787fd6814b0e" providerId="ADAL" clId="{ABDB72E2-1DE4-44BC-A1C5-DEF6D7024657}" dt="2022-10-17T09:31:11.929" v="1543" actId="1076"/>
          <ac:cxnSpMkLst>
            <pc:docMk/>
            <pc:sldMk cId="1305205122" sldId="476"/>
            <ac:cxnSpMk id="23" creationId="{59C9E978-5EAF-7EF9-9BA4-8D21FC72B2A3}"/>
          </ac:cxnSpMkLst>
        </pc:cxnChg>
        <pc:cxnChg chg="add mod">
          <ac:chgData name="Ahmed Salah ELDin" userId="68850134-226f-4097-a9a8-787fd6814b0e" providerId="ADAL" clId="{ABDB72E2-1DE4-44BC-A1C5-DEF6D7024657}" dt="2022-10-17T09:30:08.432" v="1524" actId="1035"/>
          <ac:cxnSpMkLst>
            <pc:docMk/>
            <pc:sldMk cId="1305205122" sldId="476"/>
            <ac:cxnSpMk id="24" creationId="{FD13F71A-C557-A662-0F4D-63E7DE8909BA}"/>
          </ac:cxnSpMkLst>
        </pc:cxnChg>
        <pc:cxnChg chg="add del mod">
          <ac:chgData name="Ahmed Salah ELDin" userId="68850134-226f-4097-a9a8-787fd6814b0e" providerId="ADAL" clId="{ABDB72E2-1DE4-44BC-A1C5-DEF6D7024657}" dt="2022-10-17T09:03:09.722" v="1412" actId="478"/>
          <ac:cxnSpMkLst>
            <pc:docMk/>
            <pc:sldMk cId="1305205122" sldId="476"/>
            <ac:cxnSpMk id="27" creationId="{A0F617DA-A4DB-8629-7548-EC1CDEB99AA7}"/>
          </ac:cxnSpMkLst>
        </pc:cxnChg>
        <pc:cxnChg chg="add mod">
          <ac:chgData name="Ahmed Salah ELDin" userId="68850134-226f-4097-a9a8-787fd6814b0e" providerId="ADAL" clId="{ABDB72E2-1DE4-44BC-A1C5-DEF6D7024657}" dt="2022-10-17T09:31:11.929" v="1543" actId="1076"/>
          <ac:cxnSpMkLst>
            <pc:docMk/>
            <pc:sldMk cId="1305205122" sldId="476"/>
            <ac:cxnSpMk id="29" creationId="{71126C3F-866A-6B0D-8EDA-A9A3749FDCCE}"/>
          </ac:cxnSpMkLst>
        </pc:cxnChg>
        <pc:cxnChg chg="add del mod">
          <ac:chgData name="Ahmed Salah ELDin" userId="68850134-226f-4097-a9a8-787fd6814b0e" providerId="ADAL" clId="{ABDB72E2-1DE4-44BC-A1C5-DEF6D7024657}" dt="2022-10-17T09:03:24.849" v="1417"/>
          <ac:cxnSpMkLst>
            <pc:docMk/>
            <pc:sldMk cId="1305205122" sldId="476"/>
            <ac:cxnSpMk id="32" creationId="{59866E54-9215-3BFC-3B34-92AD9AE4B547}"/>
          </ac:cxnSpMkLst>
        </pc:cxnChg>
        <pc:cxnChg chg="add mod">
          <ac:chgData name="Ahmed Salah ELDin" userId="68850134-226f-4097-a9a8-787fd6814b0e" providerId="ADAL" clId="{ABDB72E2-1DE4-44BC-A1C5-DEF6D7024657}" dt="2022-10-17T09:30:08.432" v="1524" actId="1035"/>
          <ac:cxnSpMkLst>
            <pc:docMk/>
            <pc:sldMk cId="1305205122" sldId="476"/>
            <ac:cxnSpMk id="33" creationId="{9F7D7CEC-158E-6B05-1D31-5738E8DDD938}"/>
          </ac:cxnSpMkLst>
        </pc:cxnChg>
      </pc:sldChg>
    </pc:docChg>
  </pc:docChgLst>
  <pc:docChgLst>
    <pc:chgData name="Ahmed Salah ELDin" userId="68850134-226f-4097-a9a8-787fd6814b0e" providerId="ADAL" clId="{41529A9F-B598-4F6F-BF77-A2C038883ABA}"/>
    <pc:docChg chg="undo redo custSel addSld delSld modSld sldOrd delMainMaster addSection modSection">
      <pc:chgData name="Ahmed Salah ELDin" userId="68850134-226f-4097-a9a8-787fd6814b0e" providerId="ADAL" clId="{41529A9F-B598-4F6F-BF77-A2C038883ABA}" dt="2024-10-12T20:06:33.660" v="5963" actId="2711"/>
      <pc:docMkLst>
        <pc:docMk/>
      </pc:docMkLst>
      <pc:sldChg chg="modSp mod">
        <pc:chgData name="Ahmed Salah ELDin" userId="68850134-226f-4097-a9a8-787fd6814b0e" providerId="ADAL" clId="{41529A9F-B598-4F6F-BF77-A2C038883ABA}" dt="2024-10-12T01:33:16.999" v="3520" actId="313"/>
        <pc:sldMkLst>
          <pc:docMk/>
          <pc:sldMk cId="1553194731" sldId="256"/>
        </pc:sldMkLst>
        <pc:spChg chg="mod">
          <ac:chgData name="Ahmed Salah ELDin" userId="68850134-226f-4097-a9a8-787fd6814b0e" providerId="ADAL" clId="{41529A9F-B598-4F6F-BF77-A2C038883ABA}" dt="2024-10-07T05:21:32.172" v="0" actId="20577"/>
          <ac:spMkLst>
            <pc:docMk/>
            <pc:sldMk cId="1553194731" sldId="256"/>
            <ac:spMk id="2" creationId="{89C9044F-A993-07CB-D1DD-01EB559068DB}"/>
          </ac:spMkLst>
        </pc:spChg>
        <pc:spChg chg="mod">
          <ac:chgData name="Ahmed Salah ELDin" userId="68850134-226f-4097-a9a8-787fd6814b0e" providerId="ADAL" clId="{41529A9F-B598-4F6F-BF77-A2C038883ABA}" dt="2024-10-12T01:33:16.999" v="3520" actId="313"/>
          <ac:spMkLst>
            <pc:docMk/>
            <pc:sldMk cId="1553194731" sldId="256"/>
            <ac:spMk id="3" creationId="{3A4D10DF-2536-BB92-0FC3-80368303D050}"/>
          </ac:spMkLst>
        </pc:spChg>
      </pc:sldChg>
      <pc:sldChg chg="addSp modSp mod modAnim">
        <pc:chgData name="Ahmed Salah ELDin" userId="68850134-226f-4097-a9a8-787fd6814b0e" providerId="ADAL" clId="{41529A9F-B598-4F6F-BF77-A2C038883ABA}" dt="2024-10-12T20:05:05.441" v="5949" actId="1076"/>
        <pc:sldMkLst>
          <pc:docMk/>
          <pc:sldMk cId="3835006274" sldId="257"/>
        </pc:sldMkLst>
        <pc:spChg chg="mod">
          <ac:chgData name="Ahmed Salah ELDin" userId="68850134-226f-4097-a9a8-787fd6814b0e" providerId="ADAL" clId="{41529A9F-B598-4F6F-BF77-A2C038883ABA}" dt="2024-10-12T19:53:51.859" v="5849" actId="20577"/>
          <ac:spMkLst>
            <pc:docMk/>
            <pc:sldMk cId="3835006274" sldId="257"/>
            <ac:spMk id="3" creationId="{71A8471A-C9D0-5A9A-5A1E-FE77062D3413}"/>
          </ac:spMkLst>
        </pc:spChg>
        <pc:picChg chg="add mod">
          <ac:chgData name="Ahmed Salah ELDin" userId="68850134-226f-4097-a9a8-787fd6814b0e" providerId="ADAL" clId="{41529A9F-B598-4F6F-BF77-A2C038883ABA}" dt="2024-10-12T20:05:05.441" v="5949" actId="1076"/>
          <ac:picMkLst>
            <pc:docMk/>
            <pc:sldMk cId="3835006274" sldId="257"/>
            <ac:picMk id="6" creationId="{C2DA9F49-5E81-13E3-5A06-4C007D516A3A}"/>
          </ac:picMkLst>
        </pc:picChg>
      </pc:sldChg>
      <pc:sldChg chg="del">
        <pc:chgData name="Ahmed Salah ELDin" userId="68850134-226f-4097-a9a8-787fd6814b0e" providerId="ADAL" clId="{41529A9F-B598-4F6F-BF77-A2C038883ABA}" dt="2024-10-12T19:56:55.259" v="5887" actId="47"/>
        <pc:sldMkLst>
          <pc:docMk/>
          <pc:sldMk cId="0" sldId="281"/>
        </pc:sldMkLst>
      </pc:sldChg>
      <pc:sldChg chg="addSp delSp modSp mod modAnim">
        <pc:chgData name="Ahmed Salah ELDin" userId="68850134-226f-4097-a9a8-787fd6814b0e" providerId="ADAL" clId="{41529A9F-B598-4F6F-BF77-A2C038883ABA}" dt="2024-10-12T19:58:56.013" v="5935" actId="14100"/>
        <pc:sldMkLst>
          <pc:docMk/>
          <pc:sldMk cId="959200356" sldId="282"/>
        </pc:sldMkLst>
        <pc:spChg chg="del">
          <ac:chgData name="Ahmed Salah ELDin" userId="68850134-226f-4097-a9a8-787fd6814b0e" providerId="ADAL" clId="{41529A9F-B598-4F6F-BF77-A2C038883ABA}" dt="2024-10-12T19:57:06.635" v="5888" actId="478"/>
          <ac:spMkLst>
            <pc:docMk/>
            <pc:sldMk cId="959200356" sldId="282"/>
            <ac:spMk id="2" creationId="{B489D6B7-436C-2C7F-F13D-6C24251DC420}"/>
          </ac:spMkLst>
        </pc:spChg>
        <pc:spChg chg="mod">
          <ac:chgData name="Ahmed Salah ELDin" userId="68850134-226f-4097-a9a8-787fd6814b0e" providerId="ADAL" clId="{41529A9F-B598-4F6F-BF77-A2C038883ABA}" dt="2024-10-12T19:58:25.761" v="5918" actId="27636"/>
          <ac:spMkLst>
            <pc:docMk/>
            <pc:sldMk cId="959200356" sldId="282"/>
            <ac:spMk id="5" creationId="{27335058-C1A0-1850-8421-8E9CCB877474}"/>
          </ac:spMkLst>
        </pc:spChg>
        <pc:spChg chg="mod">
          <ac:chgData name="Ahmed Salah ELDin" userId="68850134-226f-4097-a9a8-787fd6814b0e" providerId="ADAL" clId="{41529A9F-B598-4F6F-BF77-A2C038883ABA}" dt="2024-10-12T19:58:56.013" v="5935" actId="14100"/>
          <ac:spMkLst>
            <pc:docMk/>
            <pc:sldMk cId="959200356" sldId="282"/>
            <ac:spMk id="6" creationId="{8CAA3D32-FF05-983F-4278-034AFF650CAE}"/>
          </ac:spMkLst>
        </pc:spChg>
        <pc:spChg chg="add del mod">
          <ac:chgData name="Ahmed Salah ELDin" userId="68850134-226f-4097-a9a8-787fd6814b0e" providerId="ADAL" clId="{41529A9F-B598-4F6F-BF77-A2C038883ABA}" dt="2024-10-12T19:57:08.426" v="5889" actId="478"/>
          <ac:spMkLst>
            <pc:docMk/>
            <pc:sldMk cId="959200356" sldId="282"/>
            <ac:spMk id="7" creationId="{FA3B5C02-C0D7-2237-DA1A-76BBB1761C12}"/>
          </ac:spMkLst>
        </pc:spChg>
        <pc:spChg chg="add mod">
          <ac:chgData name="Ahmed Salah ELDin" userId="68850134-226f-4097-a9a8-787fd6814b0e" providerId="ADAL" clId="{41529A9F-B598-4F6F-BF77-A2C038883ABA}" dt="2024-10-12T19:57:13.315" v="5890"/>
          <ac:spMkLst>
            <pc:docMk/>
            <pc:sldMk cId="959200356" sldId="282"/>
            <ac:spMk id="8" creationId="{3B185951-CA11-D235-56FE-077B39063583}"/>
          </ac:spMkLst>
        </pc:spChg>
      </pc:sldChg>
      <pc:sldChg chg="del">
        <pc:chgData name="Ahmed Salah ELDin" userId="68850134-226f-4097-a9a8-787fd6814b0e" providerId="ADAL" clId="{41529A9F-B598-4F6F-BF77-A2C038883ABA}" dt="2024-10-11T22:22:45.106" v="3433" actId="47"/>
        <pc:sldMkLst>
          <pc:docMk/>
          <pc:sldMk cId="2622262222" sldId="293"/>
        </pc:sldMkLst>
      </pc:sldChg>
      <pc:sldChg chg="delSp modSp add mod modTransition modAnim modShow">
        <pc:chgData name="Ahmed Salah ELDin" userId="68850134-226f-4097-a9a8-787fd6814b0e" providerId="ADAL" clId="{41529A9F-B598-4F6F-BF77-A2C038883ABA}" dt="2024-10-12T01:43:05.600" v="3731" actId="14100"/>
        <pc:sldMkLst>
          <pc:docMk/>
          <pc:sldMk cId="0" sldId="353"/>
        </pc:sldMkLst>
        <pc:spChg chg="mod">
          <ac:chgData name="Ahmed Salah ELDin" userId="68850134-226f-4097-a9a8-787fd6814b0e" providerId="ADAL" clId="{41529A9F-B598-4F6F-BF77-A2C038883ABA}" dt="2024-10-12T01:40:48.034" v="3709" actId="20577"/>
          <ac:spMkLst>
            <pc:docMk/>
            <pc:sldMk cId="0" sldId="353"/>
            <ac:spMk id="2" creationId="{00000000-0000-0000-0000-000000000000}"/>
          </ac:spMkLst>
        </pc:spChg>
        <pc:spChg chg="mod">
          <ac:chgData name="Ahmed Salah ELDin" userId="68850134-226f-4097-a9a8-787fd6814b0e" providerId="ADAL" clId="{41529A9F-B598-4F6F-BF77-A2C038883ABA}" dt="2024-10-12T01:43:05.600" v="3731" actId="14100"/>
          <ac:spMkLst>
            <pc:docMk/>
            <pc:sldMk cId="0" sldId="353"/>
            <ac:spMk id="3" creationId="{00000000-0000-0000-0000-000000000000}"/>
          </ac:spMkLst>
        </pc:spChg>
        <pc:spChg chg="mod">
          <ac:chgData name="Ahmed Salah ELDin" userId="68850134-226f-4097-a9a8-787fd6814b0e" providerId="ADAL" clId="{41529A9F-B598-4F6F-BF77-A2C038883ABA}" dt="2024-10-12T01:42:11.145" v="3727" actId="1076"/>
          <ac:spMkLst>
            <pc:docMk/>
            <pc:sldMk cId="0" sldId="353"/>
            <ac:spMk id="5" creationId="{BE127176-EF2A-94C8-9324-EAFD5BCE7315}"/>
          </ac:spMkLst>
        </pc:spChg>
        <pc:picChg chg="del">
          <ac:chgData name="Ahmed Salah ELDin" userId="68850134-226f-4097-a9a8-787fd6814b0e" providerId="ADAL" clId="{41529A9F-B598-4F6F-BF77-A2C038883ABA}" dt="2024-10-12T01:41:53.531" v="3722" actId="478"/>
          <ac:picMkLst>
            <pc:docMk/>
            <pc:sldMk cId="0" sldId="353"/>
            <ac:picMk id="4" creationId="{5804923C-D1BC-9E2B-B0BB-53285E958069}"/>
          </ac:picMkLst>
        </pc:picChg>
      </pc:sldChg>
      <pc:sldChg chg="addSp delSp modSp mod delAnim modAnim">
        <pc:chgData name="Ahmed Salah ELDin" userId="68850134-226f-4097-a9a8-787fd6814b0e" providerId="ADAL" clId="{41529A9F-B598-4F6F-BF77-A2C038883ABA}" dt="2024-10-12T20:03:55.041" v="5946"/>
        <pc:sldMkLst>
          <pc:docMk/>
          <pc:sldMk cId="1305205122" sldId="476"/>
        </pc:sldMkLst>
        <pc:spChg chg="del">
          <ac:chgData name="Ahmed Salah ELDin" userId="68850134-226f-4097-a9a8-787fd6814b0e" providerId="ADAL" clId="{41529A9F-B598-4F6F-BF77-A2C038883ABA}" dt="2024-10-12T20:03:13.880" v="5936" actId="478"/>
          <ac:spMkLst>
            <pc:docMk/>
            <pc:sldMk cId="1305205122" sldId="476"/>
            <ac:spMk id="8" creationId="{DE4D391D-0FDC-7A9A-692A-E9982155BB64}"/>
          </ac:spMkLst>
        </pc:spChg>
        <pc:spChg chg="add mod">
          <ac:chgData name="Ahmed Salah ELDin" userId="68850134-226f-4097-a9a8-787fd6814b0e" providerId="ADAL" clId="{41529A9F-B598-4F6F-BF77-A2C038883ABA}" dt="2024-10-12T20:03:26.448" v="5938" actId="1076"/>
          <ac:spMkLst>
            <pc:docMk/>
            <pc:sldMk cId="1305205122" sldId="476"/>
            <ac:spMk id="17" creationId="{EE5607E2-C47D-E61C-7539-F020BD1AB2AE}"/>
          </ac:spMkLst>
        </pc:spChg>
        <pc:spChg chg="add mod">
          <ac:chgData name="Ahmed Salah ELDin" userId="68850134-226f-4097-a9a8-787fd6814b0e" providerId="ADAL" clId="{41529A9F-B598-4F6F-BF77-A2C038883ABA}" dt="2024-10-12T20:03:36.405" v="5945" actId="20577"/>
          <ac:spMkLst>
            <pc:docMk/>
            <pc:sldMk cId="1305205122" sldId="476"/>
            <ac:spMk id="19" creationId="{B9649C8D-5CBF-1C93-15C2-BF6C10682596}"/>
          </ac:spMkLst>
        </pc:spChg>
      </pc:sldChg>
      <pc:sldChg chg="addSp modSp mod">
        <pc:chgData name="Ahmed Salah ELDin" userId="68850134-226f-4097-a9a8-787fd6814b0e" providerId="ADAL" clId="{41529A9F-B598-4F6F-BF77-A2C038883ABA}" dt="2024-10-12T20:05:28.530" v="5951" actId="1076"/>
        <pc:sldMkLst>
          <pc:docMk/>
          <pc:sldMk cId="1096160882" sldId="477"/>
        </pc:sldMkLst>
        <pc:picChg chg="add mod">
          <ac:chgData name="Ahmed Salah ELDin" userId="68850134-226f-4097-a9a8-787fd6814b0e" providerId="ADAL" clId="{41529A9F-B598-4F6F-BF77-A2C038883ABA}" dt="2024-10-12T20:05:28.530" v="5951" actId="1076"/>
          <ac:picMkLst>
            <pc:docMk/>
            <pc:sldMk cId="1096160882" sldId="477"/>
            <ac:picMk id="3" creationId="{44FEDEC9-DE7F-E888-8BF3-906CBE4E47B2}"/>
          </ac:picMkLst>
        </pc:picChg>
      </pc:sldChg>
      <pc:sldChg chg="modSp mod">
        <pc:chgData name="Ahmed Salah ELDin" userId="68850134-226f-4097-a9a8-787fd6814b0e" providerId="ADAL" clId="{41529A9F-B598-4F6F-BF77-A2C038883ABA}" dt="2024-10-12T20:05:47.371" v="5952" actId="2710"/>
        <pc:sldMkLst>
          <pc:docMk/>
          <pc:sldMk cId="0" sldId="478"/>
        </pc:sldMkLst>
        <pc:graphicFrameChg chg="modGraphic">
          <ac:chgData name="Ahmed Salah ELDin" userId="68850134-226f-4097-a9a8-787fd6814b0e" providerId="ADAL" clId="{41529A9F-B598-4F6F-BF77-A2C038883ABA}" dt="2024-10-12T20:05:47.371" v="5952" actId="2710"/>
          <ac:graphicFrameMkLst>
            <pc:docMk/>
            <pc:sldMk cId="0" sldId="478"/>
            <ac:graphicFrameMk id="75" creationId="{00000000-0000-0000-0000-000000000000}"/>
          </ac:graphicFrameMkLst>
        </pc:graphicFrameChg>
      </pc:sldChg>
      <pc:sldChg chg="modSp">
        <pc:chgData name="Ahmed Salah ELDin" userId="68850134-226f-4097-a9a8-787fd6814b0e" providerId="ADAL" clId="{41529A9F-B598-4F6F-BF77-A2C038883ABA}" dt="2024-10-12T20:06:33.660" v="5963" actId="2711"/>
        <pc:sldMkLst>
          <pc:docMk/>
          <pc:sldMk cId="3388246005" sldId="480"/>
        </pc:sldMkLst>
        <pc:spChg chg="mod">
          <ac:chgData name="Ahmed Salah ELDin" userId="68850134-226f-4097-a9a8-787fd6814b0e" providerId="ADAL" clId="{41529A9F-B598-4F6F-BF77-A2C038883ABA}" dt="2024-10-12T20:06:33.660" v="5963" actId="2711"/>
          <ac:spMkLst>
            <pc:docMk/>
            <pc:sldMk cId="3388246005" sldId="480"/>
            <ac:spMk id="6" creationId="{EB59B656-5837-1EDF-274A-F45D21868AA9}"/>
          </ac:spMkLst>
        </pc:spChg>
      </pc:sldChg>
      <pc:sldChg chg="del">
        <pc:chgData name="Ahmed Salah ELDin" userId="68850134-226f-4097-a9a8-787fd6814b0e" providerId="ADAL" clId="{41529A9F-B598-4F6F-BF77-A2C038883ABA}" dt="2024-10-12T11:21:26.003" v="4908" actId="47"/>
        <pc:sldMkLst>
          <pc:docMk/>
          <pc:sldMk cId="2213567171" sldId="489"/>
        </pc:sldMkLst>
      </pc:sldChg>
      <pc:sldChg chg="modSp mod">
        <pc:chgData name="Ahmed Salah ELDin" userId="68850134-226f-4097-a9a8-787fd6814b0e" providerId="ADAL" clId="{41529A9F-B598-4F6F-BF77-A2C038883ABA}" dt="2024-10-12T11:21:28.806" v="4909" actId="20577"/>
        <pc:sldMkLst>
          <pc:docMk/>
          <pc:sldMk cId="943350000" sldId="490"/>
        </pc:sldMkLst>
        <pc:spChg chg="mod">
          <ac:chgData name="Ahmed Salah ELDin" userId="68850134-226f-4097-a9a8-787fd6814b0e" providerId="ADAL" clId="{41529A9F-B598-4F6F-BF77-A2C038883ABA}" dt="2024-10-12T11:21:28.806" v="4909" actId="20577"/>
          <ac:spMkLst>
            <pc:docMk/>
            <pc:sldMk cId="943350000" sldId="490"/>
            <ac:spMk id="2" creationId="{8F5A60AE-07D3-E9FE-4728-5C028E1A5D32}"/>
          </ac:spMkLst>
        </pc:spChg>
      </pc:sldChg>
      <pc:sldChg chg="modSp mod">
        <pc:chgData name="Ahmed Salah ELDin" userId="68850134-226f-4097-a9a8-787fd6814b0e" providerId="ADAL" clId="{41529A9F-B598-4F6F-BF77-A2C038883ABA}" dt="2024-10-12T11:21:31.137" v="4910" actId="20577"/>
        <pc:sldMkLst>
          <pc:docMk/>
          <pc:sldMk cId="3771889853" sldId="492"/>
        </pc:sldMkLst>
        <pc:spChg chg="mod">
          <ac:chgData name="Ahmed Salah ELDin" userId="68850134-226f-4097-a9a8-787fd6814b0e" providerId="ADAL" clId="{41529A9F-B598-4F6F-BF77-A2C038883ABA}" dt="2024-10-12T11:21:31.137" v="4910" actId="20577"/>
          <ac:spMkLst>
            <pc:docMk/>
            <pc:sldMk cId="3771889853" sldId="492"/>
            <ac:spMk id="2" creationId="{8F5A60AE-07D3-E9FE-4728-5C028E1A5D32}"/>
          </ac:spMkLst>
        </pc:spChg>
      </pc:sldChg>
      <pc:sldChg chg="modSp mod">
        <pc:chgData name="Ahmed Salah ELDin" userId="68850134-226f-4097-a9a8-787fd6814b0e" providerId="ADAL" clId="{41529A9F-B598-4F6F-BF77-A2C038883ABA}" dt="2024-10-12T11:21:33.261" v="4911" actId="20577"/>
        <pc:sldMkLst>
          <pc:docMk/>
          <pc:sldMk cId="1527117060" sldId="493"/>
        </pc:sldMkLst>
        <pc:spChg chg="mod">
          <ac:chgData name="Ahmed Salah ELDin" userId="68850134-226f-4097-a9a8-787fd6814b0e" providerId="ADAL" clId="{41529A9F-B598-4F6F-BF77-A2C038883ABA}" dt="2024-10-12T11:21:33.261" v="4911" actId="20577"/>
          <ac:spMkLst>
            <pc:docMk/>
            <pc:sldMk cId="1527117060" sldId="493"/>
            <ac:spMk id="2" creationId="{8F5A60AE-07D3-E9FE-4728-5C028E1A5D32}"/>
          </ac:spMkLst>
        </pc:spChg>
      </pc:sldChg>
      <pc:sldChg chg="modSp mod">
        <pc:chgData name="Ahmed Salah ELDin" userId="68850134-226f-4097-a9a8-787fd6814b0e" providerId="ADAL" clId="{41529A9F-B598-4F6F-BF77-A2C038883ABA}" dt="2024-10-12T11:21:35.520" v="4912" actId="20577"/>
        <pc:sldMkLst>
          <pc:docMk/>
          <pc:sldMk cId="375204051" sldId="494"/>
        </pc:sldMkLst>
        <pc:spChg chg="mod">
          <ac:chgData name="Ahmed Salah ELDin" userId="68850134-226f-4097-a9a8-787fd6814b0e" providerId="ADAL" clId="{41529A9F-B598-4F6F-BF77-A2C038883ABA}" dt="2024-10-12T11:21:35.520" v="4912" actId="20577"/>
          <ac:spMkLst>
            <pc:docMk/>
            <pc:sldMk cId="375204051" sldId="494"/>
            <ac:spMk id="2" creationId="{8F5A60AE-07D3-E9FE-4728-5C028E1A5D32}"/>
          </ac:spMkLst>
        </pc:spChg>
      </pc:sldChg>
      <pc:sldChg chg="modSp add modTransition modAnim">
        <pc:chgData name="Ahmed Salah ELDin" userId="68850134-226f-4097-a9a8-787fd6814b0e" providerId="ADAL" clId="{41529A9F-B598-4F6F-BF77-A2C038883ABA}" dt="2024-10-12T01:39:14.994" v="3705" actId="2710"/>
        <pc:sldMkLst>
          <pc:docMk/>
          <pc:sldMk cId="395110170" sldId="781"/>
        </pc:sldMkLst>
        <pc:spChg chg="mod">
          <ac:chgData name="Ahmed Salah ELDin" userId="68850134-226f-4097-a9a8-787fd6814b0e" providerId="ADAL" clId="{41529A9F-B598-4F6F-BF77-A2C038883ABA}" dt="2024-10-12T01:39:14.994" v="3705" actId="2710"/>
          <ac:spMkLst>
            <pc:docMk/>
            <pc:sldMk cId="395110170" sldId="781"/>
            <ac:spMk id="3" creationId="{C3B0BFF8-25C7-4F66-91F9-90FF9CBB0C60}"/>
          </ac:spMkLst>
        </pc:spChg>
      </pc:sldChg>
      <pc:sldChg chg="modSp mod">
        <pc:chgData name="Ahmed Salah ELDin" userId="68850134-226f-4097-a9a8-787fd6814b0e" providerId="ADAL" clId="{41529A9F-B598-4F6F-BF77-A2C038883ABA}" dt="2024-10-12T11:21:39.588" v="4913" actId="20577"/>
        <pc:sldMkLst>
          <pc:docMk/>
          <pc:sldMk cId="1744137000" sldId="839"/>
        </pc:sldMkLst>
        <pc:spChg chg="mod">
          <ac:chgData name="Ahmed Salah ELDin" userId="68850134-226f-4097-a9a8-787fd6814b0e" providerId="ADAL" clId="{41529A9F-B598-4F6F-BF77-A2C038883ABA}" dt="2024-10-12T11:21:39.588" v="4913" actId="20577"/>
          <ac:spMkLst>
            <pc:docMk/>
            <pc:sldMk cId="1744137000" sldId="839"/>
            <ac:spMk id="2" creationId="{8F5A60AE-07D3-E9FE-4728-5C028E1A5D32}"/>
          </ac:spMkLst>
        </pc:spChg>
      </pc:sldChg>
      <pc:sldChg chg="addSp delSp modSp mod">
        <pc:chgData name="Ahmed Salah ELDin" userId="68850134-226f-4097-a9a8-787fd6814b0e" providerId="ADAL" clId="{41529A9F-B598-4F6F-BF77-A2C038883ABA}" dt="2024-10-12T11:21:42.021" v="4914" actId="20577"/>
        <pc:sldMkLst>
          <pc:docMk/>
          <pc:sldMk cId="2035950103" sldId="840"/>
        </pc:sldMkLst>
        <pc:spChg chg="mod">
          <ac:chgData name="Ahmed Salah ELDin" userId="68850134-226f-4097-a9a8-787fd6814b0e" providerId="ADAL" clId="{41529A9F-B598-4F6F-BF77-A2C038883ABA}" dt="2024-10-12T11:21:42.021" v="4914" actId="20577"/>
          <ac:spMkLst>
            <pc:docMk/>
            <pc:sldMk cId="2035950103" sldId="840"/>
            <ac:spMk id="2" creationId="{8F5A60AE-07D3-E9FE-4728-5C028E1A5D32}"/>
          </ac:spMkLst>
        </pc:spChg>
        <pc:spChg chg="add del mod">
          <ac:chgData name="Ahmed Salah ELDin" userId="68850134-226f-4097-a9a8-787fd6814b0e" providerId="ADAL" clId="{41529A9F-B598-4F6F-BF77-A2C038883ABA}" dt="2024-10-09T21:02:34.558" v="154" actId="478"/>
          <ac:spMkLst>
            <pc:docMk/>
            <pc:sldMk cId="2035950103" sldId="840"/>
            <ac:spMk id="5" creationId="{CD8C957B-E19B-8E64-5247-7A267FB08B25}"/>
          </ac:spMkLst>
        </pc:spChg>
        <pc:spChg chg="add mod">
          <ac:chgData name="Ahmed Salah ELDin" userId="68850134-226f-4097-a9a8-787fd6814b0e" providerId="ADAL" clId="{41529A9F-B598-4F6F-BF77-A2C038883ABA}" dt="2024-10-09T21:02:38.224" v="156" actId="1076"/>
          <ac:spMkLst>
            <pc:docMk/>
            <pc:sldMk cId="2035950103" sldId="840"/>
            <ac:spMk id="6" creationId="{64547CA7-38EB-1A62-A79B-81A893019771}"/>
          </ac:spMkLst>
        </pc:spChg>
      </pc:sldChg>
      <pc:sldChg chg="modSp mod">
        <pc:chgData name="Ahmed Salah ELDin" userId="68850134-226f-4097-a9a8-787fd6814b0e" providerId="ADAL" clId="{41529A9F-B598-4F6F-BF77-A2C038883ABA}" dt="2024-10-11T19:11:38.814" v="1125" actId="14100"/>
        <pc:sldMkLst>
          <pc:docMk/>
          <pc:sldMk cId="1363397491" sldId="842"/>
        </pc:sldMkLst>
        <pc:spChg chg="mod">
          <ac:chgData name="Ahmed Salah ELDin" userId="68850134-226f-4097-a9a8-787fd6814b0e" providerId="ADAL" clId="{41529A9F-B598-4F6F-BF77-A2C038883ABA}" dt="2024-10-11T19:11:38.814" v="1125" actId="14100"/>
          <ac:spMkLst>
            <pc:docMk/>
            <pc:sldMk cId="1363397491" sldId="842"/>
            <ac:spMk id="3" creationId="{3CC5B943-A737-2E09-8DF5-AD94F37CD1B3}"/>
          </ac:spMkLst>
        </pc:spChg>
      </pc:sldChg>
      <pc:sldChg chg="addSp delSp modSp mod delAnim modAnim">
        <pc:chgData name="Ahmed Salah ELDin" userId="68850134-226f-4097-a9a8-787fd6814b0e" providerId="ADAL" clId="{41529A9F-B598-4F6F-BF77-A2C038883ABA}" dt="2024-10-11T18:56:47.656" v="938" actId="113"/>
        <pc:sldMkLst>
          <pc:docMk/>
          <pc:sldMk cId="686278994" sldId="844"/>
        </pc:sldMkLst>
        <pc:spChg chg="mod">
          <ac:chgData name="Ahmed Salah ELDin" userId="68850134-226f-4097-a9a8-787fd6814b0e" providerId="ADAL" clId="{41529A9F-B598-4F6F-BF77-A2C038883ABA}" dt="2024-10-11T18:13:48.236" v="713" actId="122"/>
          <ac:spMkLst>
            <pc:docMk/>
            <pc:sldMk cId="686278994" sldId="844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1T18:31:52.610" v="863" actId="1076"/>
          <ac:spMkLst>
            <pc:docMk/>
            <pc:sldMk cId="686278994" sldId="844"/>
            <ac:spMk id="3" creationId="{3CC5B943-A737-2E09-8DF5-AD94F37CD1B3}"/>
          </ac:spMkLst>
        </pc:spChg>
        <pc:spChg chg="del mod">
          <ac:chgData name="Ahmed Salah ELDin" userId="68850134-226f-4097-a9a8-787fd6814b0e" providerId="ADAL" clId="{41529A9F-B598-4F6F-BF77-A2C038883ABA}" dt="2024-10-11T18:13:12.200" v="711" actId="478"/>
          <ac:spMkLst>
            <pc:docMk/>
            <pc:sldMk cId="686278994" sldId="844"/>
            <ac:spMk id="5" creationId="{402B6D5F-07B4-4E13-411D-F9B95692C2EA}"/>
          </ac:spMkLst>
        </pc:spChg>
        <pc:spChg chg="add del mod">
          <ac:chgData name="Ahmed Salah ELDin" userId="68850134-226f-4097-a9a8-787fd6814b0e" providerId="ADAL" clId="{41529A9F-B598-4F6F-BF77-A2C038883ABA}" dt="2024-10-11T17:54:21.169" v="359" actId="478"/>
          <ac:spMkLst>
            <pc:docMk/>
            <pc:sldMk cId="686278994" sldId="844"/>
            <ac:spMk id="7" creationId="{5555675D-4D23-1CC8-FB4D-F4884E6055F8}"/>
          </ac:spMkLst>
        </pc:spChg>
        <pc:spChg chg="add mod">
          <ac:chgData name="Ahmed Salah ELDin" userId="68850134-226f-4097-a9a8-787fd6814b0e" providerId="ADAL" clId="{41529A9F-B598-4F6F-BF77-A2C038883ABA}" dt="2024-10-11T18:33:04.451" v="865" actId="1076"/>
          <ac:spMkLst>
            <pc:docMk/>
            <pc:sldMk cId="686278994" sldId="844"/>
            <ac:spMk id="8" creationId="{9E657163-5377-F8F7-9504-2AC72618EB7A}"/>
          </ac:spMkLst>
        </pc:spChg>
        <pc:spChg chg="add mod">
          <ac:chgData name="Ahmed Salah ELDin" userId="68850134-226f-4097-a9a8-787fd6814b0e" providerId="ADAL" clId="{41529A9F-B598-4F6F-BF77-A2C038883ABA}" dt="2024-10-11T18:06:53.243" v="607" actId="207"/>
          <ac:spMkLst>
            <pc:docMk/>
            <pc:sldMk cId="686278994" sldId="844"/>
            <ac:spMk id="9" creationId="{DE5F9EAE-4A73-970E-1036-D0244A19AF10}"/>
          </ac:spMkLst>
        </pc:spChg>
        <pc:spChg chg="add mod">
          <ac:chgData name="Ahmed Salah ELDin" userId="68850134-226f-4097-a9a8-787fd6814b0e" providerId="ADAL" clId="{41529A9F-B598-4F6F-BF77-A2C038883ABA}" dt="2024-10-11T18:07:02.421" v="608" actId="207"/>
          <ac:spMkLst>
            <pc:docMk/>
            <pc:sldMk cId="686278994" sldId="844"/>
            <ac:spMk id="10" creationId="{32E442A4-21FD-3CFE-35AE-56453CED49BE}"/>
          </ac:spMkLst>
        </pc:spChg>
        <pc:spChg chg="mod">
          <ac:chgData name="Ahmed Salah ELDin" userId="68850134-226f-4097-a9a8-787fd6814b0e" providerId="ADAL" clId="{41529A9F-B598-4F6F-BF77-A2C038883ABA}" dt="2024-10-11T18:07:05.849" v="609"/>
          <ac:spMkLst>
            <pc:docMk/>
            <pc:sldMk cId="686278994" sldId="844"/>
            <ac:spMk id="13" creationId="{78767191-A70D-DB0F-CED9-36FDA04E9832}"/>
          </ac:spMkLst>
        </pc:spChg>
        <pc:spChg chg="mod">
          <ac:chgData name="Ahmed Salah ELDin" userId="68850134-226f-4097-a9a8-787fd6814b0e" providerId="ADAL" clId="{41529A9F-B598-4F6F-BF77-A2C038883ABA}" dt="2024-10-11T18:07:05.849" v="609"/>
          <ac:spMkLst>
            <pc:docMk/>
            <pc:sldMk cId="686278994" sldId="844"/>
            <ac:spMk id="14" creationId="{63F8D29E-AB73-A731-AF91-789FF116BE1D}"/>
          </ac:spMkLst>
        </pc:spChg>
        <pc:spChg chg="add mod">
          <ac:chgData name="Ahmed Salah ELDin" userId="68850134-226f-4097-a9a8-787fd6814b0e" providerId="ADAL" clId="{41529A9F-B598-4F6F-BF77-A2C038883ABA}" dt="2024-10-11T18:33:04.451" v="865" actId="1076"/>
          <ac:spMkLst>
            <pc:docMk/>
            <pc:sldMk cId="686278994" sldId="844"/>
            <ac:spMk id="15" creationId="{DD4ABA9D-0A7D-3A14-15DA-48C25FE2DF75}"/>
          </ac:spMkLst>
        </pc:spChg>
        <pc:spChg chg="add mod">
          <ac:chgData name="Ahmed Salah ELDin" userId="68850134-226f-4097-a9a8-787fd6814b0e" providerId="ADAL" clId="{41529A9F-B598-4F6F-BF77-A2C038883ABA}" dt="2024-10-11T18:33:04.451" v="865" actId="1076"/>
          <ac:spMkLst>
            <pc:docMk/>
            <pc:sldMk cId="686278994" sldId="844"/>
            <ac:spMk id="16" creationId="{D64E1540-C295-85A0-348B-2DD76AE28C8B}"/>
          </ac:spMkLst>
        </pc:spChg>
        <pc:spChg chg="add mod">
          <ac:chgData name="Ahmed Salah ELDin" userId="68850134-226f-4097-a9a8-787fd6814b0e" providerId="ADAL" clId="{41529A9F-B598-4F6F-BF77-A2C038883ABA}" dt="2024-10-11T18:33:04.451" v="865" actId="1076"/>
          <ac:spMkLst>
            <pc:docMk/>
            <pc:sldMk cId="686278994" sldId="844"/>
            <ac:spMk id="17" creationId="{10C38C08-9BB4-D5C0-6A46-3BB4FA9266B7}"/>
          </ac:spMkLst>
        </pc:spChg>
        <pc:spChg chg="add mod">
          <ac:chgData name="Ahmed Salah ELDin" userId="68850134-226f-4097-a9a8-787fd6814b0e" providerId="ADAL" clId="{41529A9F-B598-4F6F-BF77-A2C038883ABA}" dt="2024-10-11T18:33:04.451" v="865" actId="1076"/>
          <ac:spMkLst>
            <pc:docMk/>
            <pc:sldMk cId="686278994" sldId="844"/>
            <ac:spMk id="18" creationId="{2D0B4EE2-C794-23C6-D0C1-2C4F62209424}"/>
          </ac:spMkLst>
        </pc:spChg>
        <pc:spChg chg="add mod">
          <ac:chgData name="Ahmed Salah ELDin" userId="68850134-226f-4097-a9a8-787fd6814b0e" providerId="ADAL" clId="{41529A9F-B598-4F6F-BF77-A2C038883ABA}" dt="2024-10-11T18:33:04.451" v="865" actId="1076"/>
          <ac:spMkLst>
            <pc:docMk/>
            <pc:sldMk cId="686278994" sldId="844"/>
            <ac:spMk id="19" creationId="{E131C4F0-5601-8A3C-A722-DFA28A4A3914}"/>
          </ac:spMkLst>
        </pc:spChg>
        <pc:spChg chg="add mod">
          <ac:chgData name="Ahmed Salah ELDin" userId="68850134-226f-4097-a9a8-787fd6814b0e" providerId="ADAL" clId="{41529A9F-B598-4F6F-BF77-A2C038883ABA}" dt="2024-10-11T18:33:04.451" v="865" actId="1076"/>
          <ac:spMkLst>
            <pc:docMk/>
            <pc:sldMk cId="686278994" sldId="844"/>
            <ac:spMk id="20" creationId="{65CE77EA-62C0-26A3-9EC7-40E7198DD20D}"/>
          </ac:spMkLst>
        </pc:spChg>
        <pc:spChg chg="mod">
          <ac:chgData name="Ahmed Salah ELDin" userId="68850134-226f-4097-a9a8-787fd6814b0e" providerId="ADAL" clId="{41529A9F-B598-4F6F-BF77-A2C038883ABA}" dt="2024-10-11T18:14:08.722" v="714"/>
          <ac:spMkLst>
            <pc:docMk/>
            <pc:sldMk cId="686278994" sldId="844"/>
            <ac:spMk id="22" creationId="{59729E5A-32BC-8404-A784-75AD05B8A5E7}"/>
          </ac:spMkLst>
        </pc:spChg>
        <pc:spChg chg="mod">
          <ac:chgData name="Ahmed Salah ELDin" userId="68850134-226f-4097-a9a8-787fd6814b0e" providerId="ADAL" clId="{41529A9F-B598-4F6F-BF77-A2C038883ABA}" dt="2024-10-11T18:14:08.722" v="714"/>
          <ac:spMkLst>
            <pc:docMk/>
            <pc:sldMk cId="686278994" sldId="844"/>
            <ac:spMk id="23" creationId="{F13BA0CF-06B2-5A9C-2B31-2AB545039A55}"/>
          </ac:spMkLst>
        </pc:spChg>
        <pc:spChg chg="mod">
          <ac:chgData name="Ahmed Salah ELDin" userId="68850134-226f-4097-a9a8-787fd6814b0e" providerId="ADAL" clId="{41529A9F-B598-4F6F-BF77-A2C038883ABA}" dt="2024-10-11T18:14:08.722" v="714"/>
          <ac:spMkLst>
            <pc:docMk/>
            <pc:sldMk cId="686278994" sldId="844"/>
            <ac:spMk id="25" creationId="{91901333-0DC7-8257-1095-DC60CC3B771D}"/>
          </ac:spMkLst>
        </pc:spChg>
        <pc:spChg chg="mod">
          <ac:chgData name="Ahmed Salah ELDin" userId="68850134-226f-4097-a9a8-787fd6814b0e" providerId="ADAL" clId="{41529A9F-B598-4F6F-BF77-A2C038883ABA}" dt="2024-10-11T18:14:08.722" v="714"/>
          <ac:spMkLst>
            <pc:docMk/>
            <pc:sldMk cId="686278994" sldId="844"/>
            <ac:spMk id="26" creationId="{8C88D85D-FAD8-F11B-5C88-CB7CB4A94952}"/>
          </ac:spMkLst>
        </pc:spChg>
        <pc:spChg chg="add mod">
          <ac:chgData name="Ahmed Salah ELDin" userId="68850134-226f-4097-a9a8-787fd6814b0e" providerId="ADAL" clId="{41529A9F-B598-4F6F-BF77-A2C038883ABA}" dt="2024-10-11T18:33:04.451" v="865" actId="1076"/>
          <ac:spMkLst>
            <pc:docMk/>
            <pc:sldMk cId="686278994" sldId="844"/>
            <ac:spMk id="27" creationId="{325A418B-AB80-BD28-0673-77397F2BC492}"/>
          </ac:spMkLst>
        </pc:spChg>
        <pc:spChg chg="add mod">
          <ac:chgData name="Ahmed Salah ELDin" userId="68850134-226f-4097-a9a8-787fd6814b0e" providerId="ADAL" clId="{41529A9F-B598-4F6F-BF77-A2C038883ABA}" dt="2024-10-11T18:33:04.451" v="865" actId="1076"/>
          <ac:spMkLst>
            <pc:docMk/>
            <pc:sldMk cId="686278994" sldId="844"/>
            <ac:spMk id="28" creationId="{FF7B8D7E-53AE-0A7E-F55E-481014831E5F}"/>
          </ac:spMkLst>
        </pc:spChg>
        <pc:spChg chg="add mod">
          <ac:chgData name="Ahmed Salah ELDin" userId="68850134-226f-4097-a9a8-787fd6814b0e" providerId="ADAL" clId="{41529A9F-B598-4F6F-BF77-A2C038883ABA}" dt="2024-10-11T18:33:04.451" v="865" actId="1076"/>
          <ac:spMkLst>
            <pc:docMk/>
            <pc:sldMk cId="686278994" sldId="844"/>
            <ac:spMk id="29" creationId="{80AEC740-E98C-37DE-897F-66E99E5CBC52}"/>
          </ac:spMkLst>
        </pc:spChg>
        <pc:spChg chg="add mod">
          <ac:chgData name="Ahmed Salah ELDin" userId="68850134-226f-4097-a9a8-787fd6814b0e" providerId="ADAL" clId="{41529A9F-B598-4F6F-BF77-A2C038883ABA}" dt="2024-10-11T18:33:04.451" v="865" actId="1076"/>
          <ac:spMkLst>
            <pc:docMk/>
            <pc:sldMk cId="686278994" sldId="844"/>
            <ac:spMk id="30" creationId="{A2CC8B4F-F735-17BC-88A3-2A65FF6F6EA4}"/>
          </ac:spMkLst>
        </pc:spChg>
        <pc:spChg chg="add del mod">
          <ac:chgData name="Ahmed Salah ELDin" userId="68850134-226f-4097-a9a8-787fd6814b0e" providerId="ADAL" clId="{41529A9F-B598-4F6F-BF77-A2C038883ABA}" dt="2024-10-11T18:14:32.710" v="721" actId="478"/>
          <ac:spMkLst>
            <pc:docMk/>
            <pc:sldMk cId="686278994" sldId="844"/>
            <ac:spMk id="31" creationId="{3FF2951C-D879-F8BC-074D-BBF819AAAE0C}"/>
          </ac:spMkLst>
        </pc:spChg>
        <pc:spChg chg="add mod">
          <ac:chgData name="Ahmed Salah ELDin" userId="68850134-226f-4097-a9a8-787fd6814b0e" providerId="ADAL" clId="{41529A9F-B598-4F6F-BF77-A2C038883ABA}" dt="2024-10-11T18:33:04.451" v="865" actId="1076"/>
          <ac:spMkLst>
            <pc:docMk/>
            <pc:sldMk cId="686278994" sldId="844"/>
            <ac:spMk id="32" creationId="{049F57C9-E681-A6E6-61C4-1A67845F988F}"/>
          </ac:spMkLst>
        </pc:spChg>
        <pc:spChg chg="add mod">
          <ac:chgData name="Ahmed Salah ELDin" userId="68850134-226f-4097-a9a8-787fd6814b0e" providerId="ADAL" clId="{41529A9F-B598-4F6F-BF77-A2C038883ABA}" dt="2024-10-11T18:30:34.724" v="846" actId="164"/>
          <ac:spMkLst>
            <pc:docMk/>
            <pc:sldMk cId="686278994" sldId="844"/>
            <ac:spMk id="33" creationId="{B48C15BE-901B-9505-E0A7-46E3718C7E2A}"/>
          </ac:spMkLst>
        </pc:spChg>
        <pc:spChg chg="add mod">
          <ac:chgData name="Ahmed Salah ELDin" userId="68850134-226f-4097-a9a8-787fd6814b0e" providerId="ADAL" clId="{41529A9F-B598-4F6F-BF77-A2C038883ABA}" dt="2024-10-11T18:30:34.724" v="846" actId="164"/>
          <ac:spMkLst>
            <pc:docMk/>
            <pc:sldMk cId="686278994" sldId="844"/>
            <ac:spMk id="34" creationId="{DF1A9D0F-5952-86B9-73B1-5C89C88CD61F}"/>
          </ac:spMkLst>
        </pc:spChg>
        <pc:spChg chg="add mod">
          <ac:chgData name="Ahmed Salah ELDin" userId="68850134-226f-4097-a9a8-787fd6814b0e" providerId="ADAL" clId="{41529A9F-B598-4F6F-BF77-A2C038883ABA}" dt="2024-10-11T18:30:34.724" v="846" actId="164"/>
          <ac:spMkLst>
            <pc:docMk/>
            <pc:sldMk cId="686278994" sldId="844"/>
            <ac:spMk id="35" creationId="{2E97F9B2-9B7A-8D65-C34B-56A904ADCA50}"/>
          </ac:spMkLst>
        </pc:spChg>
        <pc:spChg chg="add mod">
          <ac:chgData name="Ahmed Salah ELDin" userId="68850134-226f-4097-a9a8-787fd6814b0e" providerId="ADAL" clId="{41529A9F-B598-4F6F-BF77-A2C038883ABA}" dt="2024-10-11T18:30:34.724" v="846" actId="164"/>
          <ac:spMkLst>
            <pc:docMk/>
            <pc:sldMk cId="686278994" sldId="844"/>
            <ac:spMk id="36" creationId="{12ED2E2F-421C-BE16-75C3-C245E77C0D70}"/>
          </ac:spMkLst>
        </pc:spChg>
        <pc:spChg chg="add mod">
          <ac:chgData name="Ahmed Salah ELDin" userId="68850134-226f-4097-a9a8-787fd6814b0e" providerId="ADAL" clId="{41529A9F-B598-4F6F-BF77-A2C038883ABA}" dt="2024-10-11T18:30:34.724" v="846" actId="164"/>
          <ac:spMkLst>
            <pc:docMk/>
            <pc:sldMk cId="686278994" sldId="844"/>
            <ac:spMk id="37" creationId="{7B710B8B-510C-313F-C5C4-AEBF3BFE67DF}"/>
          </ac:spMkLst>
        </pc:spChg>
        <pc:spChg chg="add mod">
          <ac:chgData name="Ahmed Salah ELDin" userId="68850134-226f-4097-a9a8-787fd6814b0e" providerId="ADAL" clId="{41529A9F-B598-4F6F-BF77-A2C038883ABA}" dt="2024-10-11T18:30:34.724" v="846" actId="164"/>
          <ac:spMkLst>
            <pc:docMk/>
            <pc:sldMk cId="686278994" sldId="844"/>
            <ac:spMk id="38" creationId="{227F7E8C-6415-E510-6458-D9FC9241CA84}"/>
          </ac:spMkLst>
        </pc:spChg>
        <pc:spChg chg="add mod">
          <ac:chgData name="Ahmed Salah ELDin" userId="68850134-226f-4097-a9a8-787fd6814b0e" providerId="ADAL" clId="{41529A9F-B598-4F6F-BF77-A2C038883ABA}" dt="2024-10-11T18:30:34.724" v="846" actId="164"/>
          <ac:spMkLst>
            <pc:docMk/>
            <pc:sldMk cId="686278994" sldId="844"/>
            <ac:spMk id="39" creationId="{9CA78CA1-B3FB-2F08-5705-7D0D5CC1FFD3}"/>
          </ac:spMkLst>
        </pc:spChg>
        <pc:spChg chg="add mod">
          <ac:chgData name="Ahmed Salah ELDin" userId="68850134-226f-4097-a9a8-787fd6814b0e" providerId="ADAL" clId="{41529A9F-B598-4F6F-BF77-A2C038883ABA}" dt="2024-10-11T18:30:34.724" v="846" actId="164"/>
          <ac:spMkLst>
            <pc:docMk/>
            <pc:sldMk cId="686278994" sldId="844"/>
            <ac:spMk id="40" creationId="{8B5DC8B6-3590-A867-1039-F1B0AB93E29B}"/>
          </ac:spMkLst>
        </pc:spChg>
        <pc:spChg chg="add mod">
          <ac:chgData name="Ahmed Salah ELDin" userId="68850134-226f-4097-a9a8-787fd6814b0e" providerId="ADAL" clId="{41529A9F-B598-4F6F-BF77-A2C038883ABA}" dt="2024-10-11T18:56:47.656" v="938" actId="113"/>
          <ac:spMkLst>
            <pc:docMk/>
            <pc:sldMk cId="686278994" sldId="844"/>
            <ac:spMk id="61" creationId="{2F63DD77-B6F8-58E1-C47A-AA58A3F98AA5}"/>
          </ac:spMkLst>
        </pc:spChg>
        <pc:grpChg chg="add mod">
          <ac:chgData name="Ahmed Salah ELDin" userId="68850134-226f-4097-a9a8-787fd6814b0e" providerId="ADAL" clId="{41529A9F-B598-4F6F-BF77-A2C038883ABA}" dt="2024-10-11T18:33:04.451" v="865" actId="1076"/>
          <ac:grpSpMkLst>
            <pc:docMk/>
            <pc:sldMk cId="686278994" sldId="844"/>
            <ac:grpSpMk id="11" creationId="{2B48EB46-767F-D4BE-8374-725AB38C0588}"/>
          </ac:grpSpMkLst>
        </pc:grpChg>
        <pc:grpChg chg="add mod">
          <ac:chgData name="Ahmed Salah ELDin" userId="68850134-226f-4097-a9a8-787fd6814b0e" providerId="ADAL" clId="{41529A9F-B598-4F6F-BF77-A2C038883ABA}" dt="2024-10-11T18:33:04.451" v="865" actId="1076"/>
          <ac:grpSpMkLst>
            <pc:docMk/>
            <pc:sldMk cId="686278994" sldId="844"/>
            <ac:grpSpMk id="12" creationId="{A7AC6637-3641-B345-3F06-DE97E73E3C90}"/>
          </ac:grpSpMkLst>
        </pc:grpChg>
        <pc:grpChg chg="add mod">
          <ac:chgData name="Ahmed Salah ELDin" userId="68850134-226f-4097-a9a8-787fd6814b0e" providerId="ADAL" clId="{41529A9F-B598-4F6F-BF77-A2C038883ABA}" dt="2024-10-11T18:33:04.451" v="865" actId="1076"/>
          <ac:grpSpMkLst>
            <pc:docMk/>
            <pc:sldMk cId="686278994" sldId="844"/>
            <ac:grpSpMk id="21" creationId="{1F2127C3-0ACA-F0BA-6E59-5973C5A13C72}"/>
          </ac:grpSpMkLst>
        </pc:grpChg>
        <pc:grpChg chg="add mod">
          <ac:chgData name="Ahmed Salah ELDin" userId="68850134-226f-4097-a9a8-787fd6814b0e" providerId="ADAL" clId="{41529A9F-B598-4F6F-BF77-A2C038883ABA}" dt="2024-10-11T18:33:04.451" v="865" actId="1076"/>
          <ac:grpSpMkLst>
            <pc:docMk/>
            <pc:sldMk cId="686278994" sldId="844"/>
            <ac:grpSpMk id="24" creationId="{6F20A63E-B8F3-5347-4033-E8CE3E25F2F6}"/>
          </ac:grpSpMkLst>
        </pc:grpChg>
        <pc:grpChg chg="add mod">
          <ac:chgData name="Ahmed Salah ELDin" userId="68850134-226f-4097-a9a8-787fd6814b0e" providerId="ADAL" clId="{41529A9F-B598-4F6F-BF77-A2C038883ABA}" dt="2024-10-11T18:31:32.774" v="861" actId="1076"/>
          <ac:grpSpMkLst>
            <pc:docMk/>
            <pc:sldMk cId="686278994" sldId="844"/>
            <ac:grpSpMk id="60" creationId="{966CDDE5-B7F7-16E7-4BE8-84FCE274D26D}"/>
          </ac:grpSpMkLst>
        </pc:grpChg>
        <pc:picChg chg="del">
          <ac:chgData name="Ahmed Salah ELDin" userId="68850134-226f-4097-a9a8-787fd6814b0e" providerId="ADAL" clId="{41529A9F-B598-4F6F-BF77-A2C038883ABA}" dt="2024-10-11T18:01:50.210" v="567" actId="478"/>
          <ac:picMkLst>
            <pc:docMk/>
            <pc:sldMk cId="686278994" sldId="844"/>
            <ac:picMk id="6" creationId="{805995A6-7E6C-4C63-6B8D-2CA3FF0253F1}"/>
          </ac:picMkLst>
        </pc:picChg>
        <pc:cxnChg chg="add mod">
          <ac:chgData name="Ahmed Salah ELDin" userId="68850134-226f-4097-a9a8-787fd6814b0e" providerId="ADAL" clId="{41529A9F-B598-4F6F-BF77-A2C038883ABA}" dt="2024-10-11T18:30:34.724" v="846" actId="164"/>
          <ac:cxnSpMkLst>
            <pc:docMk/>
            <pc:sldMk cId="686278994" sldId="844"/>
            <ac:cxnSpMk id="42" creationId="{9E8D1F10-F129-669B-14D6-C86F3E61933A}"/>
          </ac:cxnSpMkLst>
        </pc:cxnChg>
        <pc:cxnChg chg="add mod">
          <ac:chgData name="Ahmed Salah ELDin" userId="68850134-226f-4097-a9a8-787fd6814b0e" providerId="ADAL" clId="{41529A9F-B598-4F6F-BF77-A2C038883ABA}" dt="2024-10-11T18:30:34.724" v="846" actId="164"/>
          <ac:cxnSpMkLst>
            <pc:docMk/>
            <pc:sldMk cId="686278994" sldId="844"/>
            <ac:cxnSpMk id="51" creationId="{00E9030C-4DB2-49EF-9825-EAA2333C5EFB}"/>
          </ac:cxnSpMkLst>
        </pc:cxnChg>
        <pc:cxnChg chg="add mod">
          <ac:chgData name="Ahmed Salah ELDin" userId="68850134-226f-4097-a9a8-787fd6814b0e" providerId="ADAL" clId="{41529A9F-B598-4F6F-BF77-A2C038883ABA}" dt="2024-10-11T18:30:34.724" v="846" actId="164"/>
          <ac:cxnSpMkLst>
            <pc:docMk/>
            <pc:sldMk cId="686278994" sldId="844"/>
            <ac:cxnSpMk id="54" creationId="{28244D87-DFA7-7891-0191-F3C30A83CAC1}"/>
          </ac:cxnSpMkLst>
        </pc:cxnChg>
      </pc:sldChg>
      <pc:sldChg chg="addSp delSp modSp mod delAnim modAnim">
        <pc:chgData name="Ahmed Salah ELDin" userId="68850134-226f-4097-a9a8-787fd6814b0e" providerId="ADAL" clId="{41529A9F-B598-4F6F-BF77-A2C038883ABA}" dt="2024-10-11T22:08:13.393" v="3022"/>
        <pc:sldMkLst>
          <pc:docMk/>
          <pc:sldMk cId="3107180818" sldId="845"/>
        </pc:sldMkLst>
        <pc:spChg chg="mod">
          <ac:chgData name="Ahmed Salah ELDin" userId="68850134-226f-4097-a9a8-787fd6814b0e" providerId="ADAL" clId="{41529A9F-B598-4F6F-BF77-A2C038883ABA}" dt="2024-10-11T22:07:31.925" v="3014" actId="20577"/>
          <ac:spMkLst>
            <pc:docMk/>
            <pc:sldMk cId="3107180818" sldId="845"/>
            <ac:spMk id="3" creationId="{3CC5B943-A737-2E09-8DF5-AD94F37CD1B3}"/>
          </ac:spMkLst>
        </pc:spChg>
        <pc:picChg chg="add mod">
          <ac:chgData name="Ahmed Salah ELDin" userId="68850134-226f-4097-a9a8-787fd6814b0e" providerId="ADAL" clId="{41529A9F-B598-4F6F-BF77-A2C038883ABA}" dt="2024-10-11T22:06:04.576" v="2946" actId="1076"/>
          <ac:picMkLst>
            <pc:docMk/>
            <pc:sldMk cId="3107180818" sldId="845"/>
            <ac:picMk id="6" creationId="{62841727-8648-69F4-69CA-CF68F9F4782A}"/>
          </ac:picMkLst>
        </pc:picChg>
        <pc:picChg chg="del">
          <ac:chgData name="Ahmed Salah ELDin" userId="68850134-226f-4097-a9a8-787fd6814b0e" providerId="ADAL" clId="{41529A9F-B598-4F6F-BF77-A2C038883ABA}" dt="2024-10-11T22:05:19.802" v="2944" actId="478"/>
          <ac:picMkLst>
            <pc:docMk/>
            <pc:sldMk cId="3107180818" sldId="845"/>
            <ac:picMk id="7" creationId="{5B62410D-02D6-C111-8A25-1E25D44415B3}"/>
          </ac:picMkLst>
        </pc:picChg>
        <pc:picChg chg="del">
          <ac:chgData name="Ahmed Salah ELDin" userId="68850134-226f-4097-a9a8-787fd6814b0e" providerId="ADAL" clId="{41529A9F-B598-4F6F-BF77-A2C038883ABA}" dt="2024-10-11T22:06:36.141" v="2952" actId="478"/>
          <ac:picMkLst>
            <pc:docMk/>
            <pc:sldMk cId="3107180818" sldId="845"/>
            <ac:picMk id="9" creationId="{02FC2C54-A0D6-1781-194C-F1889AACE225}"/>
          </ac:picMkLst>
        </pc:picChg>
        <pc:picChg chg="add mod">
          <ac:chgData name="Ahmed Salah ELDin" userId="68850134-226f-4097-a9a8-787fd6814b0e" providerId="ADAL" clId="{41529A9F-B598-4F6F-BF77-A2C038883ABA}" dt="2024-10-11T22:07:58.480" v="3017" actId="1076"/>
          <ac:picMkLst>
            <pc:docMk/>
            <pc:sldMk cId="3107180818" sldId="845"/>
            <ac:picMk id="10" creationId="{B87071BC-988C-CCDB-3F0C-0D0926962A44}"/>
          </ac:picMkLst>
        </pc:picChg>
        <pc:picChg chg="del">
          <ac:chgData name="Ahmed Salah ELDin" userId="68850134-226f-4097-a9a8-787fd6814b0e" providerId="ADAL" clId="{41529A9F-B598-4F6F-BF77-A2C038883ABA}" dt="2024-10-11T22:07:38.201" v="3015" actId="478"/>
          <ac:picMkLst>
            <pc:docMk/>
            <pc:sldMk cId="3107180818" sldId="845"/>
            <ac:picMk id="11" creationId="{4A84B43B-92A3-DAB1-9812-817CE1EB7778}"/>
          </ac:picMkLst>
        </pc:picChg>
      </pc:sldChg>
      <pc:sldChg chg="modSp">
        <pc:chgData name="Ahmed Salah ELDin" userId="68850134-226f-4097-a9a8-787fd6814b0e" providerId="ADAL" clId="{41529A9F-B598-4F6F-BF77-A2C038883ABA}" dt="2024-10-11T22:37:54.385" v="3480" actId="255"/>
        <pc:sldMkLst>
          <pc:docMk/>
          <pc:sldMk cId="2316613724" sldId="846"/>
        </pc:sldMkLst>
        <pc:spChg chg="mod">
          <ac:chgData name="Ahmed Salah ELDin" userId="68850134-226f-4097-a9a8-787fd6814b0e" providerId="ADAL" clId="{41529A9F-B598-4F6F-BF77-A2C038883ABA}" dt="2024-10-11T22:37:54.385" v="3480" actId="255"/>
          <ac:spMkLst>
            <pc:docMk/>
            <pc:sldMk cId="2316613724" sldId="846"/>
            <ac:spMk id="3" creationId="{3CC5B943-A737-2E09-8DF5-AD94F37CD1B3}"/>
          </ac:spMkLst>
        </pc:spChg>
      </pc:sldChg>
      <pc:sldChg chg="modSp mod addAnim delAnim modAnim">
        <pc:chgData name="Ahmed Salah ELDin" userId="68850134-226f-4097-a9a8-787fd6814b0e" providerId="ADAL" clId="{41529A9F-B598-4F6F-BF77-A2C038883ABA}" dt="2024-10-12T11:21:53.584" v="4917" actId="20577"/>
        <pc:sldMkLst>
          <pc:docMk/>
          <pc:sldMk cId="2060065130" sldId="847"/>
        </pc:sldMkLst>
        <pc:spChg chg="mod">
          <ac:chgData name="Ahmed Salah ELDin" userId="68850134-226f-4097-a9a8-787fd6814b0e" providerId="ADAL" clId="{41529A9F-B598-4F6F-BF77-A2C038883ABA}" dt="2024-10-12T11:21:53.584" v="4917" actId="20577"/>
          <ac:spMkLst>
            <pc:docMk/>
            <pc:sldMk cId="2060065130" sldId="847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1T22:37:04.746" v="3479" actId="14100"/>
          <ac:spMkLst>
            <pc:docMk/>
            <pc:sldMk cId="2060065130" sldId="847"/>
            <ac:spMk id="3" creationId="{3CC5B943-A737-2E09-8DF5-AD94F37CD1B3}"/>
          </ac:spMkLst>
        </pc:spChg>
      </pc:sldChg>
      <pc:sldChg chg="modSp mod modAnim">
        <pc:chgData name="Ahmed Salah ELDin" userId="68850134-226f-4097-a9a8-787fd6814b0e" providerId="ADAL" clId="{41529A9F-B598-4F6F-BF77-A2C038883ABA}" dt="2024-10-12T11:21:59.262" v="4919" actId="20577"/>
        <pc:sldMkLst>
          <pc:docMk/>
          <pc:sldMk cId="2446764588" sldId="848"/>
        </pc:sldMkLst>
        <pc:spChg chg="mod">
          <ac:chgData name="Ahmed Salah ELDin" userId="68850134-226f-4097-a9a8-787fd6814b0e" providerId="ADAL" clId="{41529A9F-B598-4F6F-BF77-A2C038883ABA}" dt="2024-10-12T11:21:59.262" v="4919" actId="20577"/>
          <ac:spMkLst>
            <pc:docMk/>
            <pc:sldMk cId="2446764588" sldId="848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1T22:21:23.310" v="3424" actId="14100"/>
          <ac:spMkLst>
            <pc:docMk/>
            <pc:sldMk cId="2446764588" sldId="848"/>
            <ac:spMk id="3" creationId="{3CC5B943-A737-2E09-8DF5-AD94F37CD1B3}"/>
          </ac:spMkLst>
        </pc:spChg>
      </pc:sldChg>
      <pc:sldChg chg="modSp mod modAnim">
        <pc:chgData name="Ahmed Salah ELDin" userId="68850134-226f-4097-a9a8-787fd6814b0e" providerId="ADAL" clId="{41529A9F-B598-4F6F-BF77-A2C038883ABA}" dt="2024-10-12T11:22:01.511" v="4920" actId="20577"/>
        <pc:sldMkLst>
          <pc:docMk/>
          <pc:sldMk cId="30177481" sldId="849"/>
        </pc:sldMkLst>
        <pc:spChg chg="mod">
          <ac:chgData name="Ahmed Salah ELDin" userId="68850134-226f-4097-a9a8-787fd6814b0e" providerId="ADAL" clId="{41529A9F-B598-4F6F-BF77-A2C038883ABA}" dt="2024-10-12T11:22:01.511" v="4920" actId="20577"/>
          <ac:spMkLst>
            <pc:docMk/>
            <pc:sldMk cId="30177481" sldId="849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1T22:38:39.090" v="3484" actId="20577"/>
          <ac:spMkLst>
            <pc:docMk/>
            <pc:sldMk cId="30177481" sldId="849"/>
            <ac:spMk id="3" creationId="{3CC5B943-A737-2E09-8DF5-AD94F37CD1B3}"/>
          </ac:spMkLst>
        </pc:spChg>
      </pc:sldChg>
      <pc:sldChg chg="addSp delSp modSp mod modAnim">
        <pc:chgData name="Ahmed Salah ELDin" userId="68850134-226f-4097-a9a8-787fd6814b0e" providerId="ADAL" clId="{41529A9F-B598-4F6F-BF77-A2C038883ABA}" dt="2024-10-12T11:22:03.620" v="4921" actId="20577"/>
        <pc:sldMkLst>
          <pc:docMk/>
          <pc:sldMk cId="863392290" sldId="850"/>
        </pc:sldMkLst>
        <pc:spChg chg="mod">
          <ac:chgData name="Ahmed Salah ELDin" userId="68850134-226f-4097-a9a8-787fd6814b0e" providerId="ADAL" clId="{41529A9F-B598-4F6F-BF77-A2C038883ABA}" dt="2024-10-12T11:22:03.620" v="4921" actId="20577"/>
          <ac:spMkLst>
            <pc:docMk/>
            <pc:sldMk cId="863392290" sldId="850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1T22:38:46.329" v="3488" actId="20577"/>
          <ac:spMkLst>
            <pc:docMk/>
            <pc:sldMk cId="863392290" sldId="850"/>
            <ac:spMk id="3" creationId="{3CC5B943-A737-2E09-8DF5-AD94F37CD1B3}"/>
          </ac:spMkLst>
        </pc:spChg>
        <pc:spChg chg="add del mod">
          <ac:chgData name="Ahmed Salah ELDin" userId="68850134-226f-4097-a9a8-787fd6814b0e" providerId="ADAL" clId="{41529A9F-B598-4F6F-BF77-A2C038883ABA}" dt="2024-10-11T22:22:49.575" v="3434" actId="478"/>
          <ac:spMkLst>
            <pc:docMk/>
            <pc:sldMk cId="863392290" sldId="850"/>
            <ac:spMk id="5" creationId="{46F9DFED-6FED-97F3-9089-95AE0EEE91F2}"/>
          </ac:spMkLst>
        </pc:spChg>
      </pc:sldChg>
      <pc:sldChg chg="del">
        <pc:chgData name="Ahmed Salah ELDin" userId="68850134-226f-4097-a9a8-787fd6814b0e" providerId="ADAL" clId="{41529A9F-B598-4F6F-BF77-A2C038883ABA}" dt="2024-10-11T22:24:57.356" v="3464" actId="47"/>
        <pc:sldMkLst>
          <pc:docMk/>
          <pc:sldMk cId="1923672540" sldId="851"/>
        </pc:sldMkLst>
      </pc:sldChg>
      <pc:sldChg chg="modSp mod">
        <pc:chgData name="Ahmed Salah ELDin" userId="68850134-226f-4097-a9a8-787fd6814b0e" providerId="ADAL" clId="{41529A9F-B598-4F6F-BF77-A2C038883ABA}" dt="2024-10-12T11:22:06.788" v="4922" actId="20577"/>
        <pc:sldMkLst>
          <pc:docMk/>
          <pc:sldMk cId="3442541711" sldId="852"/>
        </pc:sldMkLst>
        <pc:spChg chg="mod">
          <ac:chgData name="Ahmed Salah ELDin" userId="68850134-226f-4097-a9a8-787fd6814b0e" providerId="ADAL" clId="{41529A9F-B598-4F6F-BF77-A2C038883ABA}" dt="2024-10-12T11:22:06.788" v="4922" actId="20577"/>
          <ac:spMkLst>
            <pc:docMk/>
            <pc:sldMk cId="3442541711" sldId="852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1T22:25:18.059" v="3469" actId="403"/>
          <ac:spMkLst>
            <pc:docMk/>
            <pc:sldMk cId="3442541711" sldId="852"/>
            <ac:spMk id="3" creationId="{3CC5B943-A737-2E09-8DF5-AD94F37CD1B3}"/>
          </ac:spMkLst>
        </pc:spChg>
      </pc:sldChg>
      <pc:sldChg chg="modSp mod modAnim">
        <pc:chgData name="Ahmed Salah ELDin" userId="68850134-226f-4097-a9a8-787fd6814b0e" providerId="ADAL" clId="{41529A9F-B598-4F6F-BF77-A2C038883ABA}" dt="2024-10-12T11:22:09.719" v="4923" actId="20577"/>
        <pc:sldMkLst>
          <pc:docMk/>
          <pc:sldMk cId="3187514264" sldId="853"/>
        </pc:sldMkLst>
        <pc:spChg chg="mod">
          <ac:chgData name="Ahmed Salah ELDin" userId="68850134-226f-4097-a9a8-787fd6814b0e" providerId="ADAL" clId="{41529A9F-B598-4F6F-BF77-A2C038883ABA}" dt="2024-10-12T11:22:09.719" v="4923" actId="20577"/>
          <ac:spMkLst>
            <pc:docMk/>
            <pc:sldMk cId="3187514264" sldId="853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1T22:39:08.050" v="3491" actId="20577"/>
          <ac:spMkLst>
            <pc:docMk/>
            <pc:sldMk cId="3187514264" sldId="853"/>
            <ac:spMk id="3" creationId="{3CC5B943-A737-2E09-8DF5-AD94F37CD1B3}"/>
          </ac:spMkLst>
        </pc:spChg>
      </pc:sldChg>
      <pc:sldChg chg="modSp del mod">
        <pc:chgData name="Ahmed Salah ELDin" userId="68850134-226f-4097-a9a8-787fd6814b0e" providerId="ADAL" clId="{41529A9F-B598-4F6F-BF77-A2C038883ABA}" dt="2024-10-11T22:24:41.328" v="3463" actId="47"/>
        <pc:sldMkLst>
          <pc:docMk/>
          <pc:sldMk cId="3062484848" sldId="854"/>
        </pc:sldMkLst>
        <pc:spChg chg="mod">
          <ac:chgData name="Ahmed Salah ELDin" userId="68850134-226f-4097-a9a8-787fd6814b0e" providerId="ADAL" clId="{41529A9F-B598-4F6F-BF77-A2C038883ABA}" dt="2024-10-11T22:24:24.200" v="3458" actId="21"/>
          <ac:spMkLst>
            <pc:docMk/>
            <pc:sldMk cId="3062484848" sldId="854"/>
            <ac:spMk id="3" creationId="{3CC5B943-A737-2E09-8DF5-AD94F37CD1B3}"/>
          </ac:spMkLst>
        </pc:spChg>
      </pc:sldChg>
      <pc:sldChg chg="modSp mod">
        <pc:chgData name="Ahmed Salah ELDin" userId="68850134-226f-4097-a9a8-787fd6814b0e" providerId="ADAL" clId="{41529A9F-B598-4F6F-BF77-A2C038883ABA}" dt="2024-10-12T11:22:12.703" v="4924" actId="20577"/>
        <pc:sldMkLst>
          <pc:docMk/>
          <pc:sldMk cId="2617798340" sldId="855"/>
        </pc:sldMkLst>
        <pc:spChg chg="mod">
          <ac:chgData name="Ahmed Salah ELDin" userId="68850134-226f-4097-a9a8-787fd6814b0e" providerId="ADAL" clId="{41529A9F-B598-4F6F-BF77-A2C038883ABA}" dt="2024-10-12T11:22:12.703" v="4924" actId="20577"/>
          <ac:spMkLst>
            <pc:docMk/>
            <pc:sldMk cId="2617798340" sldId="855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1T22:40:06.251" v="3496" actId="403"/>
          <ac:spMkLst>
            <pc:docMk/>
            <pc:sldMk cId="2617798340" sldId="855"/>
            <ac:spMk id="3" creationId="{3CC5B943-A737-2E09-8DF5-AD94F37CD1B3}"/>
          </ac:spMkLst>
        </pc:spChg>
      </pc:sldChg>
      <pc:sldChg chg="modSp mod">
        <pc:chgData name="Ahmed Salah ELDin" userId="68850134-226f-4097-a9a8-787fd6814b0e" providerId="ADAL" clId="{41529A9F-B598-4F6F-BF77-A2C038883ABA}" dt="2024-10-11T22:42:05.854" v="3500"/>
        <pc:sldMkLst>
          <pc:docMk/>
          <pc:sldMk cId="4157573391" sldId="856"/>
        </pc:sldMkLst>
        <pc:spChg chg="mod">
          <ac:chgData name="Ahmed Salah ELDin" userId="68850134-226f-4097-a9a8-787fd6814b0e" providerId="ADAL" clId="{41529A9F-B598-4F6F-BF77-A2C038883ABA}" dt="2024-10-11T22:42:05.854" v="3500"/>
          <ac:spMkLst>
            <pc:docMk/>
            <pc:sldMk cId="4157573391" sldId="856"/>
            <ac:spMk id="3" creationId="{3CC5B943-A737-2E09-8DF5-AD94F37CD1B3}"/>
          </ac:spMkLst>
        </pc:spChg>
      </pc:sldChg>
      <pc:sldChg chg="modSp mod">
        <pc:chgData name="Ahmed Salah ELDin" userId="68850134-226f-4097-a9a8-787fd6814b0e" providerId="ADAL" clId="{41529A9F-B598-4F6F-BF77-A2C038883ABA}" dt="2024-10-11T22:42:50.303" v="3504" actId="403"/>
        <pc:sldMkLst>
          <pc:docMk/>
          <pc:sldMk cId="1306463906" sldId="857"/>
        </pc:sldMkLst>
        <pc:spChg chg="mod">
          <ac:chgData name="Ahmed Salah ELDin" userId="68850134-226f-4097-a9a8-787fd6814b0e" providerId="ADAL" clId="{41529A9F-B598-4F6F-BF77-A2C038883ABA}" dt="2024-10-11T22:42:50.303" v="3504" actId="403"/>
          <ac:spMkLst>
            <pc:docMk/>
            <pc:sldMk cId="1306463906" sldId="857"/>
            <ac:spMk id="3" creationId="{3CC5B943-A737-2E09-8DF5-AD94F37CD1B3}"/>
          </ac:spMkLst>
        </pc:spChg>
      </pc:sldChg>
      <pc:sldChg chg="addSp delSp modSp add mod modAnim">
        <pc:chgData name="Ahmed Salah ELDin" userId="68850134-226f-4097-a9a8-787fd6814b0e" providerId="ADAL" clId="{41529A9F-B598-4F6F-BF77-A2C038883ABA}" dt="2024-10-11T21:25:24.793" v="2667" actId="1076"/>
        <pc:sldMkLst>
          <pc:docMk/>
          <pc:sldMk cId="2679746556" sldId="862"/>
        </pc:sldMkLst>
        <pc:spChg chg="mod">
          <ac:chgData name="Ahmed Salah ELDin" userId="68850134-226f-4097-a9a8-787fd6814b0e" providerId="ADAL" clId="{41529A9F-B598-4F6F-BF77-A2C038883ABA}" dt="2024-10-11T19:51:02.484" v="2053" actId="14100"/>
          <ac:spMkLst>
            <pc:docMk/>
            <pc:sldMk cId="2679746556" sldId="862"/>
            <ac:spMk id="3" creationId="{3CC5B943-A737-2E09-8DF5-AD94F37CD1B3}"/>
          </ac:spMkLst>
        </pc:spChg>
        <pc:spChg chg="add mod">
          <ac:chgData name="Ahmed Salah ELDin" userId="68850134-226f-4097-a9a8-787fd6814b0e" providerId="ADAL" clId="{41529A9F-B598-4F6F-BF77-A2C038883ABA}" dt="2024-10-11T20:04:41.303" v="2165" actId="1036"/>
          <ac:spMkLst>
            <pc:docMk/>
            <pc:sldMk cId="2679746556" sldId="862"/>
            <ac:spMk id="5" creationId="{FEB579F1-82AD-0D3D-BA2D-694ADA7242BB}"/>
          </ac:spMkLst>
        </pc:spChg>
        <pc:spChg chg="add del mod">
          <ac:chgData name="Ahmed Salah ELDin" userId="68850134-226f-4097-a9a8-787fd6814b0e" providerId="ADAL" clId="{41529A9F-B598-4F6F-BF77-A2C038883ABA}" dt="2024-10-11T19:16:27.912" v="1147" actId="478"/>
          <ac:spMkLst>
            <pc:docMk/>
            <pc:sldMk cId="2679746556" sldId="862"/>
            <ac:spMk id="6" creationId="{5D249CD6-9BC7-8876-55A0-E71CCEFDA86A}"/>
          </ac:spMkLst>
        </pc:spChg>
        <pc:spChg chg="add mod">
          <ac:chgData name="Ahmed Salah ELDin" userId="68850134-226f-4097-a9a8-787fd6814b0e" providerId="ADAL" clId="{41529A9F-B598-4F6F-BF77-A2C038883ABA}" dt="2024-10-11T21:22:00.875" v="2478" actId="1038"/>
          <ac:spMkLst>
            <pc:docMk/>
            <pc:sldMk cId="2679746556" sldId="862"/>
            <ac:spMk id="7" creationId="{BBE3270E-A93F-F1A5-07D2-9D8D081E4D84}"/>
          </ac:spMkLst>
        </pc:spChg>
        <pc:spChg chg="del">
          <ac:chgData name="Ahmed Salah ELDin" userId="68850134-226f-4097-a9a8-787fd6814b0e" providerId="ADAL" clId="{41529A9F-B598-4F6F-BF77-A2C038883ABA}" dt="2024-10-11T19:10:24.500" v="1111" actId="478"/>
          <ac:spMkLst>
            <pc:docMk/>
            <pc:sldMk cId="2679746556" sldId="862"/>
            <ac:spMk id="8" creationId="{9E657163-5377-F8F7-9504-2AC72618EB7A}"/>
          </ac:spMkLst>
        </pc:spChg>
        <pc:spChg chg="del">
          <ac:chgData name="Ahmed Salah ELDin" userId="68850134-226f-4097-a9a8-787fd6814b0e" providerId="ADAL" clId="{41529A9F-B598-4F6F-BF77-A2C038883ABA}" dt="2024-10-11T19:10:24.500" v="1111" actId="478"/>
          <ac:spMkLst>
            <pc:docMk/>
            <pc:sldMk cId="2679746556" sldId="862"/>
            <ac:spMk id="15" creationId="{DD4ABA9D-0A7D-3A14-15DA-48C25FE2DF75}"/>
          </ac:spMkLst>
        </pc:spChg>
        <pc:spChg chg="del">
          <ac:chgData name="Ahmed Salah ELDin" userId="68850134-226f-4097-a9a8-787fd6814b0e" providerId="ADAL" clId="{41529A9F-B598-4F6F-BF77-A2C038883ABA}" dt="2024-10-11T19:10:24.500" v="1111" actId="478"/>
          <ac:spMkLst>
            <pc:docMk/>
            <pc:sldMk cId="2679746556" sldId="862"/>
            <ac:spMk id="16" creationId="{D64E1540-C295-85A0-348B-2DD76AE28C8B}"/>
          </ac:spMkLst>
        </pc:spChg>
        <pc:spChg chg="del">
          <ac:chgData name="Ahmed Salah ELDin" userId="68850134-226f-4097-a9a8-787fd6814b0e" providerId="ADAL" clId="{41529A9F-B598-4F6F-BF77-A2C038883ABA}" dt="2024-10-11T19:10:24.500" v="1111" actId="478"/>
          <ac:spMkLst>
            <pc:docMk/>
            <pc:sldMk cId="2679746556" sldId="862"/>
            <ac:spMk id="17" creationId="{10C38C08-9BB4-D5C0-6A46-3BB4FA9266B7}"/>
          </ac:spMkLst>
        </pc:spChg>
        <pc:spChg chg="del">
          <ac:chgData name="Ahmed Salah ELDin" userId="68850134-226f-4097-a9a8-787fd6814b0e" providerId="ADAL" clId="{41529A9F-B598-4F6F-BF77-A2C038883ABA}" dt="2024-10-11T19:10:24.500" v="1111" actId="478"/>
          <ac:spMkLst>
            <pc:docMk/>
            <pc:sldMk cId="2679746556" sldId="862"/>
            <ac:spMk id="18" creationId="{2D0B4EE2-C794-23C6-D0C1-2C4F62209424}"/>
          </ac:spMkLst>
        </pc:spChg>
        <pc:spChg chg="del">
          <ac:chgData name="Ahmed Salah ELDin" userId="68850134-226f-4097-a9a8-787fd6814b0e" providerId="ADAL" clId="{41529A9F-B598-4F6F-BF77-A2C038883ABA}" dt="2024-10-11T19:10:24.500" v="1111" actId="478"/>
          <ac:spMkLst>
            <pc:docMk/>
            <pc:sldMk cId="2679746556" sldId="862"/>
            <ac:spMk id="19" creationId="{E131C4F0-5601-8A3C-A722-DFA28A4A3914}"/>
          </ac:spMkLst>
        </pc:spChg>
        <pc:spChg chg="del">
          <ac:chgData name="Ahmed Salah ELDin" userId="68850134-226f-4097-a9a8-787fd6814b0e" providerId="ADAL" clId="{41529A9F-B598-4F6F-BF77-A2C038883ABA}" dt="2024-10-11T19:10:24.500" v="1111" actId="478"/>
          <ac:spMkLst>
            <pc:docMk/>
            <pc:sldMk cId="2679746556" sldId="862"/>
            <ac:spMk id="20" creationId="{65CE77EA-62C0-26A3-9EC7-40E7198DD20D}"/>
          </ac:spMkLst>
        </pc:spChg>
        <pc:spChg chg="del">
          <ac:chgData name="Ahmed Salah ELDin" userId="68850134-226f-4097-a9a8-787fd6814b0e" providerId="ADAL" clId="{41529A9F-B598-4F6F-BF77-A2C038883ABA}" dt="2024-10-11T19:10:24.500" v="1111" actId="478"/>
          <ac:spMkLst>
            <pc:docMk/>
            <pc:sldMk cId="2679746556" sldId="862"/>
            <ac:spMk id="27" creationId="{325A418B-AB80-BD28-0673-77397F2BC492}"/>
          </ac:spMkLst>
        </pc:spChg>
        <pc:spChg chg="del">
          <ac:chgData name="Ahmed Salah ELDin" userId="68850134-226f-4097-a9a8-787fd6814b0e" providerId="ADAL" clId="{41529A9F-B598-4F6F-BF77-A2C038883ABA}" dt="2024-10-11T19:10:24.500" v="1111" actId="478"/>
          <ac:spMkLst>
            <pc:docMk/>
            <pc:sldMk cId="2679746556" sldId="862"/>
            <ac:spMk id="28" creationId="{FF7B8D7E-53AE-0A7E-F55E-481014831E5F}"/>
          </ac:spMkLst>
        </pc:spChg>
        <pc:spChg chg="del">
          <ac:chgData name="Ahmed Salah ELDin" userId="68850134-226f-4097-a9a8-787fd6814b0e" providerId="ADAL" clId="{41529A9F-B598-4F6F-BF77-A2C038883ABA}" dt="2024-10-11T19:10:24.500" v="1111" actId="478"/>
          <ac:spMkLst>
            <pc:docMk/>
            <pc:sldMk cId="2679746556" sldId="862"/>
            <ac:spMk id="29" creationId="{80AEC740-E98C-37DE-897F-66E99E5CBC52}"/>
          </ac:spMkLst>
        </pc:spChg>
        <pc:spChg chg="del">
          <ac:chgData name="Ahmed Salah ELDin" userId="68850134-226f-4097-a9a8-787fd6814b0e" providerId="ADAL" clId="{41529A9F-B598-4F6F-BF77-A2C038883ABA}" dt="2024-10-11T19:10:24.500" v="1111" actId="478"/>
          <ac:spMkLst>
            <pc:docMk/>
            <pc:sldMk cId="2679746556" sldId="862"/>
            <ac:spMk id="30" creationId="{A2CC8B4F-F735-17BC-88A3-2A65FF6F6EA4}"/>
          </ac:spMkLst>
        </pc:spChg>
        <pc:spChg chg="add mod">
          <ac:chgData name="Ahmed Salah ELDin" userId="68850134-226f-4097-a9a8-787fd6814b0e" providerId="ADAL" clId="{41529A9F-B598-4F6F-BF77-A2C038883ABA}" dt="2024-10-11T19:40:10.467" v="1659" actId="1037"/>
          <ac:spMkLst>
            <pc:docMk/>
            <pc:sldMk cId="2679746556" sldId="862"/>
            <ac:spMk id="31" creationId="{05978300-92F0-0B96-D6F7-CAC92578F391}"/>
          </ac:spMkLst>
        </pc:spChg>
        <pc:spChg chg="del">
          <ac:chgData name="Ahmed Salah ELDin" userId="68850134-226f-4097-a9a8-787fd6814b0e" providerId="ADAL" clId="{41529A9F-B598-4F6F-BF77-A2C038883ABA}" dt="2024-10-11T19:10:24.500" v="1111" actId="478"/>
          <ac:spMkLst>
            <pc:docMk/>
            <pc:sldMk cId="2679746556" sldId="862"/>
            <ac:spMk id="32" creationId="{049F57C9-E681-A6E6-61C4-1A67845F988F}"/>
          </ac:spMkLst>
        </pc:spChg>
        <pc:spChg chg="del mod topLvl">
          <ac:chgData name="Ahmed Salah ELDin" userId="68850134-226f-4097-a9a8-787fd6814b0e" providerId="ADAL" clId="{41529A9F-B598-4F6F-BF77-A2C038883ABA}" dt="2024-10-11T19:16:45.084" v="1150" actId="478"/>
          <ac:spMkLst>
            <pc:docMk/>
            <pc:sldMk cId="2679746556" sldId="862"/>
            <ac:spMk id="33" creationId="{B48C15BE-901B-9505-E0A7-46E3718C7E2A}"/>
          </ac:spMkLst>
        </pc:spChg>
        <pc:spChg chg="mod topLvl">
          <ac:chgData name="Ahmed Salah ELDin" userId="68850134-226f-4097-a9a8-787fd6814b0e" providerId="ADAL" clId="{41529A9F-B598-4F6F-BF77-A2C038883ABA}" dt="2024-10-11T19:40:05.807" v="1652" actId="14100"/>
          <ac:spMkLst>
            <pc:docMk/>
            <pc:sldMk cId="2679746556" sldId="862"/>
            <ac:spMk id="34" creationId="{DF1A9D0F-5952-86B9-73B1-5C89C88CD61F}"/>
          </ac:spMkLst>
        </pc:spChg>
        <pc:spChg chg="del mod topLvl">
          <ac:chgData name="Ahmed Salah ELDin" userId="68850134-226f-4097-a9a8-787fd6814b0e" providerId="ADAL" clId="{41529A9F-B598-4F6F-BF77-A2C038883ABA}" dt="2024-10-11T19:16:45.084" v="1150" actId="478"/>
          <ac:spMkLst>
            <pc:docMk/>
            <pc:sldMk cId="2679746556" sldId="862"/>
            <ac:spMk id="35" creationId="{2E97F9B2-9B7A-8D65-C34B-56A904ADCA50}"/>
          </ac:spMkLst>
        </pc:spChg>
        <pc:spChg chg="del mod topLvl">
          <ac:chgData name="Ahmed Salah ELDin" userId="68850134-226f-4097-a9a8-787fd6814b0e" providerId="ADAL" clId="{41529A9F-B598-4F6F-BF77-A2C038883ABA}" dt="2024-10-11T19:16:45.084" v="1150" actId="478"/>
          <ac:spMkLst>
            <pc:docMk/>
            <pc:sldMk cId="2679746556" sldId="862"/>
            <ac:spMk id="36" creationId="{12ED2E2F-421C-BE16-75C3-C245E77C0D70}"/>
          </ac:spMkLst>
        </pc:spChg>
        <pc:spChg chg="del mod topLvl">
          <ac:chgData name="Ahmed Salah ELDin" userId="68850134-226f-4097-a9a8-787fd6814b0e" providerId="ADAL" clId="{41529A9F-B598-4F6F-BF77-A2C038883ABA}" dt="2024-10-11T19:16:45.084" v="1150" actId="478"/>
          <ac:spMkLst>
            <pc:docMk/>
            <pc:sldMk cId="2679746556" sldId="862"/>
            <ac:spMk id="37" creationId="{7B710B8B-510C-313F-C5C4-AEBF3BFE67DF}"/>
          </ac:spMkLst>
        </pc:spChg>
        <pc:spChg chg="del mod topLvl">
          <ac:chgData name="Ahmed Salah ELDin" userId="68850134-226f-4097-a9a8-787fd6814b0e" providerId="ADAL" clId="{41529A9F-B598-4F6F-BF77-A2C038883ABA}" dt="2024-10-11T19:16:45.084" v="1150" actId="478"/>
          <ac:spMkLst>
            <pc:docMk/>
            <pc:sldMk cId="2679746556" sldId="862"/>
            <ac:spMk id="38" creationId="{227F7E8C-6415-E510-6458-D9FC9241CA84}"/>
          </ac:spMkLst>
        </pc:spChg>
        <pc:spChg chg="del mod topLvl">
          <ac:chgData name="Ahmed Salah ELDin" userId="68850134-226f-4097-a9a8-787fd6814b0e" providerId="ADAL" clId="{41529A9F-B598-4F6F-BF77-A2C038883ABA}" dt="2024-10-11T19:16:45.084" v="1150" actId="478"/>
          <ac:spMkLst>
            <pc:docMk/>
            <pc:sldMk cId="2679746556" sldId="862"/>
            <ac:spMk id="39" creationId="{9CA78CA1-B3FB-2F08-5705-7D0D5CC1FFD3}"/>
          </ac:spMkLst>
        </pc:spChg>
        <pc:spChg chg="del mod topLvl">
          <ac:chgData name="Ahmed Salah ELDin" userId="68850134-226f-4097-a9a8-787fd6814b0e" providerId="ADAL" clId="{41529A9F-B598-4F6F-BF77-A2C038883ABA}" dt="2024-10-11T19:16:45.084" v="1150" actId="478"/>
          <ac:spMkLst>
            <pc:docMk/>
            <pc:sldMk cId="2679746556" sldId="862"/>
            <ac:spMk id="40" creationId="{8B5DC8B6-3590-A867-1039-F1B0AB93E29B}"/>
          </ac:spMkLst>
        </pc:spChg>
        <pc:spChg chg="add del mod">
          <ac:chgData name="Ahmed Salah ELDin" userId="68850134-226f-4097-a9a8-787fd6814b0e" providerId="ADAL" clId="{41529A9F-B598-4F6F-BF77-A2C038883ABA}" dt="2024-10-11T19:20:40.604" v="1206" actId="478"/>
          <ac:spMkLst>
            <pc:docMk/>
            <pc:sldMk cId="2679746556" sldId="862"/>
            <ac:spMk id="41" creationId="{CD7B5571-A555-1B56-17F6-991BD47B457F}"/>
          </ac:spMkLst>
        </pc:spChg>
        <pc:spChg chg="add mod">
          <ac:chgData name="Ahmed Salah ELDin" userId="68850134-226f-4097-a9a8-787fd6814b0e" providerId="ADAL" clId="{41529A9F-B598-4F6F-BF77-A2C038883ABA}" dt="2024-10-11T19:23:22.207" v="1280" actId="20577"/>
          <ac:spMkLst>
            <pc:docMk/>
            <pc:sldMk cId="2679746556" sldId="862"/>
            <ac:spMk id="43" creationId="{2AE42ABE-FAC1-0A12-8CA8-90D0EE5E5D96}"/>
          </ac:spMkLst>
        </pc:spChg>
        <pc:spChg chg="mod topLvl">
          <ac:chgData name="Ahmed Salah ELDin" userId="68850134-226f-4097-a9a8-787fd6814b0e" providerId="ADAL" clId="{41529A9F-B598-4F6F-BF77-A2C038883ABA}" dt="2024-10-11T19:42:18.251" v="1677" actId="164"/>
          <ac:spMkLst>
            <pc:docMk/>
            <pc:sldMk cId="2679746556" sldId="862"/>
            <ac:spMk id="46" creationId="{40D27C67-9459-D433-B828-D62EA8E2281C}"/>
          </ac:spMkLst>
        </pc:spChg>
        <pc:spChg chg="mod topLvl">
          <ac:chgData name="Ahmed Salah ELDin" userId="68850134-226f-4097-a9a8-787fd6814b0e" providerId="ADAL" clId="{41529A9F-B598-4F6F-BF77-A2C038883ABA}" dt="2024-10-11T20:32:36.413" v="2313" actId="20577"/>
          <ac:spMkLst>
            <pc:docMk/>
            <pc:sldMk cId="2679746556" sldId="862"/>
            <ac:spMk id="47" creationId="{5498BEE6-5958-20B4-9264-F27A7DCAE19A}"/>
          </ac:spMkLst>
        </pc:spChg>
        <pc:spChg chg="mod topLvl">
          <ac:chgData name="Ahmed Salah ELDin" userId="68850134-226f-4097-a9a8-787fd6814b0e" providerId="ADAL" clId="{41529A9F-B598-4F6F-BF77-A2C038883ABA}" dt="2024-10-11T20:32:26.657" v="2311" actId="20577"/>
          <ac:spMkLst>
            <pc:docMk/>
            <pc:sldMk cId="2679746556" sldId="862"/>
            <ac:spMk id="48" creationId="{9CE65E92-6C19-8F87-22C2-FA0A4636AB47}"/>
          </ac:spMkLst>
        </pc:spChg>
        <pc:spChg chg="mod">
          <ac:chgData name="Ahmed Salah ELDin" userId="68850134-226f-4097-a9a8-787fd6814b0e" providerId="ADAL" clId="{41529A9F-B598-4F6F-BF77-A2C038883ABA}" dt="2024-10-11T19:24:28.689" v="1318" actId="14100"/>
          <ac:spMkLst>
            <pc:docMk/>
            <pc:sldMk cId="2679746556" sldId="862"/>
            <ac:spMk id="50" creationId="{301D6CDF-2E6A-844B-DC3B-EC8F51CD7965}"/>
          </ac:spMkLst>
        </pc:spChg>
        <pc:spChg chg="mod">
          <ac:chgData name="Ahmed Salah ELDin" userId="68850134-226f-4097-a9a8-787fd6814b0e" providerId="ADAL" clId="{41529A9F-B598-4F6F-BF77-A2C038883ABA}" dt="2024-10-11T19:30:39.907" v="1421" actId="20577"/>
          <ac:spMkLst>
            <pc:docMk/>
            <pc:sldMk cId="2679746556" sldId="862"/>
            <ac:spMk id="52" creationId="{6B94A0B9-B056-0FFA-2DFA-C0E764F31362}"/>
          </ac:spMkLst>
        </pc:spChg>
        <pc:spChg chg="mod">
          <ac:chgData name="Ahmed Salah ELDin" userId="68850134-226f-4097-a9a8-787fd6814b0e" providerId="ADAL" clId="{41529A9F-B598-4F6F-BF77-A2C038883ABA}" dt="2024-10-11T19:30:41.739" v="1422" actId="20577"/>
          <ac:spMkLst>
            <pc:docMk/>
            <pc:sldMk cId="2679746556" sldId="862"/>
            <ac:spMk id="53" creationId="{014E1BD7-93BF-4900-8615-9ECEA66DE4AF}"/>
          </ac:spMkLst>
        </pc:spChg>
        <pc:spChg chg="add mod">
          <ac:chgData name="Ahmed Salah ELDin" userId="68850134-226f-4097-a9a8-787fd6814b0e" providerId="ADAL" clId="{41529A9F-B598-4F6F-BF77-A2C038883ABA}" dt="2024-10-11T19:42:09.157" v="1676" actId="165"/>
          <ac:spMkLst>
            <pc:docMk/>
            <pc:sldMk cId="2679746556" sldId="862"/>
            <ac:spMk id="55" creationId="{8C9232B8-47DA-632F-0AE6-3F9AE5C820B4}"/>
          </ac:spMkLst>
        </pc:spChg>
        <pc:spChg chg="add mod">
          <ac:chgData name="Ahmed Salah ELDin" userId="68850134-226f-4097-a9a8-787fd6814b0e" providerId="ADAL" clId="{41529A9F-B598-4F6F-BF77-A2C038883ABA}" dt="2024-10-11T19:42:09.157" v="1676" actId="165"/>
          <ac:spMkLst>
            <pc:docMk/>
            <pc:sldMk cId="2679746556" sldId="862"/>
            <ac:spMk id="56" creationId="{D04645A6-935F-0D24-9183-084146125CA9}"/>
          </ac:spMkLst>
        </pc:spChg>
        <pc:spChg chg="del">
          <ac:chgData name="Ahmed Salah ELDin" userId="68850134-226f-4097-a9a8-787fd6814b0e" providerId="ADAL" clId="{41529A9F-B598-4F6F-BF77-A2C038883ABA}" dt="2024-10-11T19:10:21.083" v="1110" actId="478"/>
          <ac:spMkLst>
            <pc:docMk/>
            <pc:sldMk cId="2679746556" sldId="862"/>
            <ac:spMk id="61" creationId="{2F63DD77-B6F8-58E1-C47A-AA58A3F98AA5}"/>
          </ac:spMkLst>
        </pc:spChg>
        <pc:spChg chg="mod">
          <ac:chgData name="Ahmed Salah ELDin" userId="68850134-226f-4097-a9a8-787fd6814b0e" providerId="ADAL" clId="{41529A9F-B598-4F6F-BF77-A2C038883ABA}" dt="2024-10-11T19:27:58.877" v="1376"/>
          <ac:spMkLst>
            <pc:docMk/>
            <pc:sldMk cId="2679746556" sldId="862"/>
            <ac:spMk id="64" creationId="{03FD9618-C302-FD4F-B669-EA6D1105E692}"/>
          </ac:spMkLst>
        </pc:spChg>
        <pc:spChg chg="mod">
          <ac:chgData name="Ahmed Salah ELDin" userId="68850134-226f-4097-a9a8-787fd6814b0e" providerId="ADAL" clId="{41529A9F-B598-4F6F-BF77-A2C038883ABA}" dt="2024-10-11T19:27:58.877" v="1376"/>
          <ac:spMkLst>
            <pc:docMk/>
            <pc:sldMk cId="2679746556" sldId="862"/>
            <ac:spMk id="65" creationId="{D65772C9-70EC-F82B-74D2-761F856E35A0}"/>
          </ac:spMkLst>
        </pc:spChg>
        <pc:spChg chg="mod">
          <ac:chgData name="Ahmed Salah ELDin" userId="68850134-226f-4097-a9a8-787fd6814b0e" providerId="ADAL" clId="{41529A9F-B598-4F6F-BF77-A2C038883ABA}" dt="2024-10-11T19:27:58.877" v="1376"/>
          <ac:spMkLst>
            <pc:docMk/>
            <pc:sldMk cId="2679746556" sldId="862"/>
            <ac:spMk id="66" creationId="{22A841AE-CA28-C7D4-4BEC-E7B7CDB04C83}"/>
          </ac:spMkLst>
        </pc:spChg>
        <pc:spChg chg="mod">
          <ac:chgData name="Ahmed Salah ELDin" userId="68850134-226f-4097-a9a8-787fd6814b0e" providerId="ADAL" clId="{41529A9F-B598-4F6F-BF77-A2C038883ABA}" dt="2024-10-11T19:27:58.877" v="1376"/>
          <ac:spMkLst>
            <pc:docMk/>
            <pc:sldMk cId="2679746556" sldId="862"/>
            <ac:spMk id="67" creationId="{2F069902-9441-B702-A2CF-E28137C82A33}"/>
          </ac:spMkLst>
        </pc:spChg>
        <pc:spChg chg="mod">
          <ac:chgData name="Ahmed Salah ELDin" userId="68850134-226f-4097-a9a8-787fd6814b0e" providerId="ADAL" clId="{41529A9F-B598-4F6F-BF77-A2C038883ABA}" dt="2024-10-11T19:27:58.877" v="1376"/>
          <ac:spMkLst>
            <pc:docMk/>
            <pc:sldMk cId="2679746556" sldId="862"/>
            <ac:spMk id="68" creationId="{E5C0B50B-FB30-C1F1-525D-984CF4E85552}"/>
          </ac:spMkLst>
        </pc:spChg>
        <pc:spChg chg="mod topLvl">
          <ac:chgData name="Ahmed Salah ELDin" userId="68850134-226f-4097-a9a8-787fd6814b0e" providerId="ADAL" clId="{41529A9F-B598-4F6F-BF77-A2C038883ABA}" dt="2024-10-11T20:04:41.303" v="2165" actId="1036"/>
          <ac:spMkLst>
            <pc:docMk/>
            <pc:sldMk cId="2679746556" sldId="862"/>
            <ac:spMk id="71" creationId="{5E6C9A21-CB50-B875-9817-B14CB5737386}"/>
          </ac:spMkLst>
        </pc:spChg>
        <pc:spChg chg="mod topLvl">
          <ac:chgData name="Ahmed Salah ELDin" userId="68850134-226f-4097-a9a8-787fd6814b0e" providerId="ADAL" clId="{41529A9F-B598-4F6F-BF77-A2C038883ABA}" dt="2024-10-11T20:32:42.296" v="2314" actId="20577"/>
          <ac:spMkLst>
            <pc:docMk/>
            <pc:sldMk cId="2679746556" sldId="862"/>
            <ac:spMk id="72" creationId="{877DD161-2441-5F1D-A2E6-C1FB76BB452F}"/>
          </ac:spMkLst>
        </pc:spChg>
        <pc:spChg chg="mod topLvl">
          <ac:chgData name="Ahmed Salah ELDin" userId="68850134-226f-4097-a9a8-787fd6814b0e" providerId="ADAL" clId="{41529A9F-B598-4F6F-BF77-A2C038883ABA}" dt="2024-10-11T20:32:46.593" v="2315" actId="20577"/>
          <ac:spMkLst>
            <pc:docMk/>
            <pc:sldMk cId="2679746556" sldId="862"/>
            <ac:spMk id="73" creationId="{C936A231-71CE-1DC3-1331-B928C4788357}"/>
          </ac:spMkLst>
        </pc:spChg>
        <pc:spChg chg="mod">
          <ac:chgData name="Ahmed Salah ELDin" userId="68850134-226f-4097-a9a8-787fd6814b0e" providerId="ADAL" clId="{41529A9F-B598-4F6F-BF77-A2C038883ABA}" dt="2024-10-11T19:31:36.236" v="1449" actId="165"/>
          <ac:spMkLst>
            <pc:docMk/>
            <pc:sldMk cId="2679746556" sldId="862"/>
            <ac:spMk id="75" creationId="{87003A61-4C9A-087E-87BA-9F6700F42506}"/>
          </ac:spMkLst>
        </pc:spChg>
        <pc:spChg chg="mod">
          <ac:chgData name="Ahmed Salah ELDin" userId="68850134-226f-4097-a9a8-787fd6814b0e" providerId="ADAL" clId="{41529A9F-B598-4F6F-BF77-A2C038883ABA}" dt="2024-10-11T19:31:36.236" v="1449" actId="165"/>
          <ac:spMkLst>
            <pc:docMk/>
            <pc:sldMk cId="2679746556" sldId="862"/>
            <ac:spMk id="76" creationId="{83AD3F1C-E7A5-CEB6-6984-E33BEA897E13}"/>
          </ac:spMkLst>
        </pc:spChg>
        <pc:spChg chg="add mod">
          <ac:chgData name="Ahmed Salah ELDin" userId="68850134-226f-4097-a9a8-787fd6814b0e" providerId="ADAL" clId="{41529A9F-B598-4F6F-BF77-A2C038883ABA}" dt="2024-10-11T19:41:55.023" v="1675" actId="164"/>
          <ac:spMkLst>
            <pc:docMk/>
            <pc:sldMk cId="2679746556" sldId="862"/>
            <ac:spMk id="77" creationId="{DAA513BD-5EE3-A9F3-C37B-E2D67F5BF80F}"/>
          </ac:spMkLst>
        </pc:spChg>
        <pc:spChg chg="add mod">
          <ac:chgData name="Ahmed Salah ELDin" userId="68850134-226f-4097-a9a8-787fd6814b0e" providerId="ADAL" clId="{41529A9F-B598-4F6F-BF77-A2C038883ABA}" dt="2024-10-11T19:41:55.023" v="1675" actId="164"/>
          <ac:spMkLst>
            <pc:docMk/>
            <pc:sldMk cId="2679746556" sldId="862"/>
            <ac:spMk id="78" creationId="{BD5E1377-EBED-3998-A4D4-C5A3956BFFBD}"/>
          </ac:spMkLst>
        </pc:spChg>
        <pc:spChg chg="add mod">
          <ac:chgData name="Ahmed Salah ELDin" userId="68850134-226f-4097-a9a8-787fd6814b0e" providerId="ADAL" clId="{41529A9F-B598-4F6F-BF77-A2C038883ABA}" dt="2024-10-11T19:41:55.023" v="1675" actId="164"/>
          <ac:spMkLst>
            <pc:docMk/>
            <pc:sldMk cId="2679746556" sldId="862"/>
            <ac:spMk id="79" creationId="{7A2F2C3A-1A86-2629-2CCC-980373314F15}"/>
          </ac:spMkLst>
        </pc:spChg>
        <pc:spChg chg="mod">
          <ac:chgData name="Ahmed Salah ELDin" userId="68850134-226f-4097-a9a8-787fd6814b0e" providerId="ADAL" clId="{41529A9F-B598-4F6F-BF77-A2C038883ABA}" dt="2024-10-11T19:35:49.531" v="1551" actId="1038"/>
          <ac:spMkLst>
            <pc:docMk/>
            <pc:sldMk cId="2679746556" sldId="862"/>
            <ac:spMk id="81" creationId="{7285DAD5-CA11-85AF-0EBE-E24EB1B9FEC5}"/>
          </ac:spMkLst>
        </pc:spChg>
        <pc:spChg chg="mod">
          <ac:chgData name="Ahmed Salah ELDin" userId="68850134-226f-4097-a9a8-787fd6814b0e" providerId="ADAL" clId="{41529A9F-B598-4F6F-BF77-A2C038883ABA}" dt="2024-10-11T19:35:42.993" v="1546" actId="1038"/>
          <ac:spMkLst>
            <pc:docMk/>
            <pc:sldMk cId="2679746556" sldId="862"/>
            <ac:spMk id="82" creationId="{9A5D50BF-B9A5-4B93-8E1D-93B029AF3C9F}"/>
          </ac:spMkLst>
        </pc:spChg>
        <pc:spChg chg="add mod topLvl">
          <ac:chgData name="Ahmed Salah ELDin" userId="68850134-226f-4097-a9a8-787fd6814b0e" providerId="ADAL" clId="{41529A9F-B598-4F6F-BF77-A2C038883ABA}" dt="2024-10-11T21:23:35.387" v="2657" actId="164"/>
          <ac:spMkLst>
            <pc:docMk/>
            <pc:sldMk cId="2679746556" sldId="862"/>
            <ac:spMk id="83" creationId="{C90219CB-13CB-1822-B103-559A53741AA7}"/>
          </ac:spMkLst>
        </pc:spChg>
        <pc:spChg chg="add mod topLvl">
          <ac:chgData name="Ahmed Salah ELDin" userId="68850134-226f-4097-a9a8-787fd6814b0e" providerId="ADAL" clId="{41529A9F-B598-4F6F-BF77-A2C038883ABA}" dt="2024-10-11T21:23:35.387" v="2657" actId="164"/>
          <ac:spMkLst>
            <pc:docMk/>
            <pc:sldMk cId="2679746556" sldId="862"/>
            <ac:spMk id="84" creationId="{109D1A57-54E3-FAFD-FCC9-A222B6225F5D}"/>
          </ac:spMkLst>
        </pc:spChg>
        <pc:spChg chg="add mod topLvl">
          <ac:chgData name="Ahmed Salah ELDin" userId="68850134-226f-4097-a9a8-787fd6814b0e" providerId="ADAL" clId="{41529A9F-B598-4F6F-BF77-A2C038883ABA}" dt="2024-10-11T21:23:35.387" v="2657" actId="164"/>
          <ac:spMkLst>
            <pc:docMk/>
            <pc:sldMk cId="2679746556" sldId="862"/>
            <ac:spMk id="85" creationId="{B805AA91-1CE4-2646-C812-3EC496C4002F}"/>
          </ac:spMkLst>
        </pc:spChg>
        <pc:spChg chg="del mod">
          <ac:chgData name="Ahmed Salah ELDin" userId="68850134-226f-4097-a9a8-787fd6814b0e" providerId="ADAL" clId="{41529A9F-B598-4F6F-BF77-A2C038883ABA}" dt="2024-10-11T19:34:25.828" v="1532" actId="478"/>
          <ac:spMkLst>
            <pc:docMk/>
            <pc:sldMk cId="2679746556" sldId="862"/>
            <ac:spMk id="87" creationId="{9821B8D9-950F-53B4-02F0-61329FD4AEE1}"/>
          </ac:spMkLst>
        </pc:spChg>
        <pc:spChg chg="del mod">
          <ac:chgData name="Ahmed Salah ELDin" userId="68850134-226f-4097-a9a8-787fd6814b0e" providerId="ADAL" clId="{41529A9F-B598-4F6F-BF77-A2C038883ABA}" dt="2024-10-11T19:34:23.924" v="1531" actId="478"/>
          <ac:spMkLst>
            <pc:docMk/>
            <pc:sldMk cId="2679746556" sldId="862"/>
            <ac:spMk id="88" creationId="{50861B8A-0324-65A7-D7FA-C496A439B3D6}"/>
          </ac:spMkLst>
        </pc:spChg>
        <pc:spChg chg="add mod">
          <ac:chgData name="Ahmed Salah ELDin" userId="68850134-226f-4097-a9a8-787fd6814b0e" providerId="ADAL" clId="{41529A9F-B598-4F6F-BF77-A2C038883ABA}" dt="2024-10-11T19:42:33.700" v="1678" actId="164"/>
          <ac:spMkLst>
            <pc:docMk/>
            <pc:sldMk cId="2679746556" sldId="862"/>
            <ac:spMk id="90" creationId="{EE68EA7D-8E92-06C0-C79F-C5CB9A9D375C}"/>
          </ac:spMkLst>
        </pc:spChg>
        <pc:spChg chg="add mod">
          <ac:chgData name="Ahmed Salah ELDin" userId="68850134-226f-4097-a9a8-787fd6814b0e" providerId="ADAL" clId="{41529A9F-B598-4F6F-BF77-A2C038883ABA}" dt="2024-10-11T19:42:33.700" v="1678" actId="164"/>
          <ac:spMkLst>
            <pc:docMk/>
            <pc:sldMk cId="2679746556" sldId="862"/>
            <ac:spMk id="91" creationId="{0968DB27-40DE-5DFF-51DA-EC64E6C3CE4E}"/>
          </ac:spMkLst>
        </pc:spChg>
        <pc:spChg chg="add mod">
          <ac:chgData name="Ahmed Salah ELDin" userId="68850134-226f-4097-a9a8-787fd6814b0e" providerId="ADAL" clId="{41529A9F-B598-4F6F-BF77-A2C038883ABA}" dt="2024-10-11T19:42:33.700" v="1678" actId="164"/>
          <ac:spMkLst>
            <pc:docMk/>
            <pc:sldMk cId="2679746556" sldId="862"/>
            <ac:spMk id="92" creationId="{E972DAB1-DAD3-1275-7C25-D64A0DE573CF}"/>
          </ac:spMkLst>
        </pc:spChg>
        <pc:spChg chg="mod">
          <ac:chgData name="Ahmed Salah ELDin" userId="68850134-226f-4097-a9a8-787fd6814b0e" providerId="ADAL" clId="{41529A9F-B598-4F6F-BF77-A2C038883ABA}" dt="2024-10-11T19:36:19.971" v="1552"/>
          <ac:spMkLst>
            <pc:docMk/>
            <pc:sldMk cId="2679746556" sldId="862"/>
            <ac:spMk id="94" creationId="{32A5B3BE-A5F5-3CE4-2534-CE79415BC5B5}"/>
          </ac:spMkLst>
        </pc:spChg>
        <pc:spChg chg="mod">
          <ac:chgData name="Ahmed Salah ELDin" userId="68850134-226f-4097-a9a8-787fd6814b0e" providerId="ADAL" clId="{41529A9F-B598-4F6F-BF77-A2C038883ABA}" dt="2024-10-11T19:36:19.971" v="1552"/>
          <ac:spMkLst>
            <pc:docMk/>
            <pc:sldMk cId="2679746556" sldId="862"/>
            <ac:spMk id="95" creationId="{A89C73DA-B9AD-2114-3E03-1D0FBDC18E52}"/>
          </ac:spMkLst>
        </pc:spChg>
        <pc:spChg chg="add mod">
          <ac:chgData name="Ahmed Salah ELDin" userId="68850134-226f-4097-a9a8-787fd6814b0e" providerId="ADAL" clId="{41529A9F-B598-4F6F-BF77-A2C038883ABA}" dt="2024-10-11T19:39:13.205" v="1646"/>
          <ac:spMkLst>
            <pc:docMk/>
            <pc:sldMk cId="2679746556" sldId="862"/>
            <ac:spMk id="96" creationId="{CA1F3D1A-854E-DE81-FBA8-DE5C85522157}"/>
          </ac:spMkLst>
        </pc:spChg>
        <pc:spChg chg="add mod">
          <ac:chgData name="Ahmed Salah ELDin" userId="68850134-226f-4097-a9a8-787fd6814b0e" providerId="ADAL" clId="{41529A9F-B598-4F6F-BF77-A2C038883ABA}" dt="2024-10-11T19:40:21.144" v="1660" actId="164"/>
          <ac:spMkLst>
            <pc:docMk/>
            <pc:sldMk cId="2679746556" sldId="862"/>
            <ac:spMk id="97" creationId="{5E7A84A6-CAD7-CE89-1C1F-38A8B644398E}"/>
          </ac:spMkLst>
        </pc:spChg>
        <pc:spChg chg="add mod">
          <ac:chgData name="Ahmed Salah ELDin" userId="68850134-226f-4097-a9a8-787fd6814b0e" providerId="ADAL" clId="{41529A9F-B598-4F6F-BF77-A2C038883ABA}" dt="2024-10-11T19:40:21.144" v="1660" actId="164"/>
          <ac:spMkLst>
            <pc:docMk/>
            <pc:sldMk cId="2679746556" sldId="862"/>
            <ac:spMk id="98" creationId="{F0AB3899-6707-A53E-1167-7A72BD8E173F}"/>
          </ac:spMkLst>
        </pc:spChg>
        <pc:spChg chg="add mod">
          <ac:chgData name="Ahmed Salah ELDin" userId="68850134-226f-4097-a9a8-787fd6814b0e" providerId="ADAL" clId="{41529A9F-B598-4F6F-BF77-A2C038883ABA}" dt="2024-10-11T19:40:21.144" v="1660" actId="164"/>
          <ac:spMkLst>
            <pc:docMk/>
            <pc:sldMk cId="2679746556" sldId="862"/>
            <ac:spMk id="99" creationId="{D98E6279-A20D-34EF-8A87-C1877913F418}"/>
          </ac:spMkLst>
        </pc:spChg>
        <pc:spChg chg="add mod">
          <ac:chgData name="Ahmed Salah ELDin" userId="68850134-226f-4097-a9a8-787fd6814b0e" providerId="ADAL" clId="{41529A9F-B598-4F6F-BF77-A2C038883ABA}" dt="2024-10-11T20:04:51.932" v="2166" actId="1076"/>
          <ac:spMkLst>
            <pc:docMk/>
            <pc:sldMk cId="2679746556" sldId="862"/>
            <ac:spMk id="124" creationId="{093E3C91-CC27-D2CF-463E-C0B988434AB3}"/>
          </ac:spMkLst>
        </pc:spChg>
        <pc:spChg chg="mod">
          <ac:chgData name="Ahmed Salah ELDin" userId="68850134-226f-4097-a9a8-787fd6814b0e" providerId="ADAL" clId="{41529A9F-B598-4F6F-BF77-A2C038883ABA}" dt="2024-10-11T21:24:39.518" v="2662"/>
          <ac:spMkLst>
            <pc:docMk/>
            <pc:sldMk cId="2679746556" sldId="862"/>
            <ac:spMk id="134" creationId="{5F35CD79-2002-16C7-54FA-074DE0282343}"/>
          </ac:spMkLst>
        </pc:spChg>
        <pc:spChg chg="mod">
          <ac:chgData name="Ahmed Salah ELDin" userId="68850134-226f-4097-a9a8-787fd6814b0e" providerId="ADAL" clId="{41529A9F-B598-4F6F-BF77-A2C038883ABA}" dt="2024-10-11T21:25:01.667" v="2665" actId="20577"/>
          <ac:spMkLst>
            <pc:docMk/>
            <pc:sldMk cId="2679746556" sldId="862"/>
            <ac:spMk id="135" creationId="{2A051122-87C4-C6FF-C51E-2A3C1AC75A71}"/>
          </ac:spMkLst>
        </pc:spChg>
        <pc:spChg chg="mod">
          <ac:chgData name="Ahmed Salah ELDin" userId="68850134-226f-4097-a9a8-787fd6814b0e" providerId="ADAL" clId="{41529A9F-B598-4F6F-BF77-A2C038883ABA}" dt="2024-10-11T21:25:07.136" v="2666" actId="20577"/>
          <ac:spMkLst>
            <pc:docMk/>
            <pc:sldMk cId="2679746556" sldId="862"/>
            <ac:spMk id="136" creationId="{9FECA6E9-6663-87C5-A329-BDC0ADA7A0FE}"/>
          </ac:spMkLst>
        </pc:spChg>
        <pc:grpChg chg="del">
          <ac:chgData name="Ahmed Salah ELDin" userId="68850134-226f-4097-a9a8-787fd6814b0e" providerId="ADAL" clId="{41529A9F-B598-4F6F-BF77-A2C038883ABA}" dt="2024-10-11T19:10:24.500" v="1111" actId="478"/>
          <ac:grpSpMkLst>
            <pc:docMk/>
            <pc:sldMk cId="2679746556" sldId="862"/>
            <ac:grpSpMk id="11" creationId="{2B48EB46-767F-D4BE-8374-725AB38C0588}"/>
          </ac:grpSpMkLst>
        </pc:grpChg>
        <pc:grpChg chg="del">
          <ac:chgData name="Ahmed Salah ELDin" userId="68850134-226f-4097-a9a8-787fd6814b0e" providerId="ADAL" clId="{41529A9F-B598-4F6F-BF77-A2C038883ABA}" dt="2024-10-11T19:10:24.500" v="1111" actId="478"/>
          <ac:grpSpMkLst>
            <pc:docMk/>
            <pc:sldMk cId="2679746556" sldId="862"/>
            <ac:grpSpMk id="12" creationId="{A7AC6637-3641-B345-3F06-DE97E73E3C90}"/>
          </ac:grpSpMkLst>
        </pc:grpChg>
        <pc:grpChg chg="del">
          <ac:chgData name="Ahmed Salah ELDin" userId="68850134-226f-4097-a9a8-787fd6814b0e" providerId="ADAL" clId="{41529A9F-B598-4F6F-BF77-A2C038883ABA}" dt="2024-10-11T19:10:24.500" v="1111" actId="478"/>
          <ac:grpSpMkLst>
            <pc:docMk/>
            <pc:sldMk cId="2679746556" sldId="862"/>
            <ac:grpSpMk id="21" creationId="{1F2127C3-0ACA-F0BA-6E59-5973C5A13C72}"/>
          </ac:grpSpMkLst>
        </pc:grpChg>
        <pc:grpChg chg="del">
          <ac:chgData name="Ahmed Salah ELDin" userId="68850134-226f-4097-a9a8-787fd6814b0e" providerId="ADAL" clId="{41529A9F-B598-4F6F-BF77-A2C038883ABA}" dt="2024-10-11T19:10:24.500" v="1111" actId="478"/>
          <ac:grpSpMkLst>
            <pc:docMk/>
            <pc:sldMk cId="2679746556" sldId="862"/>
            <ac:grpSpMk id="24" creationId="{6F20A63E-B8F3-5347-4033-E8CE3E25F2F6}"/>
          </ac:grpSpMkLst>
        </pc:grpChg>
        <pc:grpChg chg="add mod">
          <ac:chgData name="Ahmed Salah ELDin" userId="68850134-226f-4097-a9a8-787fd6814b0e" providerId="ADAL" clId="{41529A9F-B598-4F6F-BF77-A2C038883ABA}" dt="2024-10-11T20:04:41.303" v="2165" actId="1036"/>
          <ac:grpSpMkLst>
            <pc:docMk/>
            <pc:sldMk cId="2679746556" sldId="862"/>
            <ac:grpSpMk id="44" creationId="{305ED218-ED87-F375-320C-D4C659F1D87D}"/>
          </ac:grpSpMkLst>
        </pc:grpChg>
        <pc:grpChg chg="add del mod topLvl">
          <ac:chgData name="Ahmed Salah ELDin" userId="68850134-226f-4097-a9a8-787fd6814b0e" providerId="ADAL" clId="{41529A9F-B598-4F6F-BF77-A2C038883ABA}" dt="2024-10-11T19:28:32.220" v="1382" actId="165"/>
          <ac:grpSpMkLst>
            <pc:docMk/>
            <pc:sldMk cId="2679746556" sldId="862"/>
            <ac:grpSpMk id="45" creationId="{5D855C86-255A-26AF-89A3-157E8B580DCA}"/>
          </ac:grpSpMkLst>
        </pc:grpChg>
        <pc:grpChg chg="add mod">
          <ac:chgData name="Ahmed Salah ELDin" userId="68850134-226f-4097-a9a8-787fd6814b0e" providerId="ADAL" clId="{41529A9F-B598-4F6F-BF77-A2C038883ABA}" dt="2024-10-11T20:04:41.303" v="2165" actId="1036"/>
          <ac:grpSpMkLst>
            <pc:docMk/>
            <pc:sldMk cId="2679746556" sldId="862"/>
            <ac:grpSpMk id="49" creationId="{8E65E04E-C572-CD72-C748-E6F5A0F696F8}"/>
          </ac:grpSpMkLst>
        </pc:grpChg>
        <pc:grpChg chg="add mod topLvl">
          <ac:chgData name="Ahmed Salah ELDin" userId="68850134-226f-4097-a9a8-787fd6814b0e" providerId="ADAL" clId="{41529A9F-B598-4F6F-BF77-A2C038883ABA}" dt="2024-10-11T20:04:41.303" v="2165" actId="1036"/>
          <ac:grpSpMkLst>
            <pc:docMk/>
            <pc:sldMk cId="2679746556" sldId="862"/>
            <ac:grpSpMk id="57" creationId="{5B3F7134-C5DF-E8D7-4EE3-FDF5E3DD2DF4}"/>
          </ac:grpSpMkLst>
        </pc:grpChg>
        <pc:grpChg chg="add del mod">
          <ac:chgData name="Ahmed Salah ELDin" userId="68850134-226f-4097-a9a8-787fd6814b0e" providerId="ADAL" clId="{41529A9F-B598-4F6F-BF77-A2C038883ABA}" dt="2024-10-11T19:28:18.752" v="1379" actId="165"/>
          <ac:grpSpMkLst>
            <pc:docMk/>
            <pc:sldMk cId="2679746556" sldId="862"/>
            <ac:grpSpMk id="58" creationId="{719DB122-6B72-3857-616E-DC22729E571A}"/>
          </ac:grpSpMkLst>
        </pc:grpChg>
        <pc:grpChg chg="add del mod">
          <ac:chgData name="Ahmed Salah ELDin" userId="68850134-226f-4097-a9a8-787fd6814b0e" providerId="ADAL" clId="{41529A9F-B598-4F6F-BF77-A2C038883ABA}" dt="2024-10-11T19:29:52.744" v="1414" actId="478"/>
          <ac:grpSpMkLst>
            <pc:docMk/>
            <pc:sldMk cId="2679746556" sldId="862"/>
            <ac:grpSpMk id="59" creationId="{26A2271A-D722-EE4C-9761-9602D14BD3D3}"/>
          </ac:grpSpMkLst>
        </pc:grpChg>
        <pc:grpChg chg="del mod">
          <ac:chgData name="Ahmed Salah ELDin" userId="68850134-226f-4097-a9a8-787fd6814b0e" providerId="ADAL" clId="{41529A9F-B598-4F6F-BF77-A2C038883ABA}" dt="2024-10-11T19:13:28.316" v="1139" actId="165"/>
          <ac:grpSpMkLst>
            <pc:docMk/>
            <pc:sldMk cId="2679746556" sldId="862"/>
            <ac:grpSpMk id="60" creationId="{966CDDE5-B7F7-16E7-4BE8-84FCE274D26D}"/>
          </ac:grpSpMkLst>
        </pc:grpChg>
        <pc:grpChg chg="mod">
          <ac:chgData name="Ahmed Salah ELDin" userId="68850134-226f-4097-a9a8-787fd6814b0e" providerId="ADAL" clId="{41529A9F-B598-4F6F-BF77-A2C038883ABA}" dt="2024-10-11T19:27:58.877" v="1376"/>
          <ac:grpSpMkLst>
            <pc:docMk/>
            <pc:sldMk cId="2679746556" sldId="862"/>
            <ac:grpSpMk id="62" creationId="{53B42467-0D2E-5192-D7A3-42FD2B0BAF54}"/>
          </ac:grpSpMkLst>
        </pc:grpChg>
        <pc:grpChg chg="mod">
          <ac:chgData name="Ahmed Salah ELDin" userId="68850134-226f-4097-a9a8-787fd6814b0e" providerId="ADAL" clId="{41529A9F-B598-4F6F-BF77-A2C038883ABA}" dt="2024-10-11T19:27:58.877" v="1376"/>
          <ac:grpSpMkLst>
            <pc:docMk/>
            <pc:sldMk cId="2679746556" sldId="862"/>
            <ac:grpSpMk id="63" creationId="{649654E3-3851-D23E-B695-0B832935B782}"/>
          </ac:grpSpMkLst>
        </pc:grpChg>
        <pc:grpChg chg="add del mod">
          <ac:chgData name="Ahmed Salah ELDin" userId="68850134-226f-4097-a9a8-787fd6814b0e" providerId="ADAL" clId="{41529A9F-B598-4F6F-BF77-A2C038883ABA}" dt="2024-10-11T19:42:09.157" v="1676" actId="165"/>
          <ac:grpSpMkLst>
            <pc:docMk/>
            <pc:sldMk cId="2679746556" sldId="862"/>
            <ac:grpSpMk id="69" creationId="{214A2256-74CB-6E36-A6E7-8C1BA9FA67E9}"/>
          </ac:grpSpMkLst>
        </pc:grpChg>
        <pc:grpChg chg="add del mod">
          <ac:chgData name="Ahmed Salah ELDin" userId="68850134-226f-4097-a9a8-787fd6814b0e" providerId="ADAL" clId="{41529A9F-B598-4F6F-BF77-A2C038883ABA}" dt="2024-10-11T19:31:36.236" v="1449" actId="165"/>
          <ac:grpSpMkLst>
            <pc:docMk/>
            <pc:sldMk cId="2679746556" sldId="862"/>
            <ac:grpSpMk id="70" creationId="{F16D854B-4D63-8EBC-1E68-B956D8804D3A}"/>
          </ac:grpSpMkLst>
        </pc:grpChg>
        <pc:grpChg chg="mod topLvl">
          <ac:chgData name="Ahmed Salah ELDin" userId="68850134-226f-4097-a9a8-787fd6814b0e" providerId="ADAL" clId="{41529A9F-B598-4F6F-BF77-A2C038883ABA}" dt="2024-10-11T20:04:41.303" v="2165" actId="1036"/>
          <ac:grpSpMkLst>
            <pc:docMk/>
            <pc:sldMk cId="2679746556" sldId="862"/>
            <ac:grpSpMk id="74" creationId="{E6B2F224-B05B-BD91-D842-0AEF012D6B28}"/>
          </ac:grpSpMkLst>
        </pc:grpChg>
        <pc:grpChg chg="add mod">
          <ac:chgData name="Ahmed Salah ELDin" userId="68850134-226f-4097-a9a8-787fd6814b0e" providerId="ADAL" clId="{41529A9F-B598-4F6F-BF77-A2C038883ABA}" dt="2024-10-11T21:24:30.787" v="2661" actId="1076"/>
          <ac:grpSpMkLst>
            <pc:docMk/>
            <pc:sldMk cId="2679746556" sldId="862"/>
            <ac:grpSpMk id="80" creationId="{C2B757DD-10CC-F5AC-A4BA-DEADAE13D324}"/>
          </ac:grpSpMkLst>
        </pc:grpChg>
        <pc:grpChg chg="add del mod">
          <ac:chgData name="Ahmed Salah ELDin" userId="68850134-226f-4097-a9a8-787fd6814b0e" providerId="ADAL" clId="{41529A9F-B598-4F6F-BF77-A2C038883ABA}" dt="2024-10-11T19:34:23.924" v="1531" actId="478"/>
          <ac:grpSpMkLst>
            <pc:docMk/>
            <pc:sldMk cId="2679746556" sldId="862"/>
            <ac:grpSpMk id="86" creationId="{38FCEE29-D1E7-B01F-A8B9-F0D8742C847E}"/>
          </ac:grpSpMkLst>
        </pc:grpChg>
        <pc:grpChg chg="add del mod">
          <ac:chgData name="Ahmed Salah ELDin" userId="68850134-226f-4097-a9a8-787fd6814b0e" providerId="ADAL" clId="{41529A9F-B598-4F6F-BF77-A2C038883ABA}" dt="2024-10-11T19:34:39.420" v="1533" actId="165"/>
          <ac:grpSpMkLst>
            <pc:docMk/>
            <pc:sldMk cId="2679746556" sldId="862"/>
            <ac:grpSpMk id="89" creationId="{A0018D68-6184-60EC-47DD-84EA3A9D9F90}"/>
          </ac:grpSpMkLst>
        </pc:grpChg>
        <pc:grpChg chg="add mod">
          <ac:chgData name="Ahmed Salah ELDin" userId="68850134-226f-4097-a9a8-787fd6814b0e" providerId="ADAL" clId="{41529A9F-B598-4F6F-BF77-A2C038883ABA}" dt="2024-10-11T21:23:09.281" v="2656" actId="1037"/>
          <ac:grpSpMkLst>
            <pc:docMk/>
            <pc:sldMk cId="2679746556" sldId="862"/>
            <ac:grpSpMk id="93" creationId="{06FB9AB0-3139-74A5-FC05-FC9AA49A01D4}"/>
          </ac:grpSpMkLst>
        </pc:grpChg>
        <pc:grpChg chg="add mod">
          <ac:chgData name="Ahmed Salah ELDin" userId="68850134-226f-4097-a9a8-787fd6814b0e" providerId="ADAL" clId="{41529A9F-B598-4F6F-BF77-A2C038883ABA}" dt="2024-10-11T20:04:41.303" v="2165" actId="1036"/>
          <ac:grpSpMkLst>
            <pc:docMk/>
            <pc:sldMk cId="2679746556" sldId="862"/>
            <ac:grpSpMk id="100" creationId="{2D605375-F967-AEF5-7B06-4FF0D7B848A4}"/>
          </ac:grpSpMkLst>
        </pc:grpChg>
        <pc:grpChg chg="add mod">
          <ac:chgData name="Ahmed Salah ELDin" userId="68850134-226f-4097-a9a8-787fd6814b0e" providerId="ADAL" clId="{41529A9F-B598-4F6F-BF77-A2C038883ABA}" dt="2024-10-11T21:24:19.601" v="2660" actId="1076"/>
          <ac:grpSpMkLst>
            <pc:docMk/>
            <pc:sldMk cId="2679746556" sldId="862"/>
            <ac:grpSpMk id="101" creationId="{A7A59ACA-C9F7-2C18-17F0-A5869C46AFF5}"/>
          </ac:grpSpMkLst>
        </pc:grpChg>
        <pc:grpChg chg="add mod">
          <ac:chgData name="Ahmed Salah ELDin" userId="68850134-226f-4097-a9a8-787fd6814b0e" providerId="ADAL" clId="{41529A9F-B598-4F6F-BF77-A2C038883ABA}" dt="2024-10-11T20:04:41.303" v="2165" actId="1036"/>
          <ac:grpSpMkLst>
            <pc:docMk/>
            <pc:sldMk cId="2679746556" sldId="862"/>
            <ac:grpSpMk id="102" creationId="{008C9626-C577-8B4F-F373-673AB28DEB65}"/>
          </ac:grpSpMkLst>
        </pc:grpChg>
        <pc:grpChg chg="add mod">
          <ac:chgData name="Ahmed Salah ELDin" userId="68850134-226f-4097-a9a8-787fd6814b0e" providerId="ADAL" clId="{41529A9F-B598-4F6F-BF77-A2C038883ABA}" dt="2024-10-11T21:22:38.158" v="2561" actId="1037"/>
          <ac:grpSpMkLst>
            <pc:docMk/>
            <pc:sldMk cId="2679746556" sldId="862"/>
            <ac:grpSpMk id="103" creationId="{9FE76914-9545-CE25-0623-69B7E5913F09}"/>
          </ac:grpSpMkLst>
        </pc:grpChg>
        <pc:grpChg chg="add mod">
          <ac:chgData name="Ahmed Salah ELDin" userId="68850134-226f-4097-a9a8-787fd6814b0e" providerId="ADAL" clId="{41529A9F-B598-4F6F-BF77-A2C038883ABA}" dt="2024-10-11T20:04:41.303" v="2165" actId="1036"/>
          <ac:grpSpMkLst>
            <pc:docMk/>
            <pc:sldMk cId="2679746556" sldId="862"/>
            <ac:grpSpMk id="129" creationId="{25B8736F-B683-FD37-B007-E20FFC592BD0}"/>
          </ac:grpSpMkLst>
        </pc:grpChg>
        <pc:grpChg chg="add mod">
          <ac:chgData name="Ahmed Salah ELDin" userId="68850134-226f-4097-a9a8-787fd6814b0e" providerId="ADAL" clId="{41529A9F-B598-4F6F-BF77-A2C038883ABA}" dt="2024-10-11T21:24:08.377" v="2659" actId="1076"/>
          <ac:grpSpMkLst>
            <pc:docMk/>
            <pc:sldMk cId="2679746556" sldId="862"/>
            <ac:grpSpMk id="132" creationId="{99D277D3-C94B-3883-C9BF-B870A274BBC7}"/>
          </ac:grpSpMkLst>
        </pc:grpChg>
        <pc:grpChg chg="add mod">
          <ac:chgData name="Ahmed Salah ELDin" userId="68850134-226f-4097-a9a8-787fd6814b0e" providerId="ADAL" clId="{41529A9F-B598-4F6F-BF77-A2C038883ABA}" dt="2024-10-11T21:25:24.793" v="2667" actId="1076"/>
          <ac:grpSpMkLst>
            <pc:docMk/>
            <pc:sldMk cId="2679746556" sldId="862"/>
            <ac:grpSpMk id="133" creationId="{07C8BAE7-F589-DA0E-7252-E72DE5BF2BF4}"/>
          </ac:grpSpMkLst>
        </pc:grpChg>
        <pc:cxnChg chg="del mod topLvl">
          <ac:chgData name="Ahmed Salah ELDin" userId="68850134-226f-4097-a9a8-787fd6814b0e" providerId="ADAL" clId="{41529A9F-B598-4F6F-BF77-A2C038883ABA}" dt="2024-10-11T19:16:45.084" v="1150" actId="478"/>
          <ac:cxnSpMkLst>
            <pc:docMk/>
            <pc:sldMk cId="2679746556" sldId="862"/>
            <ac:cxnSpMk id="42" creationId="{9E8D1F10-F129-669B-14D6-C86F3E61933A}"/>
          </ac:cxnSpMkLst>
        </pc:cxnChg>
        <pc:cxnChg chg="del mod topLvl">
          <ac:chgData name="Ahmed Salah ELDin" userId="68850134-226f-4097-a9a8-787fd6814b0e" providerId="ADAL" clId="{41529A9F-B598-4F6F-BF77-A2C038883ABA}" dt="2024-10-11T19:16:45.084" v="1150" actId="478"/>
          <ac:cxnSpMkLst>
            <pc:docMk/>
            <pc:sldMk cId="2679746556" sldId="862"/>
            <ac:cxnSpMk id="51" creationId="{00E9030C-4DB2-49EF-9825-EAA2333C5EFB}"/>
          </ac:cxnSpMkLst>
        </pc:cxnChg>
        <pc:cxnChg chg="del mod topLvl">
          <ac:chgData name="Ahmed Salah ELDin" userId="68850134-226f-4097-a9a8-787fd6814b0e" providerId="ADAL" clId="{41529A9F-B598-4F6F-BF77-A2C038883ABA}" dt="2024-10-11T19:16:45.084" v="1150" actId="478"/>
          <ac:cxnSpMkLst>
            <pc:docMk/>
            <pc:sldMk cId="2679746556" sldId="862"/>
            <ac:cxnSpMk id="54" creationId="{28244D87-DFA7-7891-0191-F3C30A83CAC1}"/>
          </ac:cxnSpMkLst>
        </pc:cxnChg>
        <pc:cxnChg chg="add mod">
          <ac:chgData name="Ahmed Salah ELDin" userId="68850134-226f-4097-a9a8-787fd6814b0e" providerId="ADAL" clId="{41529A9F-B598-4F6F-BF77-A2C038883ABA}" dt="2024-10-11T20:04:41.303" v="2165" actId="1036"/>
          <ac:cxnSpMkLst>
            <pc:docMk/>
            <pc:sldMk cId="2679746556" sldId="862"/>
            <ac:cxnSpMk id="105" creationId="{63408644-09F3-0C3F-76FE-F658942FAB5B}"/>
          </ac:cxnSpMkLst>
        </pc:cxnChg>
        <pc:cxnChg chg="add mod">
          <ac:chgData name="Ahmed Salah ELDin" userId="68850134-226f-4097-a9a8-787fd6814b0e" providerId="ADAL" clId="{41529A9F-B598-4F6F-BF77-A2C038883ABA}" dt="2024-10-11T21:24:30.787" v="2661" actId="1076"/>
          <ac:cxnSpMkLst>
            <pc:docMk/>
            <pc:sldMk cId="2679746556" sldId="862"/>
            <ac:cxnSpMk id="106" creationId="{2DCDE410-8A80-850B-EB76-AD452149B3C6}"/>
          </ac:cxnSpMkLst>
        </pc:cxnChg>
        <pc:cxnChg chg="add mod">
          <ac:chgData name="Ahmed Salah ELDin" userId="68850134-226f-4097-a9a8-787fd6814b0e" providerId="ADAL" clId="{41529A9F-B598-4F6F-BF77-A2C038883ABA}" dt="2024-10-11T21:24:30.787" v="2661" actId="1076"/>
          <ac:cxnSpMkLst>
            <pc:docMk/>
            <pc:sldMk cId="2679746556" sldId="862"/>
            <ac:cxnSpMk id="111" creationId="{0236CB8E-6D2A-4FA9-4DCA-73F45E566A71}"/>
          </ac:cxnSpMkLst>
        </pc:cxnChg>
        <pc:cxnChg chg="add mod">
          <ac:chgData name="Ahmed Salah ELDin" userId="68850134-226f-4097-a9a8-787fd6814b0e" providerId="ADAL" clId="{41529A9F-B598-4F6F-BF77-A2C038883ABA}" dt="2024-10-11T20:04:41.303" v="2165" actId="1036"/>
          <ac:cxnSpMkLst>
            <pc:docMk/>
            <pc:sldMk cId="2679746556" sldId="862"/>
            <ac:cxnSpMk id="115" creationId="{982245AC-B017-424F-7579-3C95BB35F214}"/>
          </ac:cxnSpMkLst>
        </pc:cxnChg>
        <pc:cxnChg chg="add mod">
          <ac:chgData name="Ahmed Salah ELDin" userId="68850134-226f-4097-a9a8-787fd6814b0e" providerId="ADAL" clId="{41529A9F-B598-4F6F-BF77-A2C038883ABA}" dt="2024-10-11T21:24:30.787" v="2661" actId="1076"/>
          <ac:cxnSpMkLst>
            <pc:docMk/>
            <pc:sldMk cId="2679746556" sldId="862"/>
            <ac:cxnSpMk id="118" creationId="{84969AFA-7C8A-C86C-7B49-703E44A3E55E}"/>
          </ac:cxnSpMkLst>
        </pc:cxnChg>
        <pc:cxnChg chg="add mod">
          <ac:chgData name="Ahmed Salah ELDin" userId="68850134-226f-4097-a9a8-787fd6814b0e" providerId="ADAL" clId="{41529A9F-B598-4F6F-BF77-A2C038883ABA}" dt="2024-10-11T21:24:30.787" v="2661" actId="1076"/>
          <ac:cxnSpMkLst>
            <pc:docMk/>
            <pc:sldMk cId="2679746556" sldId="862"/>
            <ac:cxnSpMk id="121" creationId="{03A71C43-7A98-26F7-2025-31DC2469C27F}"/>
          </ac:cxnSpMkLst>
        </pc:cxnChg>
        <pc:cxnChg chg="add mod">
          <ac:chgData name="Ahmed Salah ELDin" userId="68850134-226f-4097-a9a8-787fd6814b0e" providerId="ADAL" clId="{41529A9F-B598-4F6F-BF77-A2C038883ABA}" dt="2024-10-11T20:04:56.970" v="2167" actId="14100"/>
          <ac:cxnSpMkLst>
            <pc:docMk/>
            <pc:sldMk cId="2679746556" sldId="862"/>
            <ac:cxnSpMk id="125" creationId="{115746F2-68A0-5070-BC8A-F37951DA7545}"/>
          </ac:cxnSpMkLst>
        </pc:cxnChg>
      </pc:sldChg>
      <pc:sldChg chg="addSp delSp modSp add mod delAnim modAnim">
        <pc:chgData name="Ahmed Salah ELDin" userId="68850134-226f-4097-a9a8-787fd6814b0e" providerId="ADAL" clId="{41529A9F-B598-4F6F-BF77-A2C038883ABA}" dt="2024-10-11T21:41:26.435" v="2774" actId="20577"/>
        <pc:sldMkLst>
          <pc:docMk/>
          <pc:sldMk cId="799557571" sldId="863"/>
        </pc:sldMkLst>
        <pc:spChg chg="mod">
          <ac:chgData name="Ahmed Salah ELDin" userId="68850134-226f-4097-a9a8-787fd6814b0e" providerId="ADAL" clId="{41529A9F-B598-4F6F-BF77-A2C038883ABA}" dt="2024-10-11T20:03:05.366" v="2130" actId="20577"/>
          <ac:spMkLst>
            <pc:docMk/>
            <pc:sldMk cId="799557571" sldId="863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1T21:41:26.435" v="2774" actId="20577"/>
          <ac:spMkLst>
            <pc:docMk/>
            <pc:sldMk cId="799557571" sldId="863"/>
            <ac:spMk id="3" creationId="{3CC5B943-A737-2E09-8DF5-AD94F37CD1B3}"/>
          </ac:spMkLst>
        </pc:spChg>
        <pc:spChg chg="del">
          <ac:chgData name="Ahmed Salah ELDin" userId="68850134-226f-4097-a9a8-787fd6814b0e" providerId="ADAL" clId="{41529A9F-B598-4F6F-BF77-A2C038883ABA}" dt="2024-10-11T20:05:10.881" v="2168" actId="478"/>
          <ac:spMkLst>
            <pc:docMk/>
            <pc:sldMk cId="799557571" sldId="863"/>
            <ac:spMk id="5" creationId="{FEB579F1-82AD-0D3D-BA2D-694ADA7242BB}"/>
          </ac:spMkLst>
        </pc:spChg>
        <pc:spChg chg="add mod">
          <ac:chgData name="Ahmed Salah ELDin" userId="68850134-226f-4097-a9a8-787fd6814b0e" providerId="ADAL" clId="{41529A9F-B598-4F6F-BF77-A2C038883ABA}" dt="2024-10-11T20:05:19.458" v="2169"/>
          <ac:spMkLst>
            <pc:docMk/>
            <pc:sldMk cId="799557571" sldId="863"/>
            <ac:spMk id="6" creationId="{C52379BC-5399-A3B1-C55B-2044F74B865F}"/>
          </ac:spMkLst>
        </pc:spChg>
        <pc:spChg chg="del">
          <ac:chgData name="Ahmed Salah ELDin" userId="68850134-226f-4097-a9a8-787fd6814b0e" providerId="ADAL" clId="{41529A9F-B598-4F6F-BF77-A2C038883ABA}" dt="2024-10-11T20:05:10.881" v="2168" actId="478"/>
          <ac:spMkLst>
            <pc:docMk/>
            <pc:sldMk cId="799557571" sldId="863"/>
            <ac:spMk id="7" creationId="{BBE3270E-A93F-F1A5-07D2-9D8D081E4D84}"/>
          </ac:spMkLst>
        </pc:spChg>
        <pc:spChg chg="add del mod">
          <ac:chgData name="Ahmed Salah ELDin" userId="68850134-226f-4097-a9a8-787fd6814b0e" providerId="ADAL" clId="{41529A9F-B598-4F6F-BF77-A2C038883ABA}" dt="2024-10-11T21:27:18.159" v="2675" actId="478"/>
          <ac:spMkLst>
            <pc:docMk/>
            <pc:sldMk cId="799557571" sldId="863"/>
            <ac:spMk id="8" creationId="{E1206E3C-D200-F2D3-5C72-3A892C39783A}"/>
          </ac:spMkLst>
        </pc:spChg>
        <pc:spChg chg="mod topLvl">
          <ac:chgData name="Ahmed Salah ELDin" userId="68850134-226f-4097-a9a8-787fd6814b0e" providerId="ADAL" clId="{41529A9F-B598-4F6F-BF77-A2C038883ABA}" dt="2024-10-11T20:44:47.502" v="2427" actId="20577"/>
          <ac:spMkLst>
            <pc:docMk/>
            <pc:sldMk cId="799557571" sldId="863"/>
            <ac:spMk id="10" creationId="{75929CC6-6830-C6E6-7584-2755D7AD105A}"/>
          </ac:spMkLst>
        </pc:spChg>
        <pc:spChg chg="del mod">
          <ac:chgData name="Ahmed Salah ELDin" userId="68850134-226f-4097-a9a8-787fd6814b0e" providerId="ADAL" clId="{41529A9F-B598-4F6F-BF77-A2C038883ABA}" dt="2024-10-11T20:44:38.681" v="2424" actId="478"/>
          <ac:spMkLst>
            <pc:docMk/>
            <pc:sldMk cId="799557571" sldId="863"/>
            <ac:spMk id="11" creationId="{17451C5B-81FC-950F-A7EF-82D495DA9540}"/>
          </ac:spMkLst>
        </pc:spChg>
        <pc:spChg chg="del mod topLvl">
          <ac:chgData name="Ahmed Salah ELDin" userId="68850134-226f-4097-a9a8-787fd6814b0e" providerId="ADAL" clId="{41529A9F-B598-4F6F-BF77-A2C038883ABA}" dt="2024-10-11T20:44:44.840" v="2425" actId="478"/>
          <ac:spMkLst>
            <pc:docMk/>
            <pc:sldMk cId="799557571" sldId="863"/>
            <ac:spMk id="12" creationId="{F1EAE489-0168-C258-2150-7AF8D5E06B33}"/>
          </ac:spMkLst>
        </pc:spChg>
        <pc:spChg chg="mod topLvl">
          <ac:chgData name="Ahmed Salah ELDin" userId="68850134-226f-4097-a9a8-787fd6814b0e" providerId="ADAL" clId="{41529A9F-B598-4F6F-BF77-A2C038883ABA}" dt="2024-10-11T20:45:32.077" v="2439" actId="478"/>
          <ac:spMkLst>
            <pc:docMk/>
            <pc:sldMk cId="799557571" sldId="863"/>
            <ac:spMk id="14" creationId="{BD5CC9CF-AD5A-2335-D3B4-F0DE1DCB3533}"/>
          </ac:spMkLst>
        </pc:spChg>
        <pc:spChg chg="del mod">
          <ac:chgData name="Ahmed Salah ELDin" userId="68850134-226f-4097-a9a8-787fd6814b0e" providerId="ADAL" clId="{41529A9F-B598-4F6F-BF77-A2C038883ABA}" dt="2024-10-11T20:45:19.988" v="2435" actId="478"/>
          <ac:spMkLst>
            <pc:docMk/>
            <pc:sldMk cId="799557571" sldId="863"/>
            <ac:spMk id="15" creationId="{A04E0C54-F59E-344C-E114-D42A5EF845B8}"/>
          </ac:spMkLst>
        </pc:spChg>
        <pc:spChg chg="del mod topLvl">
          <ac:chgData name="Ahmed Salah ELDin" userId="68850134-226f-4097-a9a8-787fd6814b0e" providerId="ADAL" clId="{41529A9F-B598-4F6F-BF77-A2C038883ABA}" dt="2024-10-11T20:45:32.077" v="2439" actId="478"/>
          <ac:spMkLst>
            <pc:docMk/>
            <pc:sldMk cId="799557571" sldId="863"/>
            <ac:spMk id="16" creationId="{12E1282C-FBE3-4025-61CD-926609B7E45E}"/>
          </ac:spMkLst>
        </pc:spChg>
        <pc:spChg chg="mod topLvl">
          <ac:chgData name="Ahmed Salah ELDin" userId="68850134-226f-4097-a9a8-787fd6814b0e" providerId="ADAL" clId="{41529A9F-B598-4F6F-BF77-A2C038883ABA}" dt="2024-10-11T21:28:00.860" v="2682" actId="1076"/>
          <ac:spMkLst>
            <pc:docMk/>
            <pc:sldMk cId="799557571" sldId="863"/>
            <ac:spMk id="18" creationId="{ADCA60E3-B712-890D-F3A5-CCC94E5EF12C}"/>
          </ac:spMkLst>
        </pc:spChg>
        <pc:spChg chg="del mod topLvl">
          <ac:chgData name="Ahmed Salah ELDin" userId="68850134-226f-4097-a9a8-787fd6814b0e" providerId="ADAL" clId="{41529A9F-B598-4F6F-BF77-A2C038883ABA}" dt="2024-10-11T20:45:08.414" v="2432" actId="478"/>
          <ac:spMkLst>
            <pc:docMk/>
            <pc:sldMk cId="799557571" sldId="863"/>
            <ac:spMk id="19" creationId="{BD28AA25-ABB8-0688-AD23-52E3DEBBB51C}"/>
          </ac:spMkLst>
        </pc:spChg>
        <pc:spChg chg="del mod topLvl">
          <ac:chgData name="Ahmed Salah ELDin" userId="68850134-226f-4097-a9a8-787fd6814b0e" providerId="ADAL" clId="{41529A9F-B598-4F6F-BF77-A2C038883ABA}" dt="2024-10-11T20:45:03.307" v="2430" actId="478"/>
          <ac:spMkLst>
            <pc:docMk/>
            <pc:sldMk cId="799557571" sldId="863"/>
            <ac:spMk id="20" creationId="{3A68C425-65CF-CDD3-F6F5-E8B000E0F25F}"/>
          </ac:spMkLst>
        </pc:spChg>
        <pc:spChg chg="mod">
          <ac:chgData name="Ahmed Salah ELDin" userId="68850134-226f-4097-a9a8-787fd6814b0e" providerId="ADAL" clId="{41529A9F-B598-4F6F-BF77-A2C038883ABA}" dt="2024-10-11T20:05:19.458" v="2169"/>
          <ac:spMkLst>
            <pc:docMk/>
            <pc:sldMk cId="799557571" sldId="863"/>
            <ac:spMk id="22" creationId="{2C496AD0-3760-7B7E-39AA-545CF179B001}"/>
          </ac:spMkLst>
        </pc:spChg>
        <pc:spChg chg="mod">
          <ac:chgData name="Ahmed Salah ELDin" userId="68850134-226f-4097-a9a8-787fd6814b0e" providerId="ADAL" clId="{41529A9F-B598-4F6F-BF77-A2C038883ABA}" dt="2024-10-11T20:05:19.458" v="2169"/>
          <ac:spMkLst>
            <pc:docMk/>
            <pc:sldMk cId="799557571" sldId="863"/>
            <ac:spMk id="23" creationId="{CFB82A31-65F2-D19D-0346-79B4C387C726}"/>
          </ac:spMkLst>
        </pc:spChg>
        <pc:spChg chg="add mod topLvl">
          <ac:chgData name="Ahmed Salah ELDin" userId="68850134-226f-4097-a9a8-787fd6814b0e" providerId="ADAL" clId="{41529A9F-B598-4F6F-BF77-A2C038883ABA}" dt="2024-10-11T20:46:04.529" v="2446" actId="20577"/>
          <ac:spMkLst>
            <pc:docMk/>
            <pc:sldMk cId="799557571" sldId="863"/>
            <ac:spMk id="24" creationId="{C4354950-20AA-7DDF-C86D-99927A3BA1CA}"/>
          </ac:spMkLst>
        </pc:spChg>
        <pc:spChg chg="add del mod topLvl">
          <ac:chgData name="Ahmed Salah ELDin" userId="68850134-226f-4097-a9a8-787fd6814b0e" providerId="ADAL" clId="{41529A9F-B598-4F6F-BF77-A2C038883ABA}" dt="2024-10-11T20:45:50.682" v="2443" actId="478"/>
          <ac:spMkLst>
            <pc:docMk/>
            <pc:sldMk cId="799557571" sldId="863"/>
            <ac:spMk id="25" creationId="{C9C4DF96-34CE-C18E-9A31-E66C1DB6EC22}"/>
          </ac:spMkLst>
        </pc:spChg>
        <pc:spChg chg="add del mod topLvl">
          <ac:chgData name="Ahmed Salah ELDin" userId="68850134-226f-4097-a9a8-787fd6814b0e" providerId="ADAL" clId="{41529A9F-B598-4F6F-BF77-A2C038883ABA}" dt="2024-10-11T20:46:01.618" v="2444" actId="478"/>
          <ac:spMkLst>
            <pc:docMk/>
            <pc:sldMk cId="799557571" sldId="863"/>
            <ac:spMk id="26" creationId="{62760E4C-896E-C76C-1C30-D005257C9000}"/>
          </ac:spMkLst>
        </pc:spChg>
        <pc:spChg chg="mod">
          <ac:chgData name="Ahmed Salah ELDin" userId="68850134-226f-4097-a9a8-787fd6814b0e" providerId="ADAL" clId="{41529A9F-B598-4F6F-BF77-A2C038883ABA}" dt="2024-10-11T20:23:21.297" v="2270" actId="165"/>
          <ac:spMkLst>
            <pc:docMk/>
            <pc:sldMk cId="799557571" sldId="863"/>
            <ac:spMk id="28" creationId="{B85F9753-88DC-0475-63DB-1A2E1B638ACE}"/>
          </ac:spMkLst>
        </pc:spChg>
        <pc:spChg chg="mod">
          <ac:chgData name="Ahmed Salah ELDin" userId="68850134-226f-4097-a9a8-787fd6814b0e" providerId="ADAL" clId="{41529A9F-B598-4F6F-BF77-A2C038883ABA}" dt="2024-10-11T20:23:21.297" v="2270" actId="165"/>
          <ac:spMkLst>
            <pc:docMk/>
            <pc:sldMk cId="799557571" sldId="863"/>
            <ac:spMk id="29" creationId="{36AD2C4B-71BF-49C9-F216-3083BE32ADFA}"/>
          </ac:spMkLst>
        </pc:spChg>
        <pc:spChg chg="mod">
          <ac:chgData name="Ahmed Salah ELDin" userId="68850134-226f-4097-a9a8-787fd6814b0e" providerId="ADAL" clId="{41529A9F-B598-4F6F-BF77-A2C038883ABA}" dt="2024-10-11T20:05:19.458" v="2169"/>
          <ac:spMkLst>
            <pc:docMk/>
            <pc:sldMk cId="799557571" sldId="863"/>
            <ac:spMk id="32" creationId="{50CE1CE5-FFBF-F237-8221-5362F3D79A36}"/>
          </ac:spMkLst>
        </pc:spChg>
        <pc:spChg chg="del mod">
          <ac:chgData name="Ahmed Salah ELDin" userId="68850134-226f-4097-a9a8-787fd6814b0e" providerId="ADAL" clId="{41529A9F-B598-4F6F-BF77-A2C038883ABA}" dt="2024-10-11T20:46:15.644" v="2449" actId="478"/>
          <ac:spMkLst>
            <pc:docMk/>
            <pc:sldMk cId="799557571" sldId="863"/>
            <ac:spMk id="33" creationId="{F7803074-6027-5333-9B97-A517D11A9A52}"/>
          </ac:spMkLst>
        </pc:spChg>
        <pc:spChg chg="mod">
          <ac:chgData name="Ahmed Salah ELDin" userId="68850134-226f-4097-a9a8-787fd6814b0e" providerId="ADAL" clId="{41529A9F-B598-4F6F-BF77-A2C038883ABA}" dt="2024-10-11T20:05:19.458" v="2169"/>
          <ac:spMkLst>
            <pc:docMk/>
            <pc:sldMk cId="799557571" sldId="863"/>
            <ac:spMk id="35" creationId="{5760909C-6728-C67C-9C75-86234E08A8F4}"/>
          </ac:spMkLst>
        </pc:spChg>
        <pc:spChg chg="mod">
          <ac:chgData name="Ahmed Salah ELDin" userId="68850134-226f-4097-a9a8-787fd6814b0e" providerId="ADAL" clId="{41529A9F-B598-4F6F-BF77-A2C038883ABA}" dt="2024-10-11T20:05:19.458" v="2169"/>
          <ac:spMkLst>
            <pc:docMk/>
            <pc:sldMk cId="799557571" sldId="863"/>
            <ac:spMk id="37" creationId="{498F99C8-A18E-8AA4-6FA0-1B67AD55EF1E}"/>
          </ac:spMkLst>
        </pc:spChg>
        <pc:spChg chg="mod">
          <ac:chgData name="Ahmed Salah ELDin" userId="68850134-226f-4097-a9a8-787fd6814b0e" providerId="ADAL" clId="{41529A9F-B598-4F6F-BF77-A2C038883ABA}" dt="2024-10-11T20:46:09.407" v="2447" actId="6549"/>
          <ac:spMkLst>
            <pc:docMk/>
            <pc:sldMk cId="799557571" sldId="863"/>
            <ac:spMk id="38" creationId="{D1198834-580F-84DB-F4E4-C03113FFE32F}"/>
          </ac:spMkLst>
        </pc:spChg>
        <pc:spChg chg="add del mod">
          <ac:chgData name="Ahmed Salah ELDin" userId="68850134-226f-4097-a9a8-787fd6814b0e" providerId="ADAL" clId="{41529A9F-B598-4F6F-BF77-A2C038883ABA}" dt="2024-10-11T21:27:22.859" v="2677" actId="478"/>
          <ac:spMkLst>
            <pc:docMk/>
            <pc:sldMk cId="799557571" sldId="863"/>
            <ac:spMk id="39" creationId="{62196A00-D875-B3B0-61EF-81F31D1C5242}"/>
          </ac:spMkLst>
        </pc:spChg>
        <pc:spChg chg="add del mod">
          <ac:chgData name="Ahmed Salah ELDin" userId="68850134-226f-4097-a9a8-787fd6814b0e" providerId="ADAL" clId="{41529A9F-B598-4F6F-BF77-A2C038883ABA}" dt="2024-10-11T21:27:26.969" v="2678" actId="478"/>
          <ac:spMkLst>
            <pc:docMk/>
            <pc:sldMk cId="799557571" sldId="863"/>
            <ac:spMk id="40" creationId="{DEB0BC23-7B62-1304-FD5A-223C78968157}"/>
          </ac:spMkLst>
        </pc:spChg>
        <pc:spChg chg="add del mod">
          <ac:chgData name="Ahmed Salah ELDin" userId="68850134-226f-4097-a9a8-787fd6814b0e" providerId="ADAL" clId="{41529A9F-B598-4F6F-BF77-A2C038883ABA}" dt="2024-10-11T21:27:26.969" v="2678" actId="478"/>
          <ac:spMkLst>
            <pc:docMk/>
            <pc:sldMk cId="799557571" sldId="863"/>
            <ac:spMk id="41" creationId="{7E690CAC-72B6-0C3D-90E0-D58C7429DC2A}"/>
          </ac:spMkLst>
        </pc:spChg>
        <pc:spChg chg="mod">
          <ac:chgData name="Ahmed Salah ELDin" userId="68850134-226f-4097-a9a8-787fd6814b0e" providerId="ADAL" clId="{41529A9F-B598-4F6F-BF77-A2C038883ABA}" dt="2024-10-11T20:05:19.458" v="2169"/>
          <ac:spMkLst>
            <pc:docMk/>
            <pc:sldMk cId="799557571" sldId="863"/>
            <ac:spMk id="45" creationId="{B9DDB743-CB32-2540-282B-AE316D738E2B}"/>
          </ac:spMkLst>
        </pc:spChg>
        <pc:spChg chg="mod">
          <ac:chgData name="Ahmed Salah ELDin" userId="68850134-226f-4097-a9a8-787fd6814b0e" providerId="ADAL" clId="{41529A9F-B598-4F6F-BF77-A2C038883ABA}" dt="2024-10-11T20:05:19.458" v="2169"/>
          <ac:spMkLst>
            <pc:docMk/>
            <pc:sldMk cId="799557571" sldId="863"/>
            <ac:spMk id="51" creationId="{92E374EA-F0CC-48FE-660C-F3CD49A33558}"/>
          </ac:spMkLst>
        </pc:spChg>
        <pc:spChg chg="mod">
          <ac:chgData name="Ahmed Salah ELDin" userId="68850134-226f-4097-a9a8-787fd6814b0e" providerId="ADAL" clId="{41529A9F-B598-4F6F-BF77-A2C038883ABA}" dt="2024-10-11T20:05:19.458" v="2169"/>
          <ac:spMkLst>
            <pc:docMk/>
            <pc:sldMk cId="799557571" sldId="863"/>
            <ac:spMk id="54" creationId="{C25497C3-8F52-BD1E-D229-25F85F095697}"/>
          </ac:spMkLst>
        </pc:spChg>
        <pc:spChg chg="mod">
          <ac:chgData name="Ahmed Salah ELDin" userId="68850134-226f-4097-a9a8-787fd6814b0e" providerId="ADAL" clId="{41529A9F-B598-4F6F-BF77-A2C038883ABA}" dt="2024-10-11T20:05:19.458" v="2169"/>
          <ac:spMkLst>
            <pc:docMk/>
            <pc:sldMk cId="799557571" sldId="863"/>
            <ac:spMk id="59" creationId="{83585D15-B972-2B6C-BF77-C63A10B47C74}"/>
          </ac:spMkLst>
        </pc:spChg>
        <pc:spChg chg="mod">
          <ac:chgData name="Ahmed Salah ELDin" userId="68850134-226f-4097-a9a8-787fd6814b0e" providerId="ADAL" clId="{41529A9F-B598-4F6F-BF77-A2C038883ABA}" dt="2024-10-11T20:05:19.458" v="2169"/>
          <ac:spMkLst>
            <pc:docMk/>
            <pc:sldMk cId="799557571" sldId="863"/>
            <ac:spMk id="60" creationId="{1B30E630-2C74-25C4-79CA-04BDA8BA1990}"/>
          </ac:spMkLst>
        </pc:spChg>
        <pc:spChg chg="mod topLvl">
          <ac:chgData name="Ahmed Salah ELDin" userId="68850134-226f-4097-a9a8-787fd6814b0e" providerId="ADAL" clId="{41529A9F-B598-4F6F-BF77-A2C038883ABA}" dt="2024-10-11T20:44:31.993" v="2423" actId="20577"/>
          <ac:spMkLst>
            <pc:docMk/>
            <pc:sldMk cId="799557571" sldId="863"/>
            <ac:spMk id="62" creationId="{15F82909-2816-BB37-74D1-B49D24C31B0C}"/>
          </ac:spMkLst>
        </pc:spChg>
        <pc:spChg chg="del mod">
          <ac:chgData name="Ahmed Salah ELDin" userId="68850134-226f-4097-a9a8-787fd6814b0e" providerId="ADAL" clId="{41529A9F-B598-4F6F-BF77-A2C038883ABA}" dt="2024-10-11T20:44:22.043" v="2419" actId="478"/>
          <ac:spMkLst>
            <pc:docMk/>
            <pc:sldMk cId="799557571" sldId="863"/>
            <ac:spMk id="63" creationId="{FF7483F0-2FCB-B663-8D35-265D6D58B188}"/>
          </ac:spMkLst>
        </pc:spChg>
        <pc:spChg chg="del mod topLvl">
          <ac:chgData name="Ahmed Salah ELDin" userId="68850134-226f-4097-a9a8-787fd6814b0e" providerId="ADAL" clId="{41529A9F-B598-4F6F-BF77-A2C038883ABA}" dt="2024-10-11T20:44:28.995" v="2421" actId="478"/>
          <ac:spMkLst>
            <pc:docMk/>
            <pc:sldMk cId="799557571" sldId="863"/>
            <ac:spMk id="64" creationId="{E70367D4-082F-EFE9-7226-221F2EF2D126}"/>
          </ac:spMkLst>
        </pc:spChg>
        <pc:spChg chg="del">
          <ac:chgData name="Ahmed Salah ELDin" userId="68850134-226f-4097-a9a8-787fd6814b0e" providerId="ADAL" clId="{41529A9F-B598-4F6F-BF77-A2C038883ABA}" dt="2024-10-11T20:05:10.881" v="2168" actId="478"/>
          <ac:spMkLst>
            <pc:docMk/>
            <pc:sldMk cId="799557571" sldId="863"/>
            <ac:spMk id="71" creationId="{5E6C9A21-CB50-B875-9817-B14CB5737386}"/>
          </ac:spMkLst>
        </pc:spChg>
        <pc:spChg chg="del">
          <ac:chgData name="Ahmed Salah ELDin" userId="68850134-226f-4097-a9a8-787fd6814b0e" providerId="ADAL" clId="{41529A9F-B598-4F6F-BF77-A2C038883ABA}" dt="2024-10-11T20:05:10.881" v="2168" actId="478"/>
          <ac:spMkLst>
            <pc:docMk/>
            <pc:sldMk cId="799557571" sldId="863"/>
            <ac:spMk id="72" creationId="{877DD161-2441-5F1D-A2E6-C1FB76BB452F}"/>
          </ac:spMkLst>
        </pc:spChg>
        <pc:spChg chg="del">
          <ac:chgData name="Ahmed Salah ELDin" userId="68850134-226f-4097-a9a8-787fd6814b0e" providerId="ADAL" clId="{41529A9F-B598-4F6F-BF77-A2C038883ABA}" dt="2024-10-11T20:05:10.881" v="2168" actId="478"/>
          <ac:spMkLst>
            <pc:docMk/>
            <pc:sldMk cId="799557571" sldId="863"/>
            <ac:spMk id="73" creationId="{C936A231-71CE-1DC3-1331-B928C4788357}"/>
          </ac:spMkLst>
        </pc:spChg>
        <pc:spChg chg="del">
          <ac:chgData name="Ahmed Salah ELDin" userId="68850134-226f-4097-a9a8-787fd6814b0e" providerId="ADAL" clId="{41529A9F-B598-4F6F-BF77-A2C038883ABA}" dt="2024-10-11T20:05:10.881" v="2168" actId="478"/>
          <ac:spMkLst>
            <pc:docMk/>
            <pc:sldMk cId="799557571" sldId="863"/>
            <ac:spMk id="83" creationId="{C90219CB-13CB-1822-B103-559A53741AA7}"/>
          </ac:spMkLst>
        </pc:spChg>
        <pc:spChg chg="del">
          <ac:chgData name="Ahmed Salah ELDin" userId="68850134-226f-4097-a9a8-787fd6814b0e" providerId="ADAL" clId="{41529A9F-B598-4F6F-BF77-A2C038883ABA}" dt="2024-10-11T20:05:10.881" v="2168" actId="478"/>
          <ac:spMkLst>
            <pc:docMk/>
            <pc:sldMk cId="799557571" sldId="863"/>
            <ac:spMk id="84" creationId="{109D1A57-54E3-FAFD-FCC9-A222B6225F5D}"/>
          </ac:spMkLst>
        </pc:spChg>
        <pc:spChg chg="del">
          <ac:chgData name="Ahmed Salah ELDin" userId="68850134-226f-4097-a9a8-787fd6814b0e" providerId="ADAL" clId="{41529A9F-B598-4F6F-BF77-A2C038883ABA}" dt="2024-10-11T20:05:10.881" v="2168" actId="478"/>
          <ac:spMkLst>
            <pc:docMk/>
            <pc:sldMk cId="799557571" sldId="863"/>
            <ac:spMk id="85" creationId="{B805AA91-1CE4-2646-C812-3EC496C4002F}"/>
          </ac:spMkLst>
        </pc:spChg>
        <pc:spChg chg="mod topLvl">
          <ac:chgData name="Ahmed Salah ELDin" userId="68850134-226f-4097-a9a8-787fd6814b0e" providerId="ADAL" clId="{41529A9F-B598-4F6F-BF77-A2C038883ABA}" dt="2024-10-11T20:40:50.398" v="2403" actId="165"/>
          <ac:spMkLst>
            <pc:docMk/>
            <pc:sldMk cId="799557571" sldId="863"/>
            <ac:spMk id="87" creationId="{01E68ABC-AF9C-2F4D-6C09-46AEA9AE980F}"/>
          </ac:spMkLst>
        </pc:spChg>
        <pc:spChg chg="add mod">
          <ac:chgData name="Ahmed Salah ELDin" userId="68850134-226f-4097-a9a8-787fd6814b0e" providerId="ADAL" clId="{41529A9F-B598-4F6F-BF77-A2C038883ABA}" dt="2024-10-11T20:19:32.845" v="2242" actId="20577"/>
          <ac:spMkLst>
            <pc:docMk/>
            <pc:sldMk cId="799557571" sldId="863"/>
            <ac:spMk id="89" creationId="{B0DE8BC6-4355-E6BF-68E0-7FA8BC2FE364}"/>
          </ac:spMkLst>
        </pc:spChg>
        <pc:spChg chg="add mod">
          <ac:chgData name="Ahmed Salah ELDin" userId="68850134-226f-4097-a9a8-787fd6814b0e" providerId="ADAL" clId="{41529A9F-B598-4F6F-BF77-A2C038883ABA}" dt="2024-10-11T20:11:39.779" v="2226"/>
          <ac:spMkLst>
            <pc:docMk/>
            <pc:sldMk cId="799557571" sldId="863"/>
            <ac:spMk id="96" creationId="{4B0DF011-80EE-CEC6-95BF-936F9AFDE921}"/>
          </ac:spMkLst>
        </pc:spChg>
        <pc:spChg chg="mod">
          <ac:chgData name="Ahmed Salah ELDin" userId="68850134-226f-4097-a9a8-787fd6814b0e" providerId="ADAL" clId="{41529A9F-B598-4F6F-BF77-A2C038883ABA}" dt="2024-10-11T20:12:19.823" v="2229"/>
          <ac:spMkLst>
            <pc:docMk/>
            <pc:sldMk cId="799557571" sldId="863"/>
            <ac:spMk id="108" creationId="{0AE21AE5-4247-AA6D-C601-85F2E7804D6F}"/>
          </ac:spMkLst>
        </pc:spChg>
        <pc:spChg chg="mod">
          <ac:chgData name="Ahmed Salah ELDin" userId="68850134-226f-4097-a9a8-787fd6814b0e" providerId="ADAL" clId="{41529A9F-B598-4F6F-BF77-A2C038883ABA}" dt="2024-10-11T20:12:19.823" v="2229"/>
          <ac:spMkLst>
            <pc:docMk/>
            <pc:sldMk cId="799557571" sldId="863"/>
            <ac:spMk id="109" creationId="{AF42AB7C-F274-F897-95F2-728ADE39C75A}"/>
          </ac:spMkLst>
        </pc:spChg>
        <pc:spChg chg="mod">
          <ac:chgData name="Ahmed Salah ELDin" userId="68850134-226f-4097-a9a8-787fd6814b0e" providerId="ADAL" clId="{41529A9F-B598-4F6F-BF77-A2C038883ABA}" dt="2024-10-11T20:12:19.823" v="2229"/>
          <ac:spMkLst>
            <pc:docMk/>
            <pc:sldMk cId="799557571" sldId="863"/>
            <ac:spMk id="110" creationId="{7DBC7C9C-2F0F-FA58-4EB8-533C3B93D70C}"/>
          </ac:spMkLst>
        </pc:spChg>
        <pc:spChg chg="mod">
          <ac:chgData name="Ahmed Salah ELDin" userId="68850134-226f-4097-a9a8-787fd6814b0e" providerId="ADAL" clId="{41529A9F-B598-4F6F-BF77-A2C038883ABA}" dt="2024-10-11T20:12:19.823" v="2229"/>
          <ac:spMkLst>
            <pc:docMk/>
            <pc:sldMk cId="799557571" sldId="863"/>
            <ac:spMk id="113" creationId="{FFF359A2-E017-EA28-031E-B06D0F5088F2}"/>
          </ac:spMkLst>
        </pc:spChg>
        <pc:spChg chg="mod">
          <ac:chgData name="Ahmed Salah ELDin" userId="68850134-226f-4097-a9a8-787fd6814b0e" providerId="ADAL" clId="{41529A9F-B598-4F6F-BF77-A2C038883ABA}" dt="2024-10-11T20:12:19.823" v="2229"/>
          <ac:spMkLst>
            <pc:docMk/>
            <pc:sldMk cId="799557571" sldId="863"/>
            <ac:spMk id="114" creationId="{31775D43-8C5F-966C-46E5-4D1B60E181EB}"/>
          </ac:spMkLst>
        </pc:spChg>
        <pc:spChg chg="mod">
          <ac:chgData name="Ahmed Salah ELDin" userId="68850134-226f-4097-a9a8-787fd6814b0e" providerId="ADAL" clId="{41529A9F-B598-4F6F-BF77-A2C038883ABA}" dt="2024-10-11T20:20:15.883" v="2247"/>
          <ac:spMkLst>
            <pc:docMk/>
            <pc:sldMk cId="799557571" sldId="863"/>
            <ac:spMk id="117" creationId="{2DA1E417-BF18-CE8F-66BA-A862F3372383}"/>
          </ac:spMkLst>
        </pc:spChg>
        <pc:spChg chg="mod">
          <ac:chgData name="Ahmed Salah ELDin" userId="68850134-226f-4097-a9a8-787fd6814b0e" providerId="ADAL" clId="{41529A9F-B598-4F6F-BF77-A2C038883ABA}" dt="2024-10-11T20:20:15.883" v="2247"/>
          <ac:spMkLst>
            <pc:docMk/>
            <pc:sldMk cId="799557571" sldId="863"/>
            <ac:spMk id="119" creationId="{C5EDB13D-7A61-0446-A3B9-BD7CB6CF2DEE}"/>
          </ac:spMkLst>
        </pc:spChg>
        <pc:spChg chg="mod">
          <ac:chgData name="Ahmed Salah ELDin" userId="68850134-226f-4097-a9a8-787fd6814b0e" providerId="ADAL" clId="{41529A9F-B598-4F6F-BF77-A2C038883ABA}" dt="2024-10-11T20:20:15.883" v="2247"/>
          <ac:spMkLst>
            <pc:docMk/>
            <pc:sldMk cId="799557571" sldId="863"/>
            <ac:spMk id="120" creationId="{0E632F84-A56E-3AAF-E6A5-01D28236C2C6}"/>
          </ac:spMkLst>
        </pc:spChg>
        <pc:spChg chg="mod">
          <ac:chgData name="Ahmed Salah ELDin" userId="68850134-226f-4097-a9a8-787fd6814b0e" providerId="ADAL" clId="{41529A9F-B598-4F6F-BF77-A2C038883ABA}" dt="2024-10-11T20:20:15.883" v="2247"/>
          <ac:spMkLst>
            <pc:docMk/>
            <pc:sldMk cId="799557571" sldId="863"/>
            <ac:spMk id="123" creationId="{F9D23A2F-91AE-C9EE-16F6-B1C73BC38977}"/>
          </ac:spMkLst>
        </pc:spChg>
        <pc:spChg chg="mod">
          <ac:chgData name="Ahmed Salah ELDin" userId="68850134-226f-4097-a9a8-787fd6814b0e" providerId="ADAL" clId="{41529A9F-B598-4F6F-BF77-A2C038883ABA}" dt="2024-10-11T20:20:15.883" v="2247"/>
          <ac:spMkLst>
            <pc:docMk/>
            <pc:sldMk cId="799557571" sldId="863"/>
            <ac:spMk id="126" creationId="{87A5D0E8-804D-AE81-B39A-FC2863BC7431}"/>
          </ac:spMkLst>
        </pc:spChg>
        <pc:spChg chg="mod">
          <ac:chgData name="Ahmed Salah ELDin" userId="68850134-226f-4097-a9a8-787fd6814b0e" providerId="ADAL" clId="{41529A9F-B598-4F6F-BF77-A2C038883ABA}" dt="2024-10-11T20:20:31.348" v="2249"/>
          <ac:spMkLst>
            <pc:docMk/>
            <pc:sldMk cId="799557571" sldId="863"/>
            <ac:spMk id="128" creationId="{7E54B073-484D-09B2-B337-243E7DF93410}"/>
          </ac:spMkLst>
        </pc:spChg>
        <pc:spChg chg="mod">
          <ac:chgData name="Ahmed Salah ELDin" userId="68850134-226f-4097-a9a8-787fd6814b0e" providerId="ADAL" clId="{41529A9F-B598-4F6F-BF77-A2C038883ABA}" dt="2024-10-11T20:20:31.348" v="2249"/>
          <ac:spMkLst>
            <pc:docMk/>
            <pc:sldMk cId="799557571" sldId="863"/>
            <ac:spMk id="130" creationId="{FE4C030E-3ADC-DA25-9690-EA7749E91365}"/>
          </ac:spMkLst>
        </pc:spChg>
        <pc:spChg chg="mod">
          <ac:chgData name="Ahmed Salah ELDin" userId="68850134-226f-4097-a9a8-787fd6814b0e" providerId="ADAL" clId="{41529A9F-B598-4F6F-BF77-A2C038883ABA}" dt="2024-10-11T20:20:31.348" v="2249"/>
          <ac:spMkLst>
            <pc:docMk/>
            <pc:sldMk cId="799557571" sldId="863"/>
            <ac:spMk id="131" creationId="{96D69B72-EE35-53AD-BB74-48A8458F81E4}"/>
          </ac:spMkLst>
        </pc:spChg>
        <pc:spChg chg="mod">
          <ac:chgData name="Ahmed Salah ELDin" userId="68850134-226f-4097-a9a8-787fd6814b0e" providerId="ADAL" clId="{41529A9F-B598-4F6F-BF77-A2C038883ABA}" dt="2024-10-11T20:20:35.316" v="2250"/>
          <ac:spMkLst>
            <pc:docMk/>
            <pc:sldMk cId="799557571" sldId="863"/>
            <ac:spMk id="133" creationId="{98967AA0-B094-E196-4A82-A666309DCB70}"/>
          </ac:spMkLst>
        </pc:spChg>
        <pc:spChg chg="mod">
          <ac:chgData name="Ahmed Salah ELDin" userId="68850134-226f-4097-a9a8-787fd6814b0e" providerId="ADAL" clId="{41529A9F-B598-4F6F-BF77-A2C038883ABA}" dt="2024-10-11T20:20:35.316" v="2250"/>
          <ac:spMkLst>
            <pc:docMk/>
            <pc:sldMk cId="799557571" sldId="863"/>
            <ac:spMk id="134" creationId="{3EEA4010-6355-F948-6D76-9A2887A74B20}"/>
          </ac:spMkLst>
        </pc:spChg>
        <pc:spChg chg="mod">
          <ac:chgData name="Ahmed Salah ELDin" userId="68850134-226f-4097-a9a8-787fd6814b0e" providerId="ADAL" clId="{41529A9F-B598-4F6F-BF77-A2C038883ABA}" dt="2024-10-11T20:20:35.316" v="2250"/>
          <ac:spMkLst>
            <pc:docMk/>
            <pc:sldMk cId="799557571" sldId="863"/>
            <ac:spMk id="135" creationId="{BB0F4857-0F23-5E3E-FC34-8E43A0EEDAB9}"/>
          </ac:spMkLst>
        </pc:spChg>
        <pc:spChg chg="mod">
          <ac:chgData name="Ahmed Salah ELDin" userId="68850134-226f-4097-a9a8-787fd6814b0e" providerId="ADAL" clId="{41529A9F-B598-4F6F-BF77-A2C038883ABA}" dt="2024-10-11T20:20:35.316" v="2250"/>
          <ac:spMkLst>
            <pc:docMk/>
            <pc:sldMk cId="799557571" sldId="863"/>
            <ac:spMk id="137" creationId="{EC643E0E-A2D8-5AD8-CDF2-B8E38CB5429B}"/>
          </ac:spMkLst>
        </pc:spChg>
        <pc:spChg chg="mod">
          <ac:chgData name="Ahmed Salah ELDin" userId="68850134-226f-4097-a9a8-787fd6814b0e" providerId="ADAL" clId="{41529A9F-B598-4F6F-BF77-A2C038883ABA}" dt="2024-10-11T20:20:35.316" v="2250"/>
          <ac:spMkLst>
            <pc:docMk/>
            <pc:sldMk cId="799557571" sldId="863"/>
            <ac:spMk id="138" creationId="{63A4CD7C-42D2-8863-63D2-13FCE682FBE1}"/>
          </ac:spMkLst>
        </pc:spChg>
        <pc:spChg chg="add mod">
          <ac:chgData name="Ahmed Salah ELDin" userId="68850134-226f-4097-a9a8-787fd6814b0e" providerId="ADAL" clId="{41529A9F-B598-4F6F-BF77-A2C038883ABA}" dt="2024-10-11T20:27:42.074" v="2302" actId="20577"/>
          <ac:spMkLst>
            <pc:docMk/>
            <pc:sldMk cId="799557571" sldId="863"/>
            <ac:spMk id="139" creationId="{8397B8CA-FD56-66BC-2F41-9DEB697E6719}"/>
          </ac:spMkLst>
        </pc:spChg>
        <pc:spChg chg="add mod">
          <ac:chgData name="Ahmed Salah ELDin" userId="68850134-226f-4097-a9a8-787fd6814b0e" providerId="ADAL" clId="{41529A9F-B598-4F6F-BF77-A2C038883ABA}" dt="2024-10-11T21:32:24.777" v="2729" actId="14100"/>
          <ac:spMkLst>
            <pc:docMk/>
            <pc:sldMk cId="799557571" sldId="863"/>
            <ac:spMk id="140" creationId="{1F7D7D45-6919-C089-9EAE-C8AC4E555B11}"/>
          </ac:spMkLst>
        </pc:spChg>
        <pc:spChg chg="add mod">
          <ac:chgData name="Ahmed Salah ELDin" userId="68850134-226f-4097-a9a8-787fd6814b0e" providerId="ADAL" clId="{41529A9F-B598-4F6F-BF77-A2C038883ABA}" dt="2024-10-11T20:33:30.613" v="2317"/>
          <ac:spMkLst>
            <pc:docMk/>
            <pc:sldMk cId="799557571" sldId="863"/>
            <ac:spMk id="148" creationId="{0540D073-03A0-FD02-B168-82162E1F28BE}"/>
          </ac:spMkLst>
        </pc:spChg>
        <pc:spChg chg="add mod">
          <ac:chgData name="Ahmed Salah ELDin" userId="68850134-226f-4097-a9a8-787fd6814b0e" providerId="ADAL" clId="{41529A9F-B598-4F6F-BF77-A2C038883ABA}" dt="2024-10-11T20:35:36.931" v="2335" actId="20577"/>
          <ac:spMkLst>
            <pc:docMk/>
            <pc:sldMk cId="799557571" sldId="863"/>
            <ac:spMk id="149" creationId="{F2860972-2543-325E-3F1F-1D05B5D17237}"/>
          </ac:spMkLst>
        </pc:spChg>
        <pc:spChg chg="mod topLvl">
          <ac:chgData name="Ahmed Salah ELDin" userId="68850134-226f-4097-a9a8-787fd6814b0e" providerId="ADAL" clId="{41529A9F-B598-4F6F-BF77-A2C038883ABA}" dt="2024-10-11T20:40:02.894" v="2400" actId="164"/>
          <ac:spMkLst>
            <pc:docMk/>
            <pc:sldMk cId="799557571" sldId="863"/>
            <ac:spMk id="151" creationId="{139153DA-9318-F4E9-BE39-895D25B52C7F}"/>
          </ac:spMkLst>
        </pc:spChg>
        <pc:spChg chg="del mod topLvl">
          <ac:chgData name="Ahmed Salah ELDin" userId="68850134-226f-4097-a9a8-787fd6814b0e" providerId="ADAL" clId="{41529A9F-B598-4F6F-BF77-A2C038883ABA}" dt="2024-10-11T20:38:34.421" v="2373" actId="21"/>
          <ac:spMkLst>
            <pc:docMk/>
            <pc:sldMk cId="799557571" sldId="863"/>
            <ac:spMk id="152" creationId="{65A44C6C-F49A-538F-9328-5344B538BF6A}"/>
          </ac:spMkLst>
        </pc:spChg>
        <pc:spChg chg="add mod">
          <ac:chgData name="Ahmed Salah ELDin" userId="68850134-226f-4097-a9a8-787fd6814b0e" providerId="ADAL" clId="{41529A9F-B598-4F6F-BF77-A2C038883ABA}" dt="2024-10-11T20:40:02.894" v="2400" actId="164"/>
          <ac:spMkLst>
            <pc:docMk/>
            <pc:sldMk cId="799557571" sldId="863"/>
            <ac:spMk id="153" creationId="{65A44C6C-F49A-538F-9328-5344B538BF6A}"/>
          </ac:spMkLst>
        </pc:spChg>
        <pc:spChg chg="add del mod">
          <ac:chgData name="Ahmed Salah ELDin" userId="68850134-226f-4097-a9a8-787fd6814b0e" providerId="ADAL" clId="{41529A9F-B598-4F6F-BF77-A2C038883ABA}" dt="2024-10-11T20:44:18.172" v="2418" actId="478"/>
          <ac:spMkLst>
            <pc:docMk/>
            <pc:sldMk cId="799557571" sldId="863"/>
            <ac:spMk id="159" creationId="{40E534D9-4BF6-6966-417A-98B429CDA71C}"/>
          </ac:spMkLst>
        </pc:spChg>
        <pc:spChg chg="add mod">
          <ac:chgData name="Ahmed Salah ELDin" userId="68850134-226f-4097-a9a8-787fd6814b0e" providerId="ADAL" clId="{41529A9F-B598-4F6F-BF77-A2C038883ABA}" dt="2024-10-11T21:27:47.513" v="2679"/>
          <ac:spMkLst>
            <pc:docMk/>
            <pc:sldMk cId="799557571" sldId="863"/>
            <ac:spMk id="160" creationId="{9B59D474-C889-A654-63E1-94A66C4FF316}"/>
          </ac:spMkLst>
        </pc:spChg>
        <pc:spChg chg="mod topLvl">
          <ac:chgData name="Ahmed Salah ELDin" userId="68850134-226f-4097-a9a8-787fd6814b0e" providerId="ADAL" clId="{41529A9F-B598-4F6F-BF77-A2C038883ABA}" dt="2024-10-11T21:29:03.812" v="2696" actId="20577"/>
          <ac:spMkLst>
            <pc:docMk/>
            <pc:sldMk cId="799557571" sldId="863"/>
            <ac:spMk id="162" creationId="{F7959E31-7DC8-64CD-AFF6-DA03D55C9653}"/>
          </ac:spMkLst>
        </pc:spChg>
        <pc:spChg chg="del mod">
          <ac:chgData name="Ahmed Salah ELDin" userId="68850134-226f-4097-a9a8-787fd6814b0e" providerId="ADAL" clId="{41529A9F-B598-4F6F-BF77-A2C038883ABA}" dt="2024-10-11T21:28:58.029" v="2693" actId="478"/>
          <ac:spMkLst>
            <pc:docMk/>
            <pc:sldMk cId="799557571" sldId="863"/>
            <ac:spMk id="163" creationId="{E6101327-FDAF-E8FB-F1C9-8116E30098E6}"/>
          </ac:spMkLst>
        </pc:spChg>
        <pc:spChg chg="del mod topLvl">
          <ac:chgData name="Ahmed Salah ELDin" userId="68850134-226f-4097-a9a8-787fd6814b0e" providerId="ADAL" clId="{41529A9F-B598-4F6F-BF77-A2C038883ABA}" dt="2024-10-11T21:29:01.088" v="2694" actId="478"/>
          <ac:spMkLst>
            <pc:docMk/>
            <pc:sldMk cId="799557571" sldId="863"/>
            <ac:spMk id="164" creationId="{2A4F1A91-9131-BC33-F572-9963B7BEEB90}"/>
          </ac:spMkLst>
        </pc:spChg>
        <pc:spChg chg="mod">
          <ac:chgData name="Ahmed Salah ELDin" userId="68850134-226f-4097-a9a8-787fd6814b0e" providerId="ADAL" clId="{41529A9F-B598-4F6F-BF77-A2C038883ABA}" dt="2024-10-11T21:27:47.513" v="2679"/>
          <ac:spMkLst>
            <pc:docMk/>
            <pc:sldMk cId="799557571" sldId="863"/>
            <ac:spMk id="166" creationId="{F65DF8B1-596E-1811-BB1F-3621127F8F3C}"/>
          </ac:spMkLst>
        </pc:spChg>
        <pc:spChg chg="mod">
          <ac:chgData name="Ahmed Salah ELDin" userId="68850134-226f-4097-a9a8-787fd6814b0e" providerId="ADAL" clId="{41529A9F-B598-4F6F-BF77-A2C038883ABA}" dt="2024-10-11T21:27:47.513" v="2679"/>
          <ac:spMkLst>
            <pc:docMk/>
            <pc:sldMk cId="799557571" sldId="863"/>
            <ac:spMk id="167" creationId="{4E4D54F8-AD91-37FF-9A01-9D69CC94E51E}"/>
          </ac:spMkLst>
        </pc:spChg>
        <pc:spChg chg="mod topLvl">
          <ac:chgData name="Ahmed Salah ELDin" userId="68850134-226f-4097-a9a8-787fd6814b0e" providerId="ADAL" clId="{41529A9F-B598-4F6F-BF77-A2C038883ABA}" dt="2024-10-11T21:28:46.277" v="2691" actId="20577"/>
          <ac:spMkLst>
            <pc:docMk/>
            <pc:sldMk cId="799557571" sldId="863"/>
            <ac:spMk id="169" creationId="{BF348DBE-3F8C-356E-AD40-9FB7E2BBE1D4}"/>
          </ac:spMkLst>
        </pc:spChg>
        <pc:spChg chg="del mod">
          <ac:chgData name="Ahmed Salah ELDin" userId="68850134-226f-4097-a9a8-787fd6814b0e" providerId="ADAL" clId="{41529A9F-B598-4F6F-BF77-A2C038883ABA}" dt="2024-10-11T21:28:34.306" v="2688" actId="478"/>
          <ac:spMkLst>
            <pc:docMk/>
            <pc:sldMk cId="799557571" sldId="863"/>
            <ac:spMk id="170" creationId="{33807B30-8AF0-D7A7-0A00-1F8157205397}"/>
          </ac:spMkLst>
        </pc:spChg>
        <pc:spChg chg="del mod topLvl">
          <ac:chgData name="Ahmed Salah ELDin" userId="68850134-226f-4097-a9a8-787fd6814b0e" providerId="ADAL" clId="{41529A9F-B598-4F6F-BF77-A2C038883ABA}" dt="2024-10-11T21:28:41.078" v="2689" actId="478"/>
          <ac:spMkLst>
            <pc:docMk/>
            <pc:sldMk cId="799557571" sldId="863"/>
            <ac:spMk id="171" creationId="{7E2E0AF5-D103-C7F3-DDB8-A4788BF07390}"/>
          </ac:spMkLst>
        </pc:spChg>
        <pc:spChg chg="mod topLvl">
          <ac:chgData name="Ahmed Salah ELDin" userId="68850134-226f-4097-a9a8-787fd6814b0e" providerId="ADAL" clId="{41529A9F-B598-4F6F-BF77-A2C038883ABA}" dt="2024-10-11T21:29:27.600" v="2705" actId="20577"/>
          <ac:spMkLst>
            <pc:docMk/>
            <pc:sldMk cId="799557571" sldId="863"/>
            <ac:spMk id="173" creationId="{06668DA5-1786-7A4A-6E79-499D8E654844}"/>
          </ac:spMkLst>
        </pc:spChg>
        <pc:spChg chg="del mod">
          <ac:chgData name="Ahmed Salah ELDin" userId="68850134-226f-4097-a9a8-787fd6814b0e" providerId="ADAL" clId="{41529A9F-B598-4F6F-BF77-A2C038883ABA}" dt="2024-10-11T21:29:18.080" v="2701" actId="478"/>
          <ac:spMkLst>
            <pc:docMk/>
            <pc:sldMk cId="799557571" sldId="863"/>
            <ac:spMk id="174" creationId="{58C0AEE3-6D2E-E824-A4A0-F0751F5076D1}"/>
          </ac:spMkLst>
        </pc:spChg>
        <pc:spChg chg="del mod topLvl">
          <ac:chgData name="Ahmed Salah ELDin" userId="68850134-226f-4097-a9a8-787fd6814b0e" providerId="ADAL" clId="{41529A9F-B598-4F6F-BF77-A2C038883ABA}" dt="2024-10-11T21:29:24.832" v="2703" actId="478"/>
          <ac:spMkLst>
            <pc:docMk/>
            <pc:sldMk cId="799557571" sldId="863"/>
            <ac:spMk id="175" creationId="{764756B4-33AC-4756-F608-D4338CB6DB0C}"/>
          </ac:spMkLst>
        </pc:spChg>
        <pc:spChg chg="mod">
          <ac:chgData name="Ahmed Salah ELDin" userId="68850134-226f-4097-a9a8-787fd6814b0e" providerId="ADAL" clId="{41529A9F-B598-4F6F-BF77-A2C038883ABA}" dt="2024-10-11T21:27:47.513" v="2679"/>
          <ac:spMkLst>
            <pc:docMk/>
            <pc:sldMk cId="799557571" sldId="863"/>
            <ac:spMk id="177" creationId="{380E59D9-4275-40E0-A6C0-366A4D77163A}"/>
          </ac:spMkLst>
        </pc:spChg>
        <pc:spChg chg="mod">
          <ac:chgData name="Ahmed Salah ELDin" userId="68850134-226f-4097-a9a8-787fd6814b0e" providerId="ADAL" clId="{41529A9F-B598-4F6F-BF77-A2C038883ABA}" dt="2024-10-11T21:27:47.513" v="2679"/>
          <ac:spMkLst>
            <pc:docMk/>
            <pc:sldMk cId="799557571" sldId="863"/>
            <ac:spMk id="178" creationId="{D5E9B38A-9A74-CFC4-DA62-42B111C278E9}"/>
          </ac:spMkLst>
        </pc:spChg>
        <pc:spChg chg="mod topLvl">
          <ac:chgData name="Ahmed Salah ELDin" userId="68850134-226f-4097-a9a8-787fd6814b0e" providerId="ADAL" clId="{41529A9F-B598-4F6F-BF77-A2C038883ABA}" dt="2024-10-11T21:29:12.920" v="2700" actId="20577"/>
          <ac:spMkLst>
            <pc:docMk/>
            <pc:sldMk cId="799557571" sldId="863"/>
            <ac:spMk id="182" creationId="{C4B84BFD-9467-F4BC-CF73-BA29646E7C67}"/>
          </ac:spMkLst>
        </pc:spChg>
        <pc:spChg chg="del mod">
          <ac:chgData name="Ahmed Salah ELDin" userId="68850134-226f-4097-a9a8-787fd6814b0e" providerId="ADAL" clId="{41529A9F-B598-4F6F-BF77-A2C038883ABA}" dt="2024-10-11T21:29:07.727" v="2697" actId="478"/>
          <ac:spMkLst>
            <pc:docMk/>
            <pc:sldMk cId="799557571" sldId="863"/>
            <ac:spMk id="183" creationId="{C9ED7021-D5FF-CEAE-BB46-3CD8E0B24205}"/>
          </ac:spMkLst>
        </pc:spChg>
        <pc:spChg chg="del mod topLvl">
          <ac:chgData name="Ahmed Salah ELDin" userId="68850134-226f-4097-a9a8-787fd6814b0e" providerId="ADAL" clId="{41529A9F-B598-4F6F-BF77-A2C038883ABA}" dt="2024-10-11T21:29:10.611" v="2698" actId="478"/>
          <ac:spMkLst>
            <pc:docMk/>
            <pc:sldMk cId="799557571" sldId="863"/>
            <ac:spMk id="184" creationId="{A4C26CD3-6051-C12D-30DA-3A5D40A27D6C}"/>
          </ac:spMkLst>
        </pc:spChg>
        <pc:grpChg chg="add del mod">
          <ac:chgData name="Ahmed Salah ELDin" userId="68850134-226f-4097-a9a8-787fd6814b0e" providerId="ADAL" clId="{41529A9F-B598-4F6F-BF77-A2C038883ABA}" dt="2024-10-11T20:44:44.840" v="2425" actId="478"/>
          <ac:grpSpMkLst>
            <pc:docMk/>
            <pc:sldMk cId="799557571" sldId="863"/>
            <ac:grpSpMk id="9" creationId="{7ED63FBB-2FBC-FC43-1DCE-EA7E43AA4E1E}"/>
          </ac:grpSpMkLst>
        </pc:grpChg>
        <pc:grpChg chg="add del mod">
          <ac:chgData name="Ahmed Salah ELDin" userId="68850134-226f-4097-a9a8-787fd6814b0e" providerId="ADAL" clId="{41529A9F-B598-4F6F-BF77-A2C038883ABA}" dt="2024-10-11T20:45:32.077" v="2439" actId="478"/>
          <ac:grpSpMkLst>
            <pc:docMk/>
            <pc:sldMk cId="799557571" sldId="863"/>
            <ac:grpSpMk id="13" creationId="{D3723C25-A863-8BC6-13DD-ED2F7507D862}"/>
          </ac:grpSpMkLst>
        </pc:grpChg>
        <pc:grpChg chg="add del mod">
          <ac:chgData name="Ahmed Salah ELDin" userId="68850134-226f-4097-a9a8-787fd6814b0e" providerId="ADAL" clId="{41529A9F-B598-4F6F-BF77-A2C038883ABA}" dt="2024-10-11T20:36:25.397" v="2339" actId="165"/>
          <ac:grpSpMkLst>
            <pc:docMk/>
            <pc:sldMk cId="799557571" sldId="863"/>
            <ac:grpSpMk id="17" creationId="{C284B4F5-6BB4-D21D-40EF-BF83B6A3D4EA}"/>
          </ac:grpSpMkLst>
        </pc:grpChg>
        <pc:grpChg chg="add del mod">
          <ac:chgData name="Ahmed Salah ELDin" userId="68850134-226f-4097-a9a8-787fd6814b0e" providerId="ADAL" clId="{41529A9F-B598-4F6F-BF77-A2C038883ABA}" dt="2024-10-11T20:45:05.604" v="2431" actId="478"/>
          <ac:grpSpMkLst>
            <pc:docMk/>
            <pc:sldMk cId="799557571" sldId="863"/>
            <ac:grpSpMk id="21" creationId="{045690C0-4FCB-0871-6074-9AB3D5AC1938}"/>
          </ac:grpSpMkLst>
        </pc:grpChg>
        <pc:grpChg chg="add del mod topLvl">
          <ac:chgData name="Ahmed Salah ELDin" userId="68850134-226f-4097-a9a8-787fd6814b0e" providerId="ADAL" clId="{41529A9F-B598-4F6F-BF77-A2C038883ABA}" dt="2024-10-11T20:45:42.887" v="2441" actId="478"/>
          <ac:grpSpMkLst>
            <pc:docMk/>
            <pc:sldMk cId="799557571" sldId="863"/>
            <ac:grpSpMk id="27" creationId="{1012B94C-DA72-D63C-02B5-29C5723CC576}"/>
          </ac:grpSpMkLst>
        </pc:grpChg>
        <pc:grpChg chg="add del mod">
          <ac:chgData name="Ahmed Salah ELDin" userId="68850134-226f-4097-a9a8-787fd6814b0e" providerId="ADAL" clId="{41529A9F-B598-4F6F-BF77-A2C038883ABA}" dt="2024-10-11T21:27:26.969" v="2678" actId="478"/>
          <ac:grpSpMkLst>
            <pc:docMk/>
            <pc:sldMk cId="799557571" sldId="863"/>
            <ac:grpSpMk id="30" creationId="{802452B4-901A-E7DE-9A38-A7E75F1BAF1D}"/>
          </ac:grpSpMkLst>
        </pc:grpChg>
        <pc:grpChg chg="add del mod">
          <ac:chgData name="Ahmed Salah ELDin" userId="68850134-226f-4097-a9a8-787fd6814b0e" providerId="ADAL" clId="{41529A9F-B598-4F6F-BF77-A2C038883ABA}" dt="2024-10-11T20:46:11.779" v="2448" actId="478"/>
          <ac:grpSpMkLst>
            <pc:docMk/>
            <pc:sldMk cId="799557571" sldId="863"/>
            <ac:grpSpMk id="36" creationId="{FACB1142-D96A-DAAA-E466-9785AE6C1DD3}"/>
          </ac:grpSpMkLst>
        </pc:grpChg>
        <pc:grpChg chg="add del mod">
          <ac:chgData name="Ahmed Salah ELDin" userId="68850134-226f-4097-a9a8-787fd6814b0e" providerId="ADAL" clId="{41529A9F-B598-4F6F-BF77-A2C038883ABA}" dt="2024-10-11T21:27:16.840" v="2674" actId="478"/>
          <ac:grpSpMkLst>
            <pc:docMk/>
            <pc:sldMk cId="799557571" sldId="863"/>
            <ac:grpSpMk id="42" creationId="{1A57D4BF-D4F1-5A0B-6ADC-9B3A95D2F795}"/>
          </ac:grpSpMkLst>
        </pc:grpChg>
        <pc:grpChg chg="del">
          <ac:chgData name="Ahmed Salah ELDin" userId="68850134-226f-4097-a9a8-787fd6814b0e" providerId="ADAL" clId="{41529A9F-B598-4F6F-BF77-A2C038883ABA}" dt="2024-10-11T20:05:10.881" v="2168" actId="478"/>
          <ac:grpSpMkLst>
            <pc:docMk/>
            <pc:sldMk cId="799557571" sldId="863"/>
            <ac:grpSpMk id="44" creationId="{305ED218-ED87-F375-320C-D4C659F1D87D}"/>
          </ac:grpSpMkLst>
        </pc:grpChg>
        <pc:grpChg chg="del">
          <ac:chgData name="Ahmed Salah ELDin" userId="68850134-226f-4097-a9a8-787fd6814b0e" providerId="ADAL" clId="{41529A9F-B598-4F6F-BF77-A2C038883ABA}" dt="2024-10-11T20:05:10.881" v="2168" actId="478"/>
          <ac:grpSpMkLst>
            <pc:docMk/>
            <pc:sldMk cId="799557571" sldId="863"/>
            <ac:grpSpMk id="49" creationId="{8E65E04E-C572-CD72-C748-E6F5A0F696F8}"/>
          </ac:grpSpMkLst>
        </pc:grpChg>
        <pc:grpChg chg="del">
          <ac:chgData name="Ahmed Salah ELDin" userId="68850134-226f-4097-a9a8-787fd6814b0e" providerId="ADAL" clId="{41529A9F-B598-4F6F-BF77-A2C038883ABA}" dt="2024-10-11T20:05:10.881" v="2168" actId="478"/>
          <ac:grpSpMkLst>
            <pc:docMk/>
            <pc:sldMk cId="799557571" sldId="863"/>
            <ac:grpSpMk id="57" creationId="{5B3F7134-C5DF-E8D7-4EE3-FDF5E3DD2DF4}"/>
          </ac:grpSpMkLst>
        </pc:grpChg>
        <pc:grpChg chg="add del mod">
          <ac:chgData name="Ahmed Salah ELDin" userId="68850134-226f-4097-a9a8-787fd6814b0e" providerId="ADAL" clId="{41529A9F-B598-4F6F-BF77-A2C038883ABA}" dt="2024-10-11T21:27:13.864" v="2673" actId="478"/>
          <ac:grpSpMkLst>
            <pc:docMk/>
            <pc:sldMk cId="799557571" sldId="863"/>
            <ac:grpSpMk id="58" creationId="{88F41EF2-D127-A504-15AF-F13028604A34}"/>
          </ac:grpSpMkLst>
        </pc:grpChg>
        <pc:grpChg chg="add del mod">
          <ac:chgData name="Ahmed Salah ELDin" userId="68850134-226f-4097-a9a8-787fd6814b0e" providerId="ADAL" clId="{41529A9F-B598-4F6F-BF77-A2C038883ABA}" dt="2024-10-11T20:44:28.995" v="2421" actId="478"/>
          <ac:grpSpMkLst>
            <pc:docMk/>
            <pc:sldMk cId="799557571" sldId="863"/>
            <ac:grpSpMk id="61" creationId="{5A4CC7A7-A2FA-2408-F8B0-4AC8CAAF86A0}"/>
          </ac:grpSpMkLst>
        </pc:grpChg>
        <pc:grpChg chg="del">
          <ac:chgData name="Ahmed Salah ELDin" userId="68850134-226f-4097-a9a8-787fd6814b0e" providerId="ADAL" clId="{41529A9F-B598-4F6F-BF77-A2C038883ABA}" dt="2024-10-11T20:05:10.881" v="2168" actId="478"/>
          <ac:grpSpMkLst>
            <pc:docMk/>
            <pc:sldMk cId="799557571" sldId="863"/>
            <ac:grpSpMk id="74" creationId="{E6B2F224-B05B-BD91-D842-0AEF012D6B28}"/>
          </ac:grpSpMkLst>
        </pc:grpChg>
        <pc:grpChg chg="del">
          <ac:chgData name="Ahmed Salah ELDin" userId="68850134-226f-4097-a9a8-787fd6814b0e" providerId="ADAL" clId="{41529A9F-B598-4F6F-BF77-A2C038883ABA}" dt="2024-10-11T20:05:10.881" v="2168" actId="478"/>
          <ac:grpSpMkLst>
            <pc:docMk/>
            <pc:sldMk cId="799557571" sldId="863"/>
            <ac:grpSpMk id="80" creationId="{C2B757DD-10CC-F5AC-A4BA-DEADAE13D324}"/>
          </ac:grpSpMkLst>
        </pc:grpChg>
        <pc:grpChg chg="add del mod">
          <ac:chgData name="Ahmed Salah ELDin" userId="68850134-226f-4097-a9a8-787fd6814b0e" providerId="ADAL" clId="{41529A9F-B598-4F6F-BF77-A2C038883ABA}" dt="2024-10-11T20:40:50.398" v="2403" actId="165"/>
          <ac:grpSpMkLst>
            <pc:docMk/>
            <pc:sldMk cId="799557571" sldId="863"/>
            <ac:grpSpMk id="86" creationId="{C4944816-36EC-A569-490C-184FFD6D8AB9}"/>
          </ac:grpSpMkLst>
        </pc:grpChg>
        <pc:grpChg chg="del">
          <ac:chgData name="Ahmed Salah ELDin" userId="68850134-226f-4097-a9a8-787fd6814b0e" providerId="ADAL" clId="{41529A9F-B598-4F6F-BF77-A2C038883ABA}" dt="2024-10-11T20:05:10.881" v="2168" actId="478"/>
          <ac:grpSpMkLst>
            <pc:docMk/>
            <pc:sldMk cId="799557571" sldId="863"/>
            <ac:grpSpMk id="93" creationId="{06FB9AB0-3139-74A5-FC05-FC9AA49A01D4}"/>
          </ac:grpSpMkLst>
        </pc:grpChg>
        <pc:grpChg chg="del">
          <ac:chgData name="Ahmed Salah ELDin" userId="68850134-226f-4097-a9a8-787fd6814b0e" providerId="ADAL" clId="{41529A9F-B598-4F6F-BF77-A2C038883ABA}" dt="2024-10-11T20:05:10.881" v="2168" actId="478"/>
          <ac:grpSpMkLst>
            <pc:docMk/>
            <pc:sldMk cId="799557571" sldId="863"/>
            <ac:grpSpMk id="100" creationId="{2D605375-F967-AEF5-7B06-4FF0D7B848A4}"/>
          </ac:grpSpMkLst>
        </pc:grpChg>
        <pc:grpChg chg="del">
          <ac:chgData name="Ahmed Salah ELDin" userId="68850134-226f-4097-a9a8-787fd6814b0e" providerId="ADAL" clId="{41529A9F-B598-4F6F-BF77-A2C038883ABA}" dt="2024-10-11T20:05:10.881" v="2168" actId="478"/>
          <ac:grpSpMkLst>
            <pc:docMk/>
            <pc:sldMk cId="799557571" sldId="863"/>
            <ac:grpSpMk id="101" creationId="{A7A59ACA-C9F7-2C18-17F0-A5869C46AFF5}"/>
          </ac:grpSpMkLst>
        </pc:grpChg>
        <pc:grpChg chg="del">
          <ac:chgData name="Ahmed Salah ELDin" userId="68850134-226f-4097-a9a8-787fd6814b0e" providerId="ADAL" clId="{41529A9F-B598-4F6F-BF77-A2C038883ABA}" dt="2024-10-11T20:05:10.881" v="2168" actId="478"/>
          <ac:grpSpMkLst>
            <pc:docMk/>
            <pc:sldMk cId="799557571" sldId="863"/>
            <ac:grpSpMk id="102" creationId="{008C9626-C577-8B4F-F373-673AB28DEB65}"/>
          </ac:grpSpMkLst>
        </pc:grpChg>
        <pc:grpChg chg="del">
          <ac:chgData name="Ahmed Salah ELDin" userId="68850134-226f-4097-a9a8-787fd6814b0e" providerId="ADAL" clId="{41529A9F-B598-4F6F-BF77-A2C038883ABA}" dt="2024-10-11T20:05:10.881" v="2168" actId="478"/>
          <ac:grpSpMkLst>
            <pc:docMk/>
            <pc:sldMk cId="799557571" sldId="863"/>
            <ac:grpSpMk id="103" creationId="{9FE76914-9545-CE25-0623-69B7E5913F09}"/>
          </ac:grpSpMkLst>
        </pc:grpChg>
        <pc:grpChg chg="add del mod">
          <ac:chgData name="Ahmed Salah ELDin" userId="68850134-226f-4097-a9a8-787fd6814b0e" providerId="ADAL" clId="{41529A9F-B598-4F6F-BF77-A2C038883ABA}" dt="2024-10-11T20:23:21.297" v="2270" actId="165"/>
          <ac:grpSpMkLst>
            <pc:docMk/>
            <pc:sldMk cId="799557571" sldId="863"/>
            <ac:grpSpMk id="104" creationId="{D64BCE17-4B73-7AAC-231D-4DAA98F90A83}"/>
          </ac:grpSpMkLst>
        </pc:grpChg>
        <pc:grpChg chg="add del mod">
          <ac:chgData name="Ahmed Salah ELDin" userId="68850134-226f-4097-a9a8-787fd6814b0e" providerId="ADAL" clId="{41529A9F-B598-4F6F-BF77-A2C038883ABA}" dt="2024-10-11T20:18:58.508" v="2238" actId="478"/>
          <ac:grpSpMkLst>
            <pc:docMk/>
            <pc:sldMk cId="799557571" sldId="863"/>
            <ac:grpSpMk id="107" creationId="{3CCEE07F-AF65-7EF1-7DC0-560308C9AB10}"/>
          </ac:grpSpMkLst>
        </pc:grpChg>
        <pc:grpChg chg="mod">
          <ac:chgData name="Ahmed Salah ELDin" userId="68850134-226f-4097-a9a8-787fd6814b0e" providerId="ADAL" clId="{41529A9F-B598-4F6F-BF77-A2C038883ABA}" dt="2024-10-11T20:12:19.823" v="2229"/>
          <ac:grpSpMkLst>
            <pc:docMk/>
            <pc:sldMk cId="799557571" sldId="863"/>
            <ac:grpSpMk id="112" creationId="{D84DC6C3-0050-30D1-F500-A5B8928F6494}"/>
          </ac:grpSpMkLst>
        </pc:grpChg>
        <pc:grpChg chg="add del mod">
          <ac:chgData name="Ahmed Salah ELDin" userId="68850134-226f-4097-a9a8-787fd6814b0e" providerId="ADAL" clId="{41529A9F-B598-4F6F-BF77-A2C038883ABA}" dt="2024-10-11T20:21:37.506" v="2253" actId="478"/>
          <ac:grpSpMkLst>
            <pc:docMk/>
            <pc:sldMk cId="799557571" sldId="863"/>
            <ac:grpSpMk id="116" creationId="{7B5F7030-1D77-4149-61F1-F485AF6D2F0F}"/>
          </ac:grpSpMkLst>
        </pc:grpChg>
        <pc:grpChg chg="mod">
          <ac:chgData name="Ahmed Salah ELDin" userId="68850134-226f-4097-a9a8-787fd6814b0e" providerId="ADAL" clId="{41529A9F-B598-4F6F-BF77-A2C038883ABA}" dt="2024-10-11T20:20:15.883" v="2247"/>
          <ac:grpSpMkLst>
            <pc:docMk/>
            <pc:sldMk cId="799557571" sldId="863"/>
            <ac:grpSpMk id="122" creationId="{9BD4A425-4246-F192-4C35-608ABBB2D35A}"/>
          </ac:grpSpMkLst>
        </pc:grpChg>
        <pc:grpChg chg="add mod">
          <ac:chgData name="Ahmed Salah ELDin" userId="68850134-226f-4097-a9a8-787fd6814b0e" providerId="ADAL" clId="{41529A9F-B598-4F6F-BF77-A2C038883ABA}" dt="2024-10-11T20:20:31.348" v="2249"/>
          <ac:grpSpMkLst>
            <pc:docMk/>
            <pc:sldMk cId="799557571" sldId="863"/>
            <ac:grpSpMk id="127" creationId="{DF505247-04DE-295C-26DC-DA0EE4131D8D}"/>
          </ac:grpSpMkLst>
        </pc:grpChg>
        <pc:grpChg chg="del">
          <ac:chgData name="Ahmed Salah ELDin" userId="68850134-226f-4097-a9a8-787fd6814b0e" providerId="ADAL" clId="{41529A9F-B598-4F6F-BF77-A2C038883ABA}" dt="2024-10-11T20:05:10.881" v="2168" actId="478"/>
          <ac:grpSpMkLst>
            <pc:docMk/>
            <pc:sldMk cId="799557571" sldId="863"/>
            <ac:grpSpMk id="129" creationId="{25B8736F-B683-FD37-B007-E20FFC592BD0}"/>
          </ac:grpSpMkLst>
        </pc:grpChg>
        <pc:grpChg chg="add del mod">
          <ac:chgData name="Ahmed Salah ELDin" userId="68850134-226f-4097-a9a8-787fd6814b0e" providerId="ADAL" clId="{41529A9F-B598-4F6F-BF77-A2C038883ABA}" dt="2024-10-11T20:21:33.402" v="2252" actId="478"/>
          <ac:grpSpMkLst>
            <pc:docMk/>
            <pc:sldMk cId="799557571" sldId="863"/>
            <ac:grpSpMk id="132" creationId="{CCC9C347-5E88-3DC5-8C12-B3EAA2C8379F}"/>
          </ac:grpSpMkLst>
        </pc:grpChg>
        <pc:grpChg chg="add del mod">
          <ac:chgData name="Ahmed Salah ELDin" userId="68850134-226f-4097-a9a8-787fd6814b0e" providerId="ADAL" clId="{41529A9F-B598-4F6F-BF77-A2C038883ABA}" dt="2024-10-11T20:21:33.402" v="2252" actId="478"/>
          <ac:grpSpMkLst>
            <pc:docMk/>
            <pc:sldMk cId="799557571" sldId="863"/>
            <ac:grpSpMk id="136" creationId="{62C62B11-CD6B-CEFE-D0F0-439463133AF4}"/>
          </ac:grpSpMkLst>
        </pc:grpChg>
        <pc:grpChg chg="add mod">
          <ac:chgData name="Ahmed Salah ELDin" userId="68850134-226f-4097-a9a8-787fd6814b0e" providerId="ADAL" clId="{41529A9F-B598-4F6F-BF77-A2C038883ABA}" dt="2024-10-11T21:32:19.376" v="2728" actId="1035"/>
          <ac:grpSpMkLst>
            <pc:docMk/>
            <pc:sldMk cId="799557571" sldId="863"/>
            <ac:grpSpMk id="141" creationId="{42A99A09-E1D9-E669-3914-7F88589FBB8C}"/>
          </ac:grpSpMkLst>
        </pc:grpChg>
        <pc:grpChg chg="add del mod">
          <ac:chgData name="Ahmed Salah ELDin" userId="68850134-226f-4097-a9a8-787fd6814b0e" providerId="ADAL" clId="{41529A9F-B598-4F6F-BF77-A2C038883ABA}" dt="2024-10-11T20:38:34.421" v="2373" actId="21"/>
          <ac:grpSpMkLst>
            <pc:docMk/>
            <pc:sldMk cId="799557571" sldId="863"/>
            <ac:grpSpMk id="150" creationId="{2FB034DA-9566-05E9-EAC6-5E25CF394E1D}"/>
          </ac:grpSpMkLst>
        </pc:grpChg>
        <pc:grpChg chg="add mod">
          <ac:chgData name="Ahmed Salah ELDin" userId="68850134-226f-4097-a9a8-787fd6814b0e" providerId="ADAL" clId="{41529A9F-B598-4F6F-BF77-A2C038883ABA}" dt="2024-10-11T21:30:17.452" v="2711" actId="1076"/>
          <ac:grpSpMkLst>
            <pc:docMk/>
            <pc:sldMk cId="799557571" sldId="863"/>
            <ac:grpSpMk id="154" creationId="{CE531D71-0AEE-B73E-E2D3-D404684F95DA}"/>
          </ac:grpSpMkLst>
        </pc:grpChg>
        <pc:grpChg chg="add del mod">
          <ac:chgData name="Ahmed Salah ELDin" userId="68850134-226f-4097-a9a8-787fd6814b0e" providerId="ADAL" clId="{41529A9F-B598-4F6F-BF77-A2C038883ABA}" dt="2024-10-11T21:29:01.088" v="2694" actId="478"/>
          <ac:grpSpMkLst>
            <pc:docMk/>
            <pc:sldMk cId="799557571" sldId="863"/>
            <ac:grpSpMk id="161" creationId="{35F7BF9F-832B-A38E-894F-B2FA0C9E101F}"/>
          </ac:grpSpMkLst>
        </pc:grpChg>
        <pc:grpChg chg="add del mod">
          <ac:chgData name="Ahmed Salah ELDin" userId="68850134-226f-4097-a9a8-787fd6814b0e" providerId="ADAL" clId="{41529A9F-B598-4F6F-BF77-A2C038883ABA}" dt="2024-10-11T21:28:54.009" v="2692" actId="478"/>
          <ac:grpSpMkLst>
            <pc:docMk/>
            <pc:sldMk cId="799557571" sldId="863"/>
            <ac:grpSpMk id="165" creationId="{CFF5E2B1-B4BD-7CB9-1025-C0BD564D1748}"/>
          </ac:grpSpMkLst>
        </pc:grpChg>
        <pc:grpChg chg="add del mod">
          <ac:chgData name="Ahmed Salah ELDin" userId="68850134-226f-4097-a9a8-787fd6814b0e" providerId="ADAL" clId="{41529A9F-B598-4F6F-BF77-A2C038883ABA}" dt="2024-10-11T21:28:41.078" v="2689" actId="478"/>
          <ac:grpSpMkLst>
            <pc:docMk/>
            <pc:sldMk cId="799557571" sldId="863"/>
            <ac:grpSpMk id="168" creationId="{A4D4BEF5-7ACC-F016-45A8-99801DD72102}"/>
          </ac:grpSpMkLst>
        </pc:grpChg>
        <pc:grpChg chg="add del mod">
          <ac:chgData name="Ahmed Salah ELDin" userId="68850134-226f-4097-a9a8-787fd6814b0e" providerId="ADAL" clId="{41529A9F-B598-4F6F-BF77-A2C038883ABA}" dt="2024-10-11T21:29:24.832" v="2703" actId="478"/>
          <ac:grpSpMkLst>
            <pc:docMk/>
            <pc:sldMk cId="799557571" sldId="863"/>
            <ac:grpSpMk id="172" creationId="{7112D906-A63B-2C77-8E0C-4273A6EEE9BD}"/>
          </ac:grpSpMkLst>
        </pc:grpChg>
        <pc:grpChg chg="add del mod">
          <ac:chgData name="Ahmed Salah ELDin" userId="68850134-226f-4097-a9a8-787fd6814b0e" providerId="ADAL" clId="{41529A9F-B598-4F6F-BF77-A2C038883ABA}" dt="2024-10-11T21:29:21.148" v="2702" actId="478"/>
          <ac:grpSpMkLst>
            <pc:docMk/>
            <pc:sldMk cId="799557571" sldId="863"/>
            <ac:grpSpMk id="176" creationId="{0F06F23F-2B41-E781-350C-C312AEBB5AB1}"/>
          </ac:grpSpMkLst>
        </pc:grpChg>
        <pc:grpChg chg="add del mod">
          <ac:chgData name="Ahmed Salah ELDin" userId="68850134-226f-4097-a9a8-787fd6814b0e" providerId="ADAL" clId="{41529A9F-B598-4F6F-BF77-A2C038883ABA}" dt="2024-10-11T21:29:10.611" v="2698" actId="478"/>
          <ac:grpSpMkLst>
            <pc:docMk/>
            <pc:sldMk cId="799557571" sldId="863"/>
            <ac:grpSpMk id="181" creationId="{5CA108A9-C4B5-244A-5C7C-FE7B24E0213F}"/>
          </ac:grpSpMkLst>
        </pc:grpChg>
        <pc:cxnChg chg="add mod">
          <ac:chgData name="Ahmed Salah ELDin" userId="68850134-226f-4097-a9a8-787fd6814b0e" providerId="ADAL" clId="{41529A9F-B598-4F6F-BF77-A2C038883ABA}" dt="2024-10-11T21:32:19.376" v="2728" actId="1035"/>
          <ac:cxnSpMkLst>
            <pc:docMk/>
            <pc:sldMk cId="799557571" sldId="863"/>
            <ac:cxnSpMk id="65" creationId="{77FE97AE-6AA0-9A36-A19F-33D0E3D20B7A}"/>
          </ac:cxnSpMkLst>
        </pc:cxnChg>
        <pc:cxnChg chg="add mod">
          <ac:chgData name="Ahmed Salah ELDin" userId="68850134-226f-4097-a9a8-787fd6814b0e" providerId="ADAL" clId="{41529A9F-B598-4F6F-BF77-A2C038883ABA}" dt="2024-10-11T21:32:19.376" v="2728" actId="1035"/>
          <ac:cxnSpMkLst>
            <pc:docMk/>
            <pc:sldMk cId="799557571" sldId="863"/>
            <ac:cxnSpMk id="66" creationId="{DF85681E-3B24-8D38-773D-3000DFC208D4}"/>
          </ac:cxnSpMkLst>
        </pc:cxnChg>
        <pc:cxnChg chg="add del mod">
          <ac:chgData name="Ahmed Salah ELDin" userId="68850134-226f-4097-a9a8-787fd6814b0e" providerId="ADAL" clId="{41529A9F-B598-4F6F-BF77-A2C038883ABA}" dt="2024-10-11T21:27:19.767" v="2676" actId="478"/>
          <ac:cxnSpMkLst>
            <pc:docMk/>
            <pc:sldMk cId="799557571" sldId="863"/>
            <ac:cxnSpMk id="67" creationId="{F621DEBB-9C14-A08C-587C-0903EE058E37}"/>
          </ac:cxnSpMkLst>
        </pc:cxnChg>
        <pc:cxnChg chg="add del mod">
          <ac:chgData name="Ahmed Salah ELDin" userId="68850134-226f-4097-a9a8-787fd6814b0e" providerId="ADAL" clId="{41529A9F-B598-4F6F-BF77-A2C038883ABA}" dt="2024-10-11T20:30:39.923" v="2305" actId="478"/>
          <ac:cxnSpMkLst>
            <pc:docMk/>
            <pc:sldMk cId="799557571" sldId="863"/>
            <ac:cxnSpMk id="68" creationId="{D3062237-5930-6380-EA31-10489BF757E6}"/>
          </ac:cxnSpMkLst>
        </pc:cxnChg>
        <pc:cxnChg chg="add del mod">
          <ac:chgData name="Ahmed Salah ELDin" userId="68850134-226f-4097-a9a8-787fd6814b0e" providerId="ADAL" clId="{41529A9F-B598-4F6F-BF77-A2C038883ABA}" dt="2024-10-11T20:30:41.301" v="2306" actId="478"/>
          <ac:cxnSpMkLst>
            <pc:docMk/>
            <pc:sldMk cId="799557571" sldId="863"/>
            <ac:cxnSpMk id="69" creationId="{7DB2DD17-FF35-D6D7-FB29-BBF43F74AC4C}"/>
          </ac:cxnSpMkLst>
        </pc:cxnChg>
        <pc:cxnChg chg="add del mod">
          <ac:chgData name="Ahmed Salah ELDin" userId="68850134-226f-4097-a9a8-787fd6814b0e" providerId="ADAL" clId="{41529A9F-B598-4F6F-BF77-A2C038883ABA}" dt="2024-10-11T20:30:42.186" v="2307" actId="478"/>
          <ac:cxnSpMkLst>
            <pc:docMk/>
            <pc:sldMk cId="799557571" sldId="863"/>
            <ac:cxnSpMk id="70" creationId="{82125EDF-E099-532F-4A4F-081CFA89A101}"/>
          </ac:cxnSpMkLst>
        </pc:cxnChg>
        <pc:cxnChg chg="mod topLvl">
          <ac:chgData name="Ahmed Salah ELDin" userId="68850134-226f-4097-a9a8-787fd6814b0e" providerId="ADAL" clId="{41529A9F-B598-4F6F-BF77-A2C038883ABA}" dt="2024-10-11T21:33:23.963" v="2731" actId="14100"/>
          <ac:cxnSpMkLst>
            <pc:docMk/>
            <pc:sldMk cId="799557571" sldId="863"/>
            <ac:cxnSpMk id="88" creationId="{188E87F9-2209-C9C5-790B-566118865272}"/>
          </ac:cxnSpMkLst>
        </pc:cxnChg>
        <pc:cxnChg chg="del mod">
          <ac:chgData name="Ahmed Salah ELDin" userId="68850134-226f-4097-a9a8-787fd6814b0e" providerId="ADAL" clId="{41529A9F-B598-4F6F-BF77-A2C038883ABA}" dt="2024-10-11T20:05:10.881" v="2168" actId="478"/>
          <ac:cxnSpMkLst>
            <pc:docMk/>
            <pc:sldMk cId="799557571" sldId="863"/>
            <ac:cxnSpMk id="105" creationId="{63408644-09F3-0C3F-76FE-F658942FAB5B}"/>
          </ac:cxnSpMkLst>
        </pc:cxnChg>
        <pc:cxnChg chg="del mod">
          <ac:chgData name="Ahmed Salah ELDin" userId="68850134-226f-4097-a9a8-787fd6814b0e" providerId="ADAL" clId="{41529A9F-B598-4F6F-BF77-A2C038883ABA}" dt="2024-10-11T20:05:10.881" v="2168" actId="478"/>
          <ac:cxnSpMkLst>
            <pc:docMk/>
            <pc:sldMk cId="799557571" sldId="863"/>
            <ac:cxnSpMk id="106" creationId="{2DCDE410-8A80-850B-EB76-AD452149B3C6}"/>
          </ac:cxnSpMkLst>
        </pc:cxnChg>
        <pc:cxnChg chg="del mod">
          <ac:chgData name="Ahmed Salah ELDin" userId="68850134-226f-4097-a9a8-787fd6814b0e" providerId="ADAL" clId="{41529A9F-B598-4F6F-BF77-A2C038883ABA}" dt="2024-10-11T20:05:10.881" v="2168" actId="478"/>
          <ac:cxnSpMkLst>
            <pc:docMk/>
            <pc:sldMk cId="799557571" sldId="863"/>
            <ac:cxnSpMk id="111" creationId="{0236CB8E-6D2A-4FA9-4DCA-73F45E566A71}"/>
          </ac:cxnSpMkLst>
        </pc:cxnChg>
        <pc:cxnChg chg="del mod">
          <ac:chgData name="Ahmed Salah ELDin" userId="68850134-226f-4097-a9a8-787fd6814b0e" providerId="ADAL" clId="{41529A9F-B598-4F6F-BF77-A2C038883ABA}" dt="2024-10-11T20:05:10.881" v="2168" actId="478"/>
          <ac:cxnSpMkLst>
            <pc:docMk/>
            <pc:sldMk cId="799557571" sldId="863"/>
            <ac:cxnSpMk id="115" creationId="{982245AC-B017-424F-7579-3C95BB35F214}"/>
          </ac:cxnSpMkLst>
        </pc:cxnChg>
        <pc:cxnChg chg="del mod">
          <ac:chgData name="Ahmed Salah ELDin" userId="68850134-226f-4097-a9a8-787fd6814b0e" providerId="ADAL" clId="{41529A9F-B598-4F6F-BF77-A2C038883ABA}" dt="2024-10-11T20:05:10.881" v="2168" actId="478"/>
          <ac:cxnSpMkLst>
            <pc:docMk/>
            <pc:sldMk cId="799557571" sldId="863"/>
            <ac:cxnSpMk id="118" creationId="{84969AFA-7C8A-C86C-7B49-703E44A3E55E}"/>
          </ac:cxnSpMkLst>
        </pc:cxnChg>
        <pc:cxnChg chg="del mod">
          <ac:chgData name="Ahmed Salah ELDin" userId="68850134-226f-4097-a9a8-787fd6814b0e" providerId="ADAL" clId="{41529A9F-B598-4F6F-BF77-A2C038883ABA}" dt="2024-10-11T20:05:10.881" v="2168" actId="478"/>
          <ac:cxnSpMkLst>
            <pc:docMk/>
            <pc:sldMk cId="799557571" sldId="863"/>
            <ac:cxnSpMk id="121" creationId="{03A71C43-7A98-26F7-2025-31DC2469C27F}"/>
          </ac:cxnSpMkLst>
        </pc:cxnChg>
        <pc:cxnChg chg="mod">
          <ac:chgData name="Ahmed Salah ELDin" userId="68850134-226f-4097-a9a8-787fd6814b0e" providerId="ADAL" clId="{41529A9F-B598-4F6F-BF77-A2C038883ABA}" dt="2024-10-11T20:05:10.881" v="2168" actId="478"/>
          <ac:cxnSpMkLst>
            <pc:docMk/>
            <pc:sldMk cId="799557571" sldId="863"/>
            <ac:cxnSpMk id="125" creationId="{115746F2-68A0-5070-BC8A-F37951DA7545}"/>
          </ac:cxnSpMkLst>
        </pc:cxnChg>
        <pc:cxnChg chg="add mod">
          <ac:chgData name="Ahmed Salah ELDin" userId="68850134-226f-4097-a9a8-787fd6814b0e" providerId="ADAL" clId="{41529A9F-B598-4F6F-BF77-A2C038883ABA}" dt="2024-10-11T21:32:24.777" v="2729" actId="14100"/>
          <ac:cxnSpMkLst>
            <pc:docMk/>
            <pc:sldMk cId="799557571" sldId="863"/>
            <ac:cxnSpMk id="142" creationId="{BD17A446-F895-B087-F026-AE553416C0B5}"/>
          </ac:cxnSpMkLst>
        </pc:cxnChg>
        <pc:cxnChg chg="add mod">
          <ac:chgData name="Ahmed Salah ELDin" userId="68850134-226f-4097-a9a8-787fd6814b0e" providerId="ADAL" clId="{41529A9F-B598-4F6F-BF77-A2C038883ABA}" dt="2024-10-11T21:32:24.777" v="2729" actId="14100"/>
          <ac:cxnSpMkLst>
            <pc:docMk/>
            <pc:sldMk cId="799557571" sldId="863"/>
            <ac:cxnSpMk id="145" creationId="{72375AAE-4F06-C141-0290-5D06B78F4F31}"/>
          </ac:cxnSpMkLst>
        </pc:cxnChg>
        <pc:cxnChg chg="add mod">
          <ac:chgData name="Ahmed Salah ELDin" userId="68850134-226f-4097-a9a8-787fd6814b0e" providerId="ADAL" clId="{41529A9F-B598-4F6F-BF77-A2C038883ABA}" dt="2024-10-11T21:32:53.875" v="2730" actId="14100"/>
          <ac:cxnSpMkLst>
            <pc:docMk/>
            <pc:sldMk cId="799557571" sldId="863"/>
            <ac:cxnSpMk id="155" creationId="{764B23BE-48A7-9F0E-BAE6-7ECD013B8634}"/>
          </ac:cxnSpMkLst>
        </pc:cxnChg>
        <pc:cxnChg chg="add mod">
          <ac:chgData name="Ahmed Salah ELDin" userId="68850134-226f-4097-a9a8-787fd6814b0e" providerId="ADAL" clId="{41529A9F-B598-4F6F-BF77-A2C038883ABA}" dt="2024-10-11T21:31:41.783" v="2723" actId="14100"/>
          <ac:cxnSpMkLst>
            <pc:docMk/>
            <pc:sldMk cId="799557571" sldId="863"/>
            <ac:cxnSpMk id="179" creationId="{A068AD49-2CA1-6003-A645-37A5873ACFDA}"/>
          </ac:cxnSpMkLst>
        </pc:cxnChg>
        <pc:cxnChg chg="add del mod">
          <ac:chgData name="Ahmed Salah ELDin" userId="68850134-226f-4097-a9a8-787fd6814b0e" providerId="ADAL" clId="{41529A9F-B598-4F6F-BF77-A2C038883ABA}" dt="2024-10-11T21:29:32.924" v="2706" actId="478"/>
          <ac:cxnSpMkLst>
            <pc:docMk/>
            <pc:sldMk cId="799557571" sldId="863"/>
            <ac:cxnSpMk id="180" creationId="{1A788821-2FA8-A62F-712C-680B15A8B7DF}"/>
          </ac:cxnSpMkLst>
        </pc:cxnChg>
      </pc:sldChg>
      <pc:sldChg chg="addSp delSp modSp add mod delAnim modAnim">
        <pc:chgData name="Ahmed Salah ELDin" userId="68850134-226f-4097-a9a8-787fd6814b0e" providerId="ADAL" clId="{41529A9F-B598-4F6F-BF77-A2C038883ABA}" dt="2024-10-11T21:57:41.935" v="2895"/>
        <pc:sldMkLst>
          <pc:docMk/>
          <pc:sldMk cId="29629457" sldId="864"/>
        </pc:sldMkLst>
        <pc:spChg chg="mod">
          <ac:chgData name="Ahmed Salah ELDin" userId="68850134-226f-4097-a9a8-787fd6814b0e" providerId="ADAL" clId="{41529A9F-B598-4F6F-BF77-A2C038883ABA}" dt="2024-10-11T21:36:30.764" v="2736" actId="20577"/>
          <ac:spMkLst>
            <pc:docMk/>
            <pc:sldMk cId="29629457" sldId="864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1T21:38:38.021" v="2756" actId="403"/>
          <ac:spMkLst>
            <pc:docMk/>
            <pc:sldMk cId="29629457" sldId="864"/>
            <ac:spMk id="3" creationId="{3CC5B943-A737-2E09-8DF5-AD94F37CD1B3}"/>
          </ac:spMkLst>
        </pc:spChg>
        <pc:spChg chg="add del">
          <ac:chgData name="Ahmed Salah ELDin" userId="68850134-226f-4097-a9a8-787fd6814b0e" providerId="ADAL" clId="{41529A9F-B598-4F6F-BF77-A2C038883ABA}" dt="2024-10-11T21:45:01.366" v="2788" actId="22"/>
          <ac:spMkLst>
            <pc:docMk/>
            <pc:sldMk cId="29629457" sldId="864"/>
            <ac:spMk id="7" creationId="{4C113DD4-7790-08D0-8915-76787A9467BA}"/>
          </ac:spMkLst>
        </pc:spChg>
        <pc:spChg chg="add mod">
          <ac:chgData name="Ahmed Salah ELDin" userId="68850134-226f-4097-a9a8-787fd6814b0e" providerId="ADAL" clId="{41529A9F-B598-4F6F-BF77-A2C038883ABA}" dt="2024-10-11T21:46:38.790" v="2816" actId="554"/>
          <ac:spMkLst>
            <pc:docMk/>
            <pc:sldMk cId="29629457" sldId="864"/>
            <ac:spMk id="8" creationId="{DCB30DB5-49C5-773C-F1C7-2E55AC7BD8B5}"/>
          </ac:spMkLst>
        </pc:spChg>
        <pc:spChg chg="add mod">
          <ac:chgData name="Ahmed Salah ELDin" userId="68850134-226f-4097-a9a8-787fd6814b0e" providerId="ADAL" clId="{41529A9F-B598-4F6F-BF77-A2C038883ABA}" dt="2024-10-11T21:46:38.790" v="2816" actId="554"/>
          <ac:spMkLst>
            <pc:docMk/>
            <pc:sldMk cId="29629457" sldId="864"/>
            <ac:spMk id="9" creationId="{71AD568E-3BF0-9A19-BCB4-78705A656128}"/>
          </ac:spMkLst>
        </pc:spChg>
        <pc:spChg chg="add mod">
          <ac:chgData name="Ahmed Salah ELDin" userId="68850134-226f-4097-a9a8-787fd6814b0e" providerId="ADAL" clId="{41529A9F-B598-4F6F-BF77-A2C038883ABA}" dt="2024-10-11T21:46:38.790" v="2816" actId="554"/>
          <ac:spMkLst>
            <pc:docMk/>
            <pc:sldMk cId="29629457" sldId="864"/>
            <ac:spMk id="11" creationId="{5F4312AC-2022-76CC-D8F2-B04982E8AF05}"/>
          </ac:spMkLst>
        </pc:spChg>
        <pc:spChg chg="add mod">
          <ac:chgData name="Ahmed Salah ELDin" userId="68850134-226f-4097-a9a8-787fd6814b0e" providerId="ADAL" clId="{41529A9F-B598-4F6F-BF77-A2C038883ABA}" dt="2024-10-11T21:46:38.790" v="2816" actId="554"/>
          <ac:spMkLst>
            <pc:docMk/>
            <pc:sldMk cId="29629457" sldId="864"/>
            <ac:spMk id="12" creationId="{99AB5F58-0496-55B5-2F48-70FF0303EBFB}"/>
          </ac:spMkLst>
        </pc:spChg>
        <pc:spChg chg="add mod">
          <ac:chgData name="Ahmed Salah ELDin" userId="68850134-226f-4097-a9a8-787fd6814b0e" providerId="ADAL" clId="{41529A9F-B598-4F6F-BF77-A2C038883ABA}" dt="2024-10-11T21:46:38.790" v="2816" actId="554"/>
          <ac:spMkLst>
            <pc:docMk/>
            <pc:sldMk cId="29629457" sldId="864"/>
            <ac:spMk id="13" creationId="{B2FC9EF2-DBFE-E0A0-6B09-DEC4EA531EAB}"/>
          </ac:spMkLst>
        </pc:spChg>
        <pc:spChg chg="add mod">
          <ac:chgData name="Ahmed Salah ELDin" userId="68850134-226f-4097-a9a8-787fd6814b0e" providerId="ADAL" clId="{41529A9F-B598-4F6F-BF77-A2C038883ABA}" dt="2024-10-11T21:51:19.291" v="2859" actId="14100"/>
          <ac:spMkLst>
            <pc:docMk/>
            <pc:sldMk cId="29629457" sldId="864"/>
            <ac:spMk id="15" creationId="{E4955F52-9ADC-2BC9-A27A-21FF34BACF93}"/>
          </ac:spMkLst>
        </pc:spChg>
        <pc:spChg chg="add mod">
          <ac:chgData name="Ahmed Salah ELDin" userId="68850134-226f-4097-a9a8-787fd6814b0e" providerId="ADAL" clId="{41529A9F-B598-4F6F-BF77-A2C038883ABA}" dt="2024-10-11T21:53:30.896" v="2862" actId="1076"/>
          <ac:spMkLst>
            <pc:docMk/>
            <pc:sldMk cId="29629457" sldId="864"/>
            <ac:spMk id="16" creationId="{F6E05AA8-9207-875E-8C23-564491B73F53}"/>
          </ac:spMkLst>
        </pc:spChg>
        <pc:spChg chg="mod">
          <ac:chgData name="Ahmed Salah ELDin" userId="68850134-226f-4097-a9a8-787fd6814b0e" providerId="ADAL" clId="{41529A9F-B598-4F6F-BF77-A2C038883ABA}" dt="2024-10-11T21:47:34.098" v="2819" actId="1076"/>
          <ac:spMkLst>
            <pc:docMk/>
            <pc:sldMk cId="29629457" sldId="864"/>
            <ac:spMk id="24" creationId="{C4354950-20AA-7DDF-C86D-99927A3BA1CA}"/>
          </ac:spMkLst>
        </pc:spChg>
        <pc:spChg chg="add mod">
          <ac:chgData name="Ahmed Salah ELDin" userId="68850134-226f-4097-a9a8-787fd6814b0e" providerId="ADAL" clId="{41529A9F-B598-4F6F-BF77-A2C038883ABA}" dt="2024-10-11T21:54:59.305" v="2876" actId="1076"/>
          <ac:spMkLst>
            <pc:docMk/>
            <pc:sldMk cId="29629457" sldId="864"/>
            <ac:spMk id="29" creationId="{9B3AEFC1-1E7D-69D5-1F47-F66713BE7DC1}"/>
          </ac:spMkLst>
        </pc:spChg>
        <pc:spChg chg="mod">
          <ac:chgData name="Ahmed Salah ELDin" userId="68850134-226f-4097-a9a8-787fd6814b0e" providerId="ADAL" clId="{41529A9F-B598-4F6F-BF77-A2C038883ABA}" dt="2024-10-11T21:44:34.643" v="2785" actId="1076"/>
          <ac:spMkLst>
            <pc:docMk/>
            <pc:sldMk cId="29629457" sldId="864"/>
            <ac:spMk id="89" creationId="{B0DE8BC6-4355-E6BF-68E0-7FA8BC2FE364}"/>
          </ac:spMkLst>
        </pc:spChg>
        <pc:spChg chg="del mod">
          <ac:chgData name="Ahmed Salah ELDin" userId="68850134-226f-4097-a9a8-787fd6814b0e" providerId="ADAL" clId="{41529A9F-B598-4F6F-BF77-A2C038883ABA}" dt="2024-10-11T21:44:38.287" v="2786" actId="478"/>
          <ac:spMkLst>
            <pc:docMk/>
            <pc:sldMk cId="29629457" sldId="864"/>
            <ac:spMk id="149" creationId="{F2860972-2543-325E-3F1F-1D05B5D17237}"/>
          </ac:spMkLst>
        </pc:spChg>
        <pc:grpChg chg="del">
          <ac:chgData name="Ahmed Salah ELDin" userId="68850134-226f-4097-a9a8-787fd6814b0e" providerId="ADAL" clId="{41529A9F-B598-4F6F-BF77-A2C038883ABA}" dt="2024-10-11T21:36:45.601" v="2738" actId="478"/>
          <ac:grpSpMkLst>
            <pc:docMk/>
            <pc:sldMk cId="29629457" sldId="864"/>
            <ac:grpSpMk id="141" creationId="{42A99A09-E1D9-E669-3914-7F88589FBB8C}"/>
          </ac:grpSpMkLst>
        </pc:grpChg>
        <pc:grpChg chg="del">
          <ac:chgData name="Ahmed Salah ELDin" userId="68850134-226f-4097-a9a8-787fd6814b0e" providerId="ADAL" clId="{41529A9F-B598-4F6F-BF77-A2C038883ABA}" dt="2024-10-11T21:36:42.119" v="2737" actId="478"/>
          <ac:grpSpMkLst>
            <pc:docMk/>
            <pc:sldMk cId="29629457" sldId="864"/>
            <ac:grpSpMk id="154" creationId="{CE531D71-0AEE-B73E-E2D3-D404684F95DA}"/>
          </ac:grpSpMkLst>
        </pc:grpChg>
        <pc:cxnChg chg="add mod">
          <ac:chgData name="Ahmed Salah ELDin" userId="68850134-226f-4097-a9a8-787fd6814b0e" providerId="ADAL" clId="{41529A9F-B598-4F6F-BF77-A2C038883ABA}" dt="2024-10-11T21:51:23.683" v="2860" actId="14100"/>
          <ac:cxnSpMkLst>
            <pc:docMk/>
            <pc:sldMk cId="29629457" sldId="864"/>
            <ac:cxnSpMk id="17" creationId="{98C44CFC-AF11-0298-1875-B9058D1BA365}"/>
          </ac:cxnSpMkLst>
        </pc:cxnChg>
        <pc:cxnChg chg="add mod">
          <ac:chgData name="Ahmed Salah ELDin" userId="68850134-226f-4097-a9a8-787fd6814b0e" providerId="ADAL" clId="{41529A9F-B598-4F6F-BF77-A2C038883ABA}" dt="2024-10-11T21:51:19.291" v="2859" actId="14100"/>
          <ac:cxnSpMkLst>
            <pc:docMk/>
            <pc:sldMk cId="29629457" sldId="864"/>
            <ac:cxnSpMk id="21" creationId="{84797D4D-A262-9A53-DDC3-21B5F86C22BF}"/>
          </ac:cxnSpMkLst>
        </pc:cxnChg>
        <pc:cxnChg chg="add mod">
          <ac:chgData name="Ahmed Salah ELDin" userId="68850134-226f-4097-a9a8-787fd6814b0e" providerId="ADAL" clId="{41529A9F-B598-4F6F-BF77-A2C038883ABA}" dt="2024-10-11T21:56:22.868" v="2888" actId="14100"/>
          <ac:cxnSpMkLst>
            <pc:docMk/>
            <pc:sldMk cId="29629457" sldId="864"/>
            <ac:cxnSpMk id="30" creationId="{C6E8854C-8863-6AB8-1093-CCE91119D8FF}"/>
          </ac:cxnSpMkLst>
        </pc:cxnChg>
        <pc:cxnChg chg="add mod">
          <ac:chgData name="Ahmed Salah ELDin" userId="68850134-226f-4097-a9a8-787fd6814b0e" providerId="ADAL" clId="{41529A9F-B598-4F6F-BF77-A2C038883ABA}" dt="2024-10-11T21:56:27.876" v="2889" actId="14100"/>
          <ac:cxnSpMkLst>
            <pc:docMk/>
            <pc:sldMk cId="29629457" sldId="864"/>
            <ac:cxnSpMk id="33" creationId="{BB9B5FEA-2A15-1DBA-B8A7-0D376DA8E13D}"/>
          </ac:cxnSpMkLst>
        </pc:cxnChg>
        <pc:cxnChg chg="mod">
          <ac:chgData name="Ahmed Salah ELDin" userId="68850134-226f-4097-a9a8-787fd6814b0e" providerId="ADAL" clId="{41529A9F-B598-4F6F-BF77-A2C038883ABA}" dt="2024-10-11T21:36:45.601" v="2738" actId="478"/>
          <ac:cxnSpMkLst>
            <pc:docMk/>
            <pc:sldMk cId="29629457" sldId="864"/>
            <ac:cxnSpMk id="65" creationId="{77FE97AE-6AA0-9A36-A19F-33D0E3D20B7A}"/>
          </ac:cxnSpMkLst>
        </pc:cxnChg>
        <pc:cxnChg chg="mod">
          <ac:chgData name="Ahmed Salah ELDin" userId="68850134-226f-4097-a9a8-787fd6814b0e" providerId="ADAL" clId="{41529A9F-B598-4F6F-BF77-A2C038883ABA}" dt="2024-10-11T21:36:45.601" v="2738" actId="478"/>
          <ac:cxnSpMkLst>
            <pc:docMk/>
            <pc:sldMk cId="29629457" sldId="864"/>
            <ac:cxnSpMk id="66" creationId="{DF85681E-3B24-8D38-773D-3000DFC208D4}"/>
          </ac:cxnSpMkLst>
        </pc:cxnChg>
        <pc:cxnChg chg="mod">
          <ac:chgData name="Ahmed Salah ELDin" userId="68850134-226f-4097-a9a8-787fd6814b0e" providerId="ADAL" clId="{41529A9F-B598-4F6F-BF77-A2C038883ABA}" dt="2024-10-11T21:36:42.119" v="2737" actId="478"/>
          <ac:cxnSpMkLst>
            <pc:docMk/>
            <pc:sldMk cId="29629457" sldId="864"/>
            <ac:cxnSpMk id="88" creationId="{188E87F9-2209-C9C5-790B-566118865272}"/>
          </ac:cxnSpMkLst>
        </pc:cxnChg>
        <pc:cxnChg chg="del mod">
          <ac:chgData name="Ahmed Salah ELDin" userId="68850134-226f-4097-a9a8-787fd6814b0e" providerId="ADAL" clId="{41529A9F-B598-4F6F-BF77-A2C038883ABA}" dt="2024-10-11T21:37:05.252" v="2740" actId="478"/>
          <ac:cxnSpMkLst>
            <pc:docMk/>
            <pc:sldMk cId="29629457" sldId="864"/>
            <ac:cxnSpMk id="142" creationId="{BD17A446-F895-B087-F026-AE553416C0B5}"/>
          </ac:cxnSpMkLst>
        </pc:cxnChg>
        <pc:cxnChg chg="del mod">
          <ac:chgData name="Ahmed Salah ELDin" userId="68850134-226f-4097-a9a8-787fd6814b0e" providerId="ADAL" clId="{41529A9F-B598-4F6F-BF77-A2C038883ABA}" dt="2024-10-11T21:37:07.554" v="2741" actId="478"/>
          <ac:cxnSpMkLst>
            <pc:docMk/>
            <pc:sldMk cId="29629457" sldId="864"/>
            <ac:cxnSpMk id="145" creationId="{72375AAE-4F06-C141-0290-5D06B78F4F31}"/>
          </ac:cxnSpMkLst>
        </pc:cxnChg>
        <pc:cxnChg chg="del mod">
          <ac:chgData name="Ahmed Salah ELDin" userId="68850134-226f-4097-a9a8-787fd6814b0e" providerId="ADAL" clId="{41529A9F-B598-4F6F-BF77-A2C038883ABA}" dt="2024-10-11T21:36:59.254" v="2739" actId="478"/>
          <ac:cxnSpMkLst>
            <pc:docMk/>
            <pc:sldMk cId="29629457" sldId="864"/>
            <ac:cxnSpMk id="155" creationId="{764B23BE-48A7-9F0E-BAE6-7ECD013B8634}"/>
          </ac:cxnSpMkLst>
        </pc:cxnChg>
      </pc:sldChg>
      <pc:sldChg chg="addSp modSp add mod modAnim">
        <pc:chgData name="Ahmed Salah ELDin" userId="68850134-226f-4097-a9a8-787fd6814b0e" providerId="ADAL" clId="{41529A9F-B598-4F6F-BF77-A2C038883ABA}" dt="2024-10-12T11:21:57.151" v="4918" actId="20577"/>
        <pc:sldMkLst>
          <pc:docMk/>
          <pc:sldMk cId="3870189398" sldId="865"/>
        </pc:sldMkLst>
        <pc:spChg chg="mod">
          <ac:chgData name="Ahmed Salah ELDin" userId="68850134-226f-4097-a9a8-787fd6814b0e" providerId="ADAL" clId="{41529A9F-B598-4F6F-BF77-A2C038883ABA}" dt="2024-10-12T11:21:57.151" v="4918" actId="20577"/>
          <ac:spMkLst>
            <pc:docMk/>
            <pc:sldMk cId="3870189398" sldId="865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1T22:36:53.996" v="3477" actId="113"/>
          <ac:spMkLst>
            <pc:docMk/>
            <pc:sldMk cId="3870189398" sldId="865"/>
            <ac:spMk id="3" creationId="{3CC5B943-A737-2E09-8DF5-AD94F37CD1B3}"/>
          </ac:spMkLst>
        </pc:spChg>
        <pc:spChg chg="add mod">
          <ac:chgData name="Ahmed Salah ELDin" userId="68850134-226f-4097-a9a8-787fd6814b0e" providerId="ADAL" clId="{41529A9F-B598-4F6F-BF77-A2C038883ABA}" dt="2024-10-11T22:16:05.794" v="3272" actId="1076"/>
          <ac:spMkLst>
            <pc:docMk/>
            <pc:sldMk cId="3870189398" sldId="865"/>
            <ac:spMk id="5" creationId="{1775AE2D-F71D-52F5-62FB-8E80DDA3ABD1}"/>
          </ac:spMkLst>
        </pc:spChg>
        <pc:spChg chg="mod">
          <ac:chgData name="Ahmed Salah ELDin" userId="68850134-226f-4097-a9a8-787fd6814b0e" providerId="ADAL" clId="{41529A9F-B598-4F6F-BF77-A2C038883ABA}" dt="2024-10-11T22:15:58.444" v="3271"/>
          <ac:spMkLst>
            <pc:docMk/>
            <pc:sldMk cId="3870189398" sldId="865"/>
            <ac:spMk id="7" creationId="{BB42E6D9-FCE2-1C6B-F9A7-5B90FF246D94}"/>
          </ac:spMkLst>
        </pc:spChg>
        <pc:spChg chg="mod">
          <ac:chgData name="Ahmed Salah ELDin" userId="68850134-226f-4097-a9a8-787fd6814b0e" providerId="ADAL" clId="{41529A9F-B598-4F6F-BF77-A2C038883ABA}" dt="2024-10-11T22:15:58.444" v="3271"/>
          <ac:spMkLst>
            <pc:docMk/>
            <pc:sldMk cId="3870189398" sldId="865"/>
            <ac:spMk id="8" creationId="{CA45142F-CD3F-63F9-45DE-65EAE192E8FF}"/>
          </ac:spMkLst>
        </pc:spChg>
        <pc:spChg chg="mod">
          <ac:chgData name="Ahmed Salah ELDin" userId="68850134-226f-4097-a9a8-787fd6814b0e" providerId="ADAL" clId="{41529A9F-B598-4F6F-BF77-A2C038883ABA}" dt="2024-10-11T22:15:58.444" v="3271"/>
          <ac:spMkLst>
            <pc:docMk/>
            <pc:sldMk cId="3870189398" sldId="865"/>
            <ac:spMk id="10" creationId="{56105A34-0FE3-7236-E398-86C2327308AC}"/>
          </ac:spMkLst>
        </pc:spChg>
        <pc:spChg chg="mod">
          <ac:chgData name="Ahmed Salah ELDin" userId="68850134-226f-4097-a9a8-787fd6814b0e" providerId="ADAL" clId="{41529A9F-B598-4F6F-BF77-A2C038883ABA}" dt="2024-10-11T22:15:58.444" v="3271"/>
          <ac:spMkLst>
            <pc:docMk/>
            <pc:sldMk cId="3870189398" sldId="865"/>
            <ac:spMk id="11" creationId="{59318E50-8A12-CD2D-5206-35F70F6AE970}"/>
          </ac:spMkLst>
        </pc:spChg>
        <pc:spChg chg="add mod">
          <ac:chgData name="Ahmed Salah ELDin" userId="68850134-226f-4097-a9a8-787fd6814b0e" providerId="ADAL" clId="{41529A9F-B598-4F6F-BF77-A2C038883ABA}" dt="2024-10-11T22:16:05.794" v="3272" actId="1076"/>
          <ac:spMkLst>
            <pc:docMk/>
            <pc:sldMk cId="3870189398" sldId="865"/>
            <ac:spMk id="12" creationId="{011C9D7F-7143-D940-EB18-2F61C6D48D6F}"/>
          </ac:spMkLst>
        </pc:spChg>
        <pc:spChg chg="add mod">
          <ac:chgData name="Ahmed Salah ELDin" userId="68850134-226f-4097-a9a8-787fd6814b0e" providerId="ADAL" clId="{41529A9F-B598-4F6F-BF77-A2C038883ABA}" dt="2024-10-11T22:16:05.794" v="3272" actId="1076"/>
          <ac:spMkLst>
            <pc:docMk/>
            <pc:sldMk cId="3870189398" sldId="865"/>
            <ac:spMk id="13" creationId="{C6A7EB25-59E3-7C69-B892-F60654B07220}"/>
          </ac:spMkLst>
        </pc:spChg>
        <pc:spChg chg="add mod">
          <ac:chgData name="Ahmed Salah ELDin" userId="68850134-226f-4097-a9a8-787fd6814b0e" providerId="ADAL" clId="{41529A9F-B598-4F6F-BF77-A2C038883ABA}" dt="2024-10-11T22:16:33.036" v="3277" actId="1076"/>
          <ac:spMkLst>
            <pc:docMk/>
            <pc:sldMk cId="3870189398" sldId="865"/>
            <ac:spMk id="14" creationId="{6DBBFB6A-35D6-ABF4-D36B-FB79328884CD}"/>
          </ac:spMkLst>
        </pc:spChg>
        <pc:grpChg chg="add mod">
          <ac:chgData name="Ahmed Salah ELDin" userId="68850134-226f-4097-a9a8-787fd6814b0e" providerId="ADAL" clId="{41529A9F-B598-4F6F-BF77-A2C038883ABA}" dt="2024-10-11T22:16:05.794" v="3272" actId="1076"/>
          <ac:grpSpMkLst>
            <pc:docMk/>
            <pc:sldMk cId="3870189398" sldId="865"/>
            <ac:grpSpMk id="6" creationId="{8357403B-00FD-B06B-15B0-0A2793FAF08B}"/>
          </ac:grpSpMkLst>
        </pc:grpChg>
        <pc:grpChg chg="add mod">
          <ac:chgData name="Ahmed Salah ELDin" userId="68850134-226f-4097-a9a8-787fd6814b0e" providerId="ADAL" clId="{41529A9F-B598-4F6F-BF77-A2C038883ABA}" dt="2024-10-11T22:16:05.794" v="3272" actId="1076"/>
          <ac:grpSpMkLst>
            <pc:docMk/>
            <pc:sldMk cId="3870189398" sldId="865"/>
            <ac:grpSpMk id="9" creationId="{3B888F98-6ABF-0C43-E752-D72D7921CB67}"/>
          </ac:grpSpMkLst>
        </pc:grpChg>
        <pc:cxnChg chg="add mod">
          <ac:chgData name="Ahmed Salah ELDin" userId="68850134-226f-4097-a9a8-787fd6814b0e" providerId="ADAL" clId="{41529A9F-B598-4F6F-BF77-A2C038883ABA}" dt="2024-10-11T22:16:46.085" v="3279" actId="13822"/>
          <ac:cxnSpMkLst>
            <pc:docMk/>
            <pc:sldMk cId="3870189398" sldId="865"/>
            <ac:cxnSpMk id="16" creationId="{4FE855E9-DF5D-984E-3C0C-0C866EE0BFFE}"/>
          </ac:cxnSpMkLst>
        </pc:cxnChg>
      </pc:sldChg>
      <pc:sldChg chg="modSp add mod">
        <pc:chgData name="Ahmed Salah ELDin" userId="68850134-226f-4097-a9a8-787fd6814b0e" providerId="ADAL" clId="{41529A9F-B598-4F6F-BF77-A2C038883ABA}" dt="2024-10-12T01:35:42.846" v="3659" actId="14100"/>
        <pc:sldMkLst>
          <pc:docMk/>
          <pc:sldMk cId="2530123396" sldId="866"/>
        </pc:sldMkLst>
        <pc:spChg chg="mod">
          <ac:chgData name="Ahmed Salah ELDin" userId="68850134-226f-4097-a9a8-787fd6814b0e" providerId="ADAL" clId="{41529A9F-B598-4F6F-BF77-A2C038883ABA}" dt="2024-10-12T01:35:42.846" v="3659" actId="14100"/>
          <ac:spMkLst>
            <pc:docMk/>
            <pc:sldMk cId="2530123396" sldId="866"/>
            <ac:spMk id="4" creationId="{FD3C8C65-1369-EE38-B323-45647228EE27}"/>
          </ac:spMkLst>
        </pc:spChg>
      </pc:sldChg>
      <pc:sldChg chg="add del">
        <pc:chgData name="Ahmed Salah ELDin" userId="68850134-226f-4097-a9a8-787fd6814b0e" providerId="ADAL" clId="{41529A9F-B598-4F6F-BF77-A2C038883ABA}" dt="2024-10-12T02:22:30.498" v="4199" actId="47"/>
        <pc:sldMkLst>
          <pc:docMk/>
          <pc:sldMk cId="3435553126" sldId="867"/>
        </pc:sldMkLst>
      </pc:sldChg>
      <pc:sldChg chg="modSp add mod modTransition modAnim modShow">
        <pc:chgData name="Ahmed Salah ELDin" userId="68850134-226f-4097-a9a8-787fd6814b0e" providerId="ADAL" clId="{41529A9F-B598-4F6F-BF77-A2C038883ABA}" dt="2024-10-12T02:06:58.176" v="3945" actId="20577"/>
        <pc:sldMkLst>
          <pc:docMk/>
          <pc:sldMk cId="3551538404" sldId="1280"/>
        </pc:sldMkLst>
        <pc:spChg chg="mod">
          <ac:chgData name="Ahmed Salah ELDin" userId="68850134-226f-4097-a9a8-787fd6814b0e" providerId="ADAL" clId="{41529A9F-B598-4F6F-BF77-A2C038883ABA}" dt="2024-10-12T01:43:24.920" v="3732" actId="20577"/>
          <ac:spMkLst>
            <pc:docMk/>
            <pc:sldMk cId="3551538404" sldId="1280"/>
            <ac:spMk id="20482" creationId="{00000000-0000-0000-0000-000000000000}"/>
          </ac:spMkLst>
        </pc:spChg>
        <pc:spChg chg="mod">
          <ac:chgData name="Ahmed Salah ELDin" userId="68850134-226f-4097-a9a8-787fd6814b0e" providerId="ADAL" clId="{41529A9F-B598-4F6F-BF77-A2C038883ABA}" dt="2024-10-12T02:06:58.176" v="3945" actId="20577"/>
          <ac:spMkLst>
            <pc:docMk/>
            <pc:sldMk cId="3551538404" sldId="1280"/>
            <ac:spMk id="454659" creationId="{00000000-0000-0000-0000-000000000000}"/>
          </ac:spMkLst>
        </pc:spChg>
      </pc:sldChg>
      <pc:sldChg chg="addSp modSp add mod modTransition modAnim modShow">
        <pc:chgData name="Ahmed Salah ELDin" userId="68850134-226f-4097-a9a8-787fd6814b0e" providerId="ADAL" clId="{41529A9F-B598-4F6F-BF77-A2C038883ABA}" dt="2024-10-12T02:09:35.957" v="4028"/>
        <pc:sldMkLst>
          <pc:docMk/>
          <pc:sldMk cId="2438787831" sldId="1281"/>
        </pc:sldMkLst>
        <pc:spChg chg="add mod">
          <ac:chgData name="Ahmed Salah ELDin" userId="68850134-226f-4097-a9a8-787fd6814b0e" providerId="ADAL" clId="{41529A9F-B598-4F6F-BF77-A2C038883ABA}" dt="2024-10-12T01:51:04.516" v="3828" actId="1076"/>
          <ac:spMkLst>
            <pc:docMk/>
            <pc:sldMk cId="2438787831" sldId="1281"/>
            <ac:spMk id="2" creationId="{1BA0046F-D3D7-8B21-401D-D9B57442828D}"/>
          </ac:spMkLst>
        </pc:spChg>
        <pc:spChg chg="mod">
          <ac:chgData name="Ahmed Salah ELDin" userId="68850134-226f-4097-a9a8-787fd6814b0e" providerId="ADAL" clId="{41529A9F-B598-4F6F-BF77-A2C038883ABA}" dt="2024-10-12T01:45:37.724" v="3741" actId="20577"/>
          <ac:spMkLst>
            <pc:docMk/>
            <pc:sldMk cId="2438787831" sldId="1281"/>
            <ac:spMk id="21506" creationId="{00000000-0000-0000-0000-000000000000}"/>
          </ac:spMkLst>
        </pc:spChg>
        <pc:spChg chg="mod">
          <ac:chgData name="Ahmed Salah ELDin" userId="68850134-226f-4097-a9a8-787fd6814b0e" providerId="ADAL" clId="{41529A9F-B598-4F6F-BF77-A2C038883ABA}" dt="2024-10-12T02:09:19.690" v="4027" actId="113"/>
          <ac:spMkLst>
            <pc:docMk/>
            <pc:sldMk cId="2438787831" sldId="1281"/>
            <ac:spMk id="455683" creationId="{00000000-0000-0000-0000-000000000000}"/>
          </ac:spMkLst>
        </pc:spChg>
        <pc:picChg chg="mod">
          <ac:chgData name="Ahmed Salah ELDin" userId="68850134-226f-4097-a9a8-787fd6814b0e" providerId="ADAL" clId="{41529A9F-B598-4F6F-BF77-A2C038883ABA}" dt="2024-10-12T01:50:20.651" v="3822" actId="1076"/>
          <ac:picMkLst>
            <pc:docMk/>
            <pc:sldMk cId="2438787831" sldId="1281"/>
            <ac:picMk id="21508" creationId="{00000000-0000-0000-0000-000000000000}"/>
          </ac:picMkLst>
        </pc:picChg>
      </pc:sldChg>
      <pc:sldChg chg="modSp add mod modTransition modAnim modShow">
        <pc:chgData name="Ahmed Salah ELDin" userId="68850134-226f-4097-a9a8-787fd6814b0e" providerId="ADAL" clId="{41529A9F-B598-4F6F-BF77-A2C038883ABA}" dt="2024-10-12T11:51:45.012" v="5840" actId="20577"/>
        <pc:sldMkLst>
          <pc:docMk/>
          <pc:sldMk cId="898981062" sldId="1283"/>
        </pc:sldMkLst>
        <pc:spChg chg="mod">
          <ac:chgData name="Ahmed Salah ELDin" userId="68850134-226f-4097-a9a8-787fd6814b0e" providerId="ADAL" clId="{41529A9F-B598-4F6F-BF77-A2C038883ABA}" dt="2024-10-12T11:50:32.027" v="5815" actId="20577"/>
          <ac:spMkLst>
            <pc:docMk/>
            <pc:sldMk cId="898981062" sldId="1283"/>
            <ac:spMk id="5" creationId="{5A475945-733A-97BF-E857-1D68AF836D65}"/>
          </ac:spMkLst>
        </pc:spChg>
        <pc:spChg chg="mod">
          <ac:chgData name="Ahmed Salah ELDin" userId="68850134-226f-4097-a9a8-787fd6814b0e" providerId="ADAL" clId="{41529A9F-B598-4F6F-BF77-A2C038883ABA}" dt="2024-10-12T01:53:10.594" v="3842" actId="1076"/>
          <ac:spMkLst>
            <pc:docMk/>
            <pc:sldMk cId="898981062" sldId="1283"/>
            <ac:spMk id="22530" creationId="{00000000-0000-0000-0000-000000000000}"/>
          </ac:spMkLst>
        </pc:spChg>
        <pc:spChg chg="mod">
          <ac:chgData name="Ahmed Salah ELDin" userId="68850134-226f-4097-a9a8-787fd6814b0e" providerId="ADAL" clId="{41529A9F-B598-4F6F-BF77-A2C038883ABA}" dt="2024-10-12T11:50:50.721" v="5829" actId="20577"/>
          <ac:spMkLst>
            <pc:docMk/>
            <pc:sldMk cId="898981062" sldId="1283"/>
            <ac:spMk id="22534" creationId="{00000000-0000-0000-0000-000000000000}"/>
          </ac:spMkLst>
        </pc:spChg>
        <pc:spChg chg="mod">
          <ac:chgData name="Ahmed Salah ELDin" userId="68850134-226f-4097-a9a8-787fd6814b0e" providerId="ADAL" clId="{41529A9F-B598-4F6F-BF77-A2C038883ABA}" dt="2024-10-12T11:51:12.565" v="5833" actId="113"/>
          <ac:spMkLst>
            <pc:docMk/>
            <pc:sldMk cId="898981062" sldId="1283"/>
            <ac:spMk id="456707" creationId="{00000000-0000-0000-0000-000000000000}"/>
          </ac:spMkLst>
        </pc:spChg>
        <pc:spChg chg="mod">
          <ac:chgData name="Ahmed Salah ELDin" userId="68850134-226f-4097-a9a8-787fd6814b0e" providerId="ADAL" clId="{41529A9F-B598-4F6F-BF77-A2C038883ABA}" dt="2024-10-12T11:51:45.012" v="5840" actId="20577"/>
          <ac:spMkLst>
            <pc:docMk/>
            <pc:sldMk cId="898981062" sldId="1283"/>
            <ac:spMk id="456709" creationId="{00000000-0000-0000-0000-000000000000}"/>
          </ac:spMkLst>
        </pc:spChg>
      </pc:sldChg>
      <pc:sldChg chg="addSp delSp modSp add mod modTransition delAnim modAnim modShow">
        <pc:chgData name="Ahmed Salah ELDin" userId="68850134-226f-4097-a9a8-787fd6814b0e" providerId="ADAL" clId="{41529A9F-B598-4F6F-BF77-A2C038883ABA}" dt="2024-10-12T02:22:23.867" v="4198" actId="14100"/>
        <pc:sldMkLst>
          <pc:docMk/>
          <pc:sldMk cId="3263609219" sldId="1287"/>
        </pc:sldMkLst>
        <pc:spChg chg="del mod">
          <ac:chgData name="Ahmed Salah ELDin" userId="68850134-226f-4097-a9a8-787fd6814b0e" providerId="ADAL" clId="{41529A9F-B598-4F6F-BF77-A2C038883ABA}" dt="2024-10-12T02:21:02.566" v="4185" actId="478"/>
          <ac:spMkLst>
            <pc:docMk/>
            <pc:sldMk cId="3263609219" sldId="1287"/>
            <ac:spMk id="2" creationId="{81239479-D8B5-5994-6A1A-378A99759783}"/>
          </ac:spMkLst>
        </pc:spChg>
        <pc:spChg chg="add del mod">
          <ac:chgData name="Ahmed Salah ELDin" userId="68850134-226f-4097-a9a8-787fd6814b0e" providerId="ADAL" clId="{41529A9F-B598-4F6F-BF77-A2C038883ABA}" dt="2024-10-12T02:17:11.706" v="4150" actId="478"/>
          <ac:spMkLst>
            <pc:docMk/>
            <pc:sldMk cId="3263609219" sldId="1287"/>
            <ac:spMk id="4" creationId="{4F80C411-1D56-F6EA-B41B-D36C9CADB250}"/>
          </ac:spMkLst>
        </pc:spChg>
        <pc:spChg chg="add mod">
          <ac:chgData name="Ahmed Salah ELDin" userId="68850134-226f-4097-a9a8-787fd6814b0e" providerId="ADAL" clId="{41529A9F-B598-4F6F-BF77-A2C038883ABA}" dt="2024-10-12T02:17:12.715" v="4151"/>
          <ac:spMkLst>
            <pc:docMk/>
            <pc:sldMk cId="3263609219" sldId="1287"/>
            <ac:spMk id="5" creationId="{52A07542-2746-7795-13A7-24690A027567}"/>
          </ac:spMkLst>
        </pc:spChg>
        <pc:spChg chg="add mod">
          <ac:chgData name="Ahmed Salah ELDin" userId="68850134-226f-4097-a9a8-787fd6814b0e" providerId="ADAL" clId="{41529A9F-B598-4F6F-BF77-A2C038883ABA}" dt="2024-10-12T02:22:10.025" v="4197" actId="20577"/>
          <ac:spMkLst>
            <pc:docMk/>
            <pc:sldMk cId="3263609219" sldId="1287"/>
            <ac:spMk id="7" creationId="{5460200A-1C96-FF45-370A-6D4DC046635B}"/>
          </ac:spMkLst>
        </pc:spChg>
        <pc:spChg chg="del">
          <ac:chgData name="Ahmed Salah ELDin" userId="68850134-226f-4097-a9a8-787fd6814b0e" providerId="ADAL" clId="{41529A9F-B598-4F6F-BF77-A2C038883ABA}" dt="2024-10-12T02:16:59.949" v="4149" actId="478"/>
          <ac:spMkLst>
            <pc:docMk/>
            <pc:sldMk cId="3263609219" sldId="1287"/>
            <ac:spMk id="21506" creationId="{00000000-0000-0000-0000-000000000000}"/>
          </ac:spMkLst>
        </pc:spChg>
        <pc:spChg chg="mod">
          <ac:chgData name="Ahmed Salah ELDin" userId="68850134-226f-4097-a9a8-787fd6814b0e" providerId="ADAL" clId="{41529A9F-B598-4F6F-BF77-A2C038883ABA}" dt="2024-10-12T02:20:54.162" v="4183" actId="403"/>
          <ac:spMkLst>
            <pc:docMk/>
            <pc:sldMk cId="3263609219" sldId="1287"/>
            <ac:spMk id="455683" creationId="{00000000-0000-0000-0000-000000000000}"/>
          </ac:spMkLst>
        </pc:spChg>
        <pc:picChg chg="mod">
          <ac:chgData name="Ahmed Salah ELDin" userId="68850134-226f-4097-a9a8-787fd6814b0e" providerId="ADAL" clId="{41529A9F-B598-4F6F-BF77-A2C038883ABA}" dt="2024-10-12T02:22:23.867" v="4198" actId="14100"/>
          <ac:picMkLst>
            <pc:docMk/>
            <pc:sldMk cId="3263609219" sldId="1287"/>
            <ac:picMk id="6" creationId="{7495C9CC-994D-93D7-F83F-8A7519476BB3}"/>
          </ac:picMkLst>
        </pc:picChg>
      </pc:sldChg>
      <pc:sldChg chg="addSp delSp modSp add mod delAnim modAnim">
        <pc:chgData name="Ahmed Salah ELDin" userId="68850134-226f-4097-a9a8-787fd6814b0e" providerId="ADAL" clId="{41529A9F-B598-4F6F-BF77-A2C038883ABA}" dt="2024-10-12T02:27:37.994" v="4221"/>
        <pc:sldMkLst>
          <pc:docMk/>
          <pc:sldMk cId="3219258967" sldId="1288"/>
        </pc:sldMkLst>
        <pc:spChg chg="del">
          <ac:chgData name="Ahmed Salah ELDin" userId="68850134-226f-4097-a9a8-787fd6814b0e" providerId="ADAL" clId="{41529A9F-B598-4F6F-BF77-A2C038883ABA}" dt="2024-10-12T02:22:57.742" v="4203" actId="478"/>
          <ac:spMkLst>
            <pc:docMk/>
            <pc:sldMk cId="3219258967" sldId="1288"/>
            <ac:spMk id="2" creationId="{1BA0046F-D3D7-8B21-401D-D9B57442828D}"/>
          </ac:spMkLst>
        </pc:spChg>
        <pc:spChg chg="add del mod">
          <ac:chgData name="Ahmed Salah ELDin" userId="68850134-226f-4097-a9a8-787fd6814b0e" providerId="ADAL" clId="{41529A9F-B598-4F6F-BF77-A2C038883ABA}" dt="2024-10-12T02:22:55.865" v="4202" actId="478"/>
          <ac:spMkLst>
            <pc:docMk/>
            <pc:sldMk cId="3219258967" sldId="1288"/>
            <ac:spMk id="4" creationId="{7C0D0961-58A5-1F62-20B9-160B1727A346}"/>
          </ac:spMkLst>
        </pc:spChg>
        <pc:spChg chg="del">
          <ac:chgData name="Ahmed Salah ELDin" userId="68850134-226f-4097-a9a8-787fd6814b0e" providerId="ADAL" clId="{41529A9F-B598-4F6F-BF77-A2C038883ABA}" dt="2024-10-12T02:22:51.954" v="4201" actId="478"/>
          <ac:spMkLst>
            <pc:docMk/>
            <pc:sldMk cId="3219258967" sldId="1288"/>
            <ac:spMk id="455683" creationId="{00000000-0000-0000-0000-000000000000}"/>
          </ac:spMkLst>
        </pc:spChg>
        <pc:picChg chg="add mod">
          <ac:chgData name="Ahmed Salah ELDin" userId="68850134-226f-4097-a9a8-787fd6814b0e" providerId="ADAL" clId="{41529A9F-B598-4F6F-BF77-A2C038883ABA}" dt="2024-10-12T02:27:21.236" v="4218" actId="1076"/>
          <ac:picMkLst>
            <pc:docMk/>
            <pc:sldMk cId="3219258967" sldId="1288"/>
            <ac:picMk id="6" creationId="{DE07D206-EAD9-1B89-40B4-F75AEF007787}"/>
          </ac:picMkLst>
        </pc:picChg>
        <pc:picChg chg="add mod">
          <ac:chgData name="Ahmed Salah ELDin" userId="68850134-226f-4097-a9a8-787fd6814b0e" providerId="ADAL" clId="{41529A9F-B598-4F6F-BF77-A2C038883ABA}" dt="2024-10-12T02:26:53.947" v="4217" actId="1076"/>
          <ac:picMkLst>
            <pc:docMk/>
            <pc:sldMk cId="3219258967" sldId="1288"/>
            <ac:picMk id="8" creationId="{62D276E5-739C-33DB-C382-C7B4D011583E}"/>
          </ac:picMkLst>
        </pc:picChg>
        <pc:picChg chg="add mod">
          <ac:chgData name="Ahmed Salah ELDin" userId="68850134-226f-4097-a9a8-787fd6814b0e" providerId="ADAL" clId="{41529A9F-B598-4F6F-BF77-A2C038883ABA}" dt="2024-10-12T02:26:47.321" v="4216" actId="1076"/>
          <ac:picMkLst>
            <pc:docMk/>
            <pc:sldMk cId="3219258967" sldId="1288"/>
            <ac:picMk id="10" creationId="{A35F0485-408C-8B63-4E9A-F8C389A0C22A}"/>
          </ac:picMkLst>
        </pc:picChg>
        <pc:picChg chg="del">
          <ac:chgData name="Ahmed Salah ELDin" userId="68850134-226f-4097-a9a8-787fd6814b0e" providerId="ADAL" clId="{41529A9F-B598-4F6F-BF77-A2C038883ABA}" dt="2024-10-12T02:22:58.725" v="4204" actId="478"/>
          <ac:picMkLst>
            <pc:docMk/>
            <pc:sldMk cId="3219258967" sldId="1288"/>
            <ac:picMk id="21508" creationId="{00000000-0000-0000-0000-000000000000}"/>
          </ac:picMkLst>
        </pc:picChg>
      </pc:sldChg>
      <pc:sldChg chg="addSp delSp modSp add mod delAnim modAnim">
        <pc:chgData name="Ahmed Salah ELDin" userId="68850134-226f-4097-a9a8-787fd6814b0e" providerId="ADAL" clId="{41529A9F-B598-4F6F-BF77-A2C038883ABA}" dt="2024-10-12T11:40:48.609" v="5473" actId="1037"/>
        <pc:sldMkLst>
          <pc:docMk/>
          <pc:sldMk cId="1424969069" sldId="1289"/>
        </pc:sldMkLst>
        <pc:spChg chg="mod">
          <ac:chgData name="Ahmed Salah ELDin" userId="68850134-226f-4097-a9a8-787fd6814b0e" providerId="ADAL" clId="{41529A9F-B598-4F6F-BF77-A2C038883ABA}" dt="2024-10-12T11:18:15.828" v="4880" actId="1076"/>
          <ac:spMkLst>
            <pc:docMk/>
            <pc:sldMk cId="1424969069" sldId="1289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2T11:22:48.253" v="4926" actId="14100"/>
          <ac:spMkLst>
            <pc:docMk/>
            <pc:sldMk cId="1424969069" sldId="1289"/>
            <ac:spMk id="3" creationId="{3CC5B943-A737-2E09-8DF5-AD94F37CD1B3}"/>
          </ac:spMkLst>
        </pc:spChg>
        <pc:spChg chg="add mod">
          <ac:chgData name="Ahmed Salah ELDin" userId="68850134-226f-4097-a9a8-787fd6814b0e" providerId="ADAL" clId="{41529A9F-B598-4F6F-BF77-A2C038883ABA}" dt="2024-10-12T11:37:47.826" v="5376" actId="1036"/>
          <ac:spMkLst>
            <pc:docMk/>
            <pc:sldMk cId="1424969069" sldId="1289"/>
            <ac:spMk id="11" creationId="{B76E7060-225B-93FF-DC69-688EDBEF244E}"/>
          </ac:spMkLst>
        </pc:spChg>
        <pc:spChg chg="add mod">
          <ac:chgData name="Ahmed Salah ELDin" userId="68850134-226f-4097-a9a8-787fd6814b0e" providerId="ADAL" clId="{41529A9F-B598-4F6F-BF77-A2C038883ABA}" dt="2024-10-12T11:18:57.388" v="4890" actId="14100"/>
          <ac:spMkLst>
            <pc:docMk/>
            <pc:sldMk cId="1424969069" sldId="1289"/>
            <ac:spMk id="12" creationId="{25A0A5F4-8CB2-8872-D65D-455A7E3EE246}"/>
          </ac:spMkLst>
        </pc:spChg>
        <pc:spChg chg="add del">
          <ac:chgData name="Ahmed Salah ELDin" userId="68850134-226f-4097-a9a8-787fd6814b0e" providerId="ADAL" clId="{41529A9F-B598-4F6F-BF77-A2C038883ABA}" dt="2024-10-12T11:38:44.258" v="5383" actId="22"/>
          <ac:spMkLst>
            <pc:docMk/>
            <pc:sldMk cId="1424969069" sldId="1289"/>
            <ac:spMk id="16" creationId="{F4DB4E67-510B-BCC9-F0E7-02135350B3E2}"/>
          </ac:spMkLst>
        </pc:spChg>
        <pc:spChg chg="add mod">
          <ac:chgData name="Ahmed Salah ELDin" userId="68850134-226f-4097-a9a8-787fd6814b0e" providerId="ADAL" clId="{41529A9F-B598-4F6F-BF77-A2C038883ABA}" dt="2024-10-12T11:40:48.609" v="5473" actId="1037"/>
          <ac:spMkLst>
            <pc:docMk/>
            <pc:sldMk cId="1424969069" sldId="1289"/>
            <ac:spMk id="18" creationId="{2E289E8D-CF0E-2C52-FEA7-28B3E318E5A5}"/>
          </ac:spMkLst>
        </pc:spChg>
        <pc:picChg chg="del">
          <ac:chgData name="Ahmed Salah ELDin" userId="68850134-226f-4097-a9a8-787fd6814b0e" providerId="ADAL" clId="{41529A9F-B598-4F6F-BF77-A2C038883ABA}" dt="2024-10-12T02:29:35.269" v="4260" actId="478"/>
          <ac:picMkLst>
            <pc:docMk/>
            <pc:sldMk cId="1424969069" sldId="1289"/>
            <ac:picMk id="6" creationId="{62841727-8648-69F4-69CA-CF68F9F4782A}"/>
          </ac:picMkLst>
        </pc:picChg>
        <pc:picChg chg="add mod">
          <ac:chgData name="Ahmed Salah ELDin" userId="68850134-226f-4097-a9a8-787fd6814b0e" providerId="ADAL" clId="{41529A9F-B598-4F6F-BF77-A2C038883ABA}" dt="2024-10-12T11:37:47.826" v="5376" actId="1036"/>
          <ac:picMkLst>
            <pc:docMk/>
            <pc:sldMk cId="1424969069" sldId="1289"/>
            <ac:picMk id="7" creationId="{4BFE9B5F-9145-4C93-90EF-7280221B6A44}"/>
          </ac:picMkLst>
        </pc:picChg>
        <pc:picChg chg="add mod">
          <ac:chgData name="Ahmed Salah ELDin" userId="68850134-226f-4097-a9a8-787fd6814b0e" providerId="ADAL" clId="{41529A9F-B598-4F6F-BF77-A2C038883ABA}" dt="2024-10-12T11:37:47.826" v="5376" actId="1036"/>
          <ac:picMkLst>
            <pc:docMk/>
            <pc:sldMk cId="1424969069" sldId="1289"/>
            <ac:picMk id="9" creationId="{844CFE94-E046-E8D2-87A9-09666E7CE0A0}"/>
          </ac:picMkLst>
        </pc:picChg>
        <pc:picChg chg="del">
          <ac:chgData name="Ahmed Salah ELDin" userId="68850134-226f-4097-a9a8-787fd6814b0e" providerId="ADAL" clId="{41529A9F-B598-4F6F-BF77-A2C038883ABA}" dt="2024-10-12T02:31:00.937" v="4314" actId="478"/>
          <ac:picMkLst>
            <pc:docMk/>
            <pc:sldMk cId="1424969069" sldId="1289"/>
            <ac:picMk id="10" creationId="{B87071BC-988C-CCDB-3F0C-0D0926962A44}"/>
          </ac:picMkLst>
        </pc:picChg>
        <pc:picChg chg="add mod modCrop">
          <ac:chgData name="Ahmed Salah ELDin" userId="68850134-226f-4097-a9a8-787fd6814b0e" providerId="ADAL" clId="{41529A9F-B598-4F6F-BF77-A2C038883ABA}" dt="2024-10-12T11:40:48.609" v="5473" actId="1037"/>
          <ac:picMkLst>
            <pc:docMk/>
            <pc:sldMk cId="1424969069" sldId="1289"/>
            <ac:picMk id="14" creationId="{0D5792DE-9B5E-E4CA-1C68-C87E7092CF07}"/>
          </ac:picMkLst>
        </pc:picChg>
      </pc:sldChg>
      <pc:sldChg chg="addSp modSp add mod modAnim">
        <pc:chgData name="Ahmed Salah ELDin" userId="68850134-226f-4097-a9a8-787fd6814b0e" providerId="ADAL" clId="{41529A9F-B598-4F6F-BF77-A2C038883ABA}" dt="2024-10-12T11:23:32.325" v="4935" actId="14100"/>
        <pc:sldMkLst>
          <pc:docMk/>
          <pc:sldMk cId="4063903008" sldId="1290"/>
        </pc:sldMkLst>
        <pc:spChg chg="mod">
          <ac:chgData name="Ahmed Salah ELDin" userId="68850134-226f-4097-a9a8-787fd6814b0e" providerId="ADAL" clId="{41529A9F-B598-4F6F-BF77-A2C038883ABA}" dt="2024-10-12T11:23:32.325" v="4935" actId="14100"/>
          <ac:spMkLst>
            <pc:docMk/>
            <pc:sldMk cId="4063903008" sldId="1290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2T11:23:31.852" v="4934" actId="14100"/>
          <ac:spMkLst>
            <pc:docMk/>
            <pc:sldMk cId="4063903008" sldId="1290"/>
            <ac:spMk id="3" creationId="{3CC5B943-A737-2E09-8DF5-AD94F37CD1B3}"/>
          </ac:spMkLst>
        </pc:spChg>
        <pc:picChg chg="add mod">
          <ac:chgData name="Ahmed Salah ELDin" userId="68850134-226f-4097-a9a8-787fd6814b0e" providerId="ADAL" clId="{41529A9F-B598-4F6F-BF77-A2C038883ABA}" dt="2024-10-12T02:38:37.339" v="4484" actId="14100"/>
          <ac:picMkLst>
            <pc:docMk/>
            <pc:sldMk cId="4063903008" sldId="1290"/>
            <ac:picMk id="6" creationId="{246B829B-F3AF-E4CE-ACCC-066AD0D037E9}"/>
          </ac:picMkLst>
        </pc:picChg>
        <pc:picChg chg="add mod">
          <ac:chgData name="Ahmed Salah ELDin" userId="68850134-226f-4097-a9a8-787fd6814b0e" providerId="ADAL" clId="{41529A9F-B598-4F6F-BF77-A2C038883ABA}" dt="2024-10-12T02:38:49.891" v="4489" actId="14100"/>
          <ac:picMkLst>
            <pc:docMk/>
            <pc:sldMk cId="4063903008" sldId="1290"/>
            <ac:picMk id="8" creationId="{0FE352E5-5F77-3EA6-F6CB-513FB2E82284}"/>
          </ac:picMkLst>
        </pc:picChg>
      </pc:sldChg>
      <pc:sldChg chg="add del">
        <pc:chgData name="Ahmed Salah ELDin" userId="68850134-226f-4097-a9a8-787fd6814b0e" providerId="ADAL" clId="{41529A9F-B598-4F6F-BF77-A2C038883ABA}" dt="2024-10-12T11:32:56.377" v="5288" actId="47"/>
        <pc:sldMkLst>
          <pc:docMk/>
          <pc:sldMk cId="664309313" sldId="1291"/>
        </pc:sldMkLst>
      </pc:sldChg>
      <pc:sldChg chg="addSp delSp modSp add mod delAnim modAnim">
        <pc:chgData name="Ahmed Salah ELDin" userId="68850134-226f-4097-a9a8-787fd6814b0e" providerId="ADAL" clId="{41529A9F-B598-4F6F-BF77-A2C038883ABA}" dt="2024-10-12T11:20:54.339" v="4907"/>
        <pc:sldMkLst>
          <pc:docMk/>
          <pc:sldMk cId="1443447117" sldId="1292"/>
        </pc:sldMkLst>
        <pc:spChg chg="mod">
          <ac:chgData name="Ahmed Salah ELDin" userId="68850134-226f-4097-a9a8-787fd6814b0e" providerId="ADAL" clId="{41529A9F-B598-4F6F-BF77-A2C038883ABA}" dt="2024-10-12T11:10:27.670" v="4791" actId="20577"/>
          <ac:spMkLst>
            <pc:docMk/>
            <pc:sldMk cId="1443447117" sldId="1292"/>
            <ac:spMk id="3" creationId="{3CC5B943-A737-2E09-8DF5-AD94F37CD1B3}"/>
          </ac:spMkLst>
        </pc:spChg>
        <pc:spChg chg="add mod">
          <ac:chgData name="Ahmed Salah ELDin" userId="68850134-226f-4097-a9a8-787fd6814b0e" providerId="ADAL" clId="{41529A9F-B598-4F6F-BF77-A2C038883ABA}" dt="2024-10-12T02:41:26.850" v="4554" actId="207"/>
          <ac:spMkLst>
            <pc:docMk/>
            <pc:sldMk cId="1443447117" sldId="1292"/>
            <ac:spMk id="7" creationId="{288B3E3B-1DBB-F50F-F100-838DB16342F4}"/>
          </ac:spMkLst>
        </pc:spChg>
        <pc:spChg chg="add mod">
          <ac:chgData name="Ahmed Salah ELDin" userId="68850134-226f-4097-a9a8-787fd6814b0e" providerId="ADAL" clId="{41529A9F-B598-4F6F-BF77-A2C038883ABA}" dt="2024-10-12T02:42:43.799" v="4620" actId="1076"/>
          <ac:spMkLst>
            <pc:docMk/>
            <pc:sldMk cId="1443447117" sldId="1292"/>
            <ac:spMk id="9" creationId="{B84A8507-FB3A-0D5C-C780-3AC68AAA2783}"/>
          </ac:spMkLst>
        </pc:spChg>
        <pc:spChg chg="add mod">
          <ac:chgData name="Ahmed Salah ELDin" userId="68850134-226f-4097-a9a8-787fd6814b0e" providerId="ADAL" clId="{41529A9F-B598-4F6F-BF77-A2C038883ABA}" dt="2024-10-12T11:09:05.146" v="4680" actId="13926"/>
          <ac:spMkLst>
            <pc:docMk/>
            <pc:sldMk cId="1443447117" sldId="1292"/>
            <ac:spMk id="11" creationId="{A2B37C57-3AFD-A0FB-FF89-C73FE5856BAC}"/>
          </ac:spMkLst>
        </pc:spChg>
        <pc:spChg chg="add mod">
          <ac:chgData name="Ahmed Salah ELDin" userId="68850134-226f-4097-a9a8-787fd6814b0e" providerId="ADAL" clId="{41529A9F-B598-4F6F-BF77-A2C038883ABA}" dt="2024-10-12T11:20:29.867" v="4906" actId="14100"/>
          <ac:spMkLst>
            <pc:docMk/>
            <pc:sldMk cId="1443447117" sldId="1292"/>
            <ac:spMk id="12" creationId="{22E5FACE-3F59-D820-6CD5-8E55524FF149}"/>
          </ac:spMkLst>
        </pc:spChg>
        <pc:picChg chg="del">
          <ac:chgData name="Ahmed Salah ELDin" userId="68850134-226f-4097-a9a8-787fd6814b0e" providerId="ADAL" clId="{41529A9F-B598-4F6F-BF77-A2C038883ABA}" dt="2024-10-12T02:40:47.076" v="4526" actId="478"/>
          <ac:picMkLst>
            <pc:docMk/>
            <pc:sldMk cId="1443447117" sldId="1292"/>
            <ac:picMk id="6" creationId="{246B829B-F3AF-E4CE-ACCC-066AD0D037E9}"/>
          </ac:picMkLst>
        </pc:picChg>
        <pc:picChg chg="del">
          <ac:chgData name="Ahmed Salah ELDin" userId="68850134-226f-4097-a9a8-787fd6814b0e" providerId="ADAL" clId="{41529A9F-B598-4F6F-BF77-A2C038883ABA}" dt="2024-10-12T02:42:49.013" v="4621" actId="478"/>
          <ac:picMkLst>
            <pc:docMk/>
            <pc:sldMk cId="1443447117" sldId="1292"/>
            <ac:picMk id="8" creationId="{0FE352E5-5F77-3EA6-F6CB-513FB2E82284}"/>
          </ac:picMkLst>
        </pc:picChg>
      </pc:sldChg>
      <pc:sldChg chg="modSp new mod">
        <pc:chgData name="Ahmed Salah ELDin" userId="68850134-226f-4097-a9a8-787fd6814b0e" providerId="ADAL" clId="{41529A9F-B598-4F6F-BF77-A2C038883ABA}" dt="2024-10-12T11:13:35.448" v="4806" actId="20577"/>
        <pc:sldMkLst>
          <pc:docMk/>
          <pc:sldMk cId="1958485420" sldId="1293"/>
        </pc:sldMkLst>
        <pc:spChg chg="mod">
          <ac:chgData name="Ahmed Salah ELDin" userId="68850134-226f-4097-a9a8-787fd6814b0e" providerId="ADAL" clId="{41529A9F-B598-4F6F-BF77-A2C038883ABA}" dt="2024-10-12T11:13:35.448" v="4806" actId="20577"/>
          <ac:spMkLst>
            <pc:docMk/>
            <pc:sldMk cId="1958485420" sldId="1293"/>
            <ac:spMk id="2" creationId="{BAFA20A7-767A-B475-D3B4-2C1661089493}"/>
          </ac:spMkLst>
        </pc:spChg>
      </pc:sldChg>
      <pc:sldChg chg="addSp delSp modSp add mod modAnim">
        <pc:chgData name="Ahmed Salah ELDin" userId="68850134-226f-4097-a9a8-787fd6814b0e" providerId="ADAL" clId="{41529A9F-B598-4F6F-BF77-A2C038883ABA}" dt="2024-10-12T11:43:16.640" v="5515"/>
        <pc:sldMkLst>
          <pc:docMk/>
          <pc:sldMk cId="170888633" sldId="1294"/>
        </pc:sldMkLst>
        <pc:spChg chg="mod">
          <ac:chgData name="Ahmed Salah ELDin" userId="68850134-226f-4097-a9a8-787fd6814b0e" providerId="ADAL" clId="{41529A9F-B598-4F6F-BF77-A2C038883ABA}" dt="2024-10-12T11:24:44.056" v="4954" actId="20577"/>
          <ac:spMkLst>
            <pc:docMk/>
            <pc:sldMk cId="170888633" sldId="1294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2T11:43:11.506" v="5513" actId="20577"/>
          <ac:spMkLst>
            <pc:docMk/>
            <pc:sldMk cId="170888633" sldId="1294"/>
            <ac:spMk id="3" creationId="{3CC5B943-A737-2E09-8DF5-AD94F37CD1B3}"/>
          </ac:spMkLst>
        </pc:spChg>
        <pc:spChg chg="add del mod">
          <ac:chgData name="Ahmed Salah ELDin" userId="68850134-226f-4097-a9a8-787fd6814b0e" providerId="ADAL" clId="{41529A9F-B598-4F6F-BF77-A2C038883ABA}" dt="2024-10-12T11:32:15.467" v="5274" actId="22"/>
          <ac:spMkLst>
            <pc:docMk/>
            <pc:sldMk cId="170888633" sldId="1294"/>
            <ac:spMk id="6" creationId="{1E0ACFD9-8277-49F6-69C8-F68726B13508}"/>
          </ac:spMkLst>
        </pc:spChg>
        <pc:spChg chg="add del">
          <ac:chgData name="Ahmed Salah ELDin" userId="68850134-226f-4097-a9a8-787fd6814b0e" providerId="ADAL" clId="{41529A9F-B598-4F6F-BF77-A2C038883ABA}" dt="2024-10-12T11:32:52.340" v="5286" actId="22"/>
          <ac:spMkLst>
            <pc:docMk/>
            <pc:sldMk cId="170888633" sldId="1294"/>
            <ac:spMk id="8" creationId="{3492A6E4-902D-095E-ECD0-C7665ED69F62}"/>
          </ac:spMkLst>
        </pc:spChg>
        <pc:spChg chg="add mod">
          <ac:chgData name="Ahmed Salah ELDin" userId="68850134-226f-4097-a9a8-787fd6814b0e" providerId="ADAL" clId="{41529A9F-B598-4F6F-BF77-A2C038883ABA}" dt="2024-10-12T11:43:13.366" v="5514"/>
          <ac:spMkLst>
            <pc:docMk/>
            <pc:sldMk cId="170888633" sldId="1294"/>
            <ac:spMk id="9" creationId="{046D2F47-12FB-AB2F-37E7-3CB44203BDC4}"/>
          </ac:spMkLst>
        </pc:spChg>
      </pc:sldChg>
      <pc:sldChg chg="addSp delSp modSp add del mod delAnim modAnim">
        <pc:chgData name="Ahmed Salah ELDin" userId="68850134-226f-4097-a9a8-787fd6814b0e" providerId="ADAL" clId="{41529A9F-B598-4F6F-BF77-A2C038883ABA}" dt="2024-10-12T11:19:43.672" v="4900" actId="47"/>
        <pc:sldMkLst>
          <pc:docMk/>
          <pc:sldMk cId="770295295" sldId="1294"/>
        </pc:sldMkLst>
        <pc:spChg chg="mod">
          <ac:chgData name="Ahmed Salah ELDin" userId="68850134-226f-4097-a9a8-787fd6814b0e" providerId="ADAL" clId="{41529A9F-B598-4F6F-BF77-A2C038883ABA}" dt="2024-10-12T11:18:33.959" v="4885" actId="21"/>
          <ac:spMkLst>
            <pc:docMk/>
            <pc:sldMk cId="770295295" sldId="1294"/>
            <ac:spMk id="3" creationId="{3CC5B943-A737-2E09-8DF5-AD94F37CD1B3}"/>
          </ac:spMkLst>
        </pc:spChg>
        <pc:spChg chg="add del">
          <ac:chgData name="Ahmed Salah ELDin" userId="68850134-226f-4097-a9a8-787fd6814b0e" providerId="ADAL" clId="{41529A9F-B598-4F6F-BF77-A2C038883ABA}" dt="2024-10-12T11:17:11.331" v="4855" actId="22"/>
          <ac:spMkLst>
            <pc:docMk/>
            <pc:sldMk cId="770295295" sldId="1294"/>
            <ac:spMk id="6" creationId="{1557DBFA-C6D1-1929-6555-CC0F8EADAB5E}"/>
          </ac:spMkLst>
        </pc:spChg>
        <pc:spChg chg="add del">
          <ac:chgData name="Ahmed Salah ELDin" userId="68850134-226f-4097-a9a8-787fd6814b0e" providerId="ADAL" clId="{41529A9F-B598-4F6F-BF77-A2C038883ABA}" dt="2024-10-12T11:17:13.527" v="4857" actId="22"/>
          <ac:spMkLst>
            <pc:docMk/>
            <pc:sldMk cId="770295295" sldId="1294"/>
            <ac:spMk id="10" creationId="{D3664CF8-A8F1-4AF0-E78D-ED532D87407B}"/>
          </ac:spMkLst>
        </pc:spChg>
        <pc:spChg chg="del">
          <ac:chgData name="Ahmed Salah ELDin" userId="68850134-226f-4097-a9a8-787fd6814b0e" providerId="ADAL" clId="{41529A9F-B598-4F6F-BF77-A2C038883ABA}" dt="2024-10-12T11:17:00.735" v="4852" actId="478"/>
          <ac:spMkLst>
            <pc:docMk/>
            <pc:sldMk cId="770295295" sldId="1294"/>
            <ac:spMk id="11" creationId="{B76E7060-225B-93FF-DC69-688EDBEF244E}"/>
          </ac:spMkLst>
        </pc:spChg>
        <pc:spChg chg="add del">
          <ac:chgData name="Ahmed Salah ELDin" userId="68850134-226f-4097-a9a8-787fd6814b0e" providerId="ADAL" clId="{41529A9F-B598-4F6F-BF77-A2C038883ABA}" dt="2024-10-12T11:17:15.037" v="4859" actId="22"/>
          <ac:spMkLst>
            <pc:docMk/>
            <pc:sldMk cId="770295295" sldId="1294"/>
            <ac:spMk id="13" creationId="{27BB737A-5730-925A-7226-C80E6DBCFEF1}"/>
          </ac:spMkLst>
        </pc:spChg>
        <pc:spChg chg="add mod">
          <ac:chgData name="Ahmed Salah ELDin" userId="68850134-226f-4097-a9a8-787fd6814b0e" providerId="ADAL" clId="{41529A9F-B598-4F6F-BF77-A2C038883ABA}" dt="2024-10-12T11:17:49.131" v="4878" actId="1076"/>
          <ac:spMkLst>
            <pc:docMk/>
            <pc:sldMk cId="770295295" sldId="1294"/>
            <ac:spMk id="15" creationId="{1C9CA62D-9DB2-0F14-FBA1-3F80AA0B6C6A}"/>
          </ac:spMkLst>
        </pc:spChg>
        <pc:picChg chg="del">
          <ac:chgData name="Ahmed Salah ELDin" userId="68850134-226f-4097-a9a8-787fd6814b0e" providerId="ADAL" clId="{41529A9F-B598-4F6F-BF77-A2C038883ABA}" dt="2024-10-12T11:16:59.453" v="4851" actId="478"/>
          <ac:picMkLst>
            <pc:docMk/>
            <pc:sldMk cId="770295295" sldId="1294"/>
            <ac:picMk id="7" creationId="{4BFE9B5F-9145-4C93-90EF-7280221B6A44}"/>
          </ac:picMkLst>
        </pc:picChg>
        <pc:picChg chg="del">
          <ac:chgData name="Ahmed Salah ELDin" userId="68850134-226f-4097-a9a8-787fd6814b0e" providerId="ADAL" clId="{41529A9F-B598-4F6F-BF77-A2C038883ABA}" dt="2024-10-12T11:17:01.303" v="4853" actId="478"/>
          <ac:picMkLst>
            <pc:docMk/>
            <pc:sldMk cId="770295295" sldId="1294"/>
            <ac:picMk id="9" creationId="{844CFE94-E046-E8D2-87A9-09666E7CE0A0}"/>
          </ac:picMkLst>
        </pc:picChg>
      </pc:sldChg>
      <pc:sldChg chg="addSp modSp add mod modAnim">
        <pc:chgData name="Ahmed Salah ELDin" userId="68850134-226f-4097-a9a8-787fd6814b0e" providerId="ADAL" clId="{41529A9F-B598-4F6F-BF77-A2C038883ABA}" dt="2024-10-12T11:43:37.752" v="5518"/>
        <pc:sldMkLst>
          <pc:docMk/>
          <pc:sldMk cId="1215960154" sldId="1295"/>
        </pc:sldMkLst>
        <pc:spChg chg="mod">
          <ac:chgData name="Ahmed Salah ELDin" userId="68850134-226f-4097-a9a8-787fd6814b0e" providerId="ADAL" clId="{41529A9F-B598-4F6F-BF77-A2C038883ABA}" dt="2024-10-12T11:42:10.098" v="5492" actId="20577"/>
          <ac:spMkLst>
            <pc:docMk/>
            <pc:sldMk cId="1215960154" sldId="1295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2T11:43:35.906" v="5517" actId="20577"/>
          <ac:spMkLst>
            <pc:docMk/>
            <pc:sldMk cId="1215960154" sldId="1295"/>
            <ac:spMk id="3" creationId="{3CC5B943-A737-2E09-8DF5-AD94F37CD1B3}"/>
          </ac:spMkLst>
        </pc:spChg>
        <pc:spChg chg="add mod">
          <ac:chgData name="Ahmed Salah ELDin" userId="68850134-226f-4097-a9a8-787fd6814b0e" providerId="ADAL" clId="{41529A9F-B598-4F6F-BF77-A2C038883ABA}" dt="2024-10-12T11:43:37.752" v="5518"/>
          <ac:spMkLst>
            <pc:docMk/>
            <pc:sldMk cId="1215960154" sldId="1295"/>
            <ac:spMk id="5" creationId="{311F5819-76CC-40AF-D687-BA605432894D}"/>
          </ac:spMkLst>
        </pc:spChg>
      </pc:sldChg>
      <pc:sldChg chg="addSp delSp modSp add mod ord modAnim">
        <pc:chgData name="Ahmed Salah ELDin" userId="68850134-226f-4097-a9a8-787fd6814b0e" providerId="ADAL" clId="{41529A9F-B598-4F6F-BF77-A2C038883ABA}" dt="2024-10-12T11:43:30.296" v="5516" actId="20577"/>
        <pc:sldMkLst>
          <pc:docMk/>
          <pc:sldMk cId="3805055177" sldId="1296"/>
        </pc:sldMkLst>
        <pc:spChg chg="mod">
          <ac:chgData name="Ahmed Salah ELDin" userId="68850134-226f-4097-a9a8-787fd6814b0e" providerId="ADAL" clId="{41529A9F-B598-4F6F-BF77-A2C038883ABA}" dt="2024-10-12T11:42:12.765" v="5493" actId="20577"/>
          <ac:spMkLst>
            <pc:docMk/>
            <pc:sldMk cId="3805055177" sldId="1296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2T11:43:30.296" v="5516" actId="20577"/>
          <ac:spMkLst>
            <pc:docMk/>
            <pc:sldMk cId="3805055177" sldId="1296"/>
            <ac:spMk id="3" creationId="{3CC5B943-A737-2E09-8DF5-AD94F37CD1B3}"/>
          </ac:spMkLst>
        </pc:spChg>
        <pc:spChg chg="add mod">
          <ac:chgData name="Ahmed Salah ELDin" userId="68850134-226f-4097-a9a8-787fd6814b0e" providerId="ADAL" clId="{41529A9F-B598-4F6F-BF77-A2C038883ABA}" dt="2024-10-12T11:42:59.696" v="5510" actId="13822"/>
          <ac:spMkLst>
            <pc:docMk/>
            <pc:sldMk cId="3805055177" sldId="1296"/>
            <ac:spMk id="6" creationId="{CC8759A3-62FC-9237-39FA-046A7AAA695E}"/>
          </ac:spMkLst>
        </pc:spChg>
        <pc:spChg chg="add del">
          <ac:chgData name="Ahmed Salah ELDin" userId="68850134-226f-4097-a9a8-787fd6814b0e" providerId="ADAL" clId="{41529A9F-B598-4F6F-BF77-A2C038883ABA}" dt="2024-10-12T11:43:03.530" v="5512" actId="478"/>
          <ac:spMkLst>
            <pc:docMk/>
            <pc:sldMk cId="3805055177" sldId="1296"/>
            <ac:spMk id="7" creationId="{77E6C19E-CFEF-B3B0-9FB1-99CD7EB52512}"/>
          </ac:spMkLst>
        </pc:spChg>
      </pc:sldChg>
      <pc:sldChg chg="addSp delSp modSp add mod modAnim">
        <pc:chgData name="Ahmed Salah ELDin" userId="68850134-226f-4097-a9a8-787fd6814b0e" providerId="ADAL" clId="{41529A9F-B598-4F6F-BF77-A2C038883ABA}" dt="2024-10-12T11:49:34.512" v="5791"/>
        <pc:sldMkLst>
          <pc:docMk/>
          <pc:sldMk cId="917922634" sldId="1297"/>
        </pc:sldMkLst>
        <pc:spChg chg="mod">
          <ac:chgData name="Ahmed Salah ELDin" userId="68850134-226f-4097-a9a8-787fd6814b0e" providerId="ADAL" clId="{41529A9F-B598-4F6F-BF77-A2C038883ABA}" dt="2024-10-12T11:45:00.183" v="5542" actId="20577"/>
          <ac:spMkLst>
            <pc:docMk/>
            <pc:sldMk cId="917922634" sldId="1297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2T11:47:42.677" v="5720" actId="20577"/>
          <ac:spMkLst>
            <pc:docMk/>
            <pc:sldMk cId="917922634" sldId="1297"/>
            <ac:spMk id="3" creationId="{3CC5B943-A737-2E09-8DF5-AD94F37CD1B3}"/>
          </ac:spMkLst>
        </pc:spChg>
        <pc:spChg chg="del mod">
          <ac:chgData name="Ahmed Salah ELDin" userId="68850134-226f-4097-a9a8-787fd6814b0e" providerId="ADAL" clId="{41529A9F-B598-4F6F-BF77-A2C038883ABA}" dt="2024-10-12T11:49:31.039" v="5790" actId="478"/>
          <ac:spMkLst>
            <pc:docMk/>
            <pc:sldMk cId="917922634" sldId="1297"/>
            <ac:spMk id="5" creationId="{311F5819-76CC-40AF-D687-BA605432894D}"/>
          </ac:spMkLst>
        </pc:spChg>
        <pc:spChg chg="add mod">
          <ac:chgData name="Ahmed Salah ELDin" userId="68850134-226f-4097-a9a8-787fd6814b0e" providerId="ADAL" clId="{41529A9F-B598-4F6F-BF77-A2C038883ABA}" dt="2024-10-12T11:49:34.512" v="5791"/>
          <ac:spMkLst>
            <pc:docMk/>
            <pc:sldMk cId="917922634" sldId="1297"/>
            <ac:spMk id="6" creationId="{68A8CFD7-4FEC-B3A2-49B7-B61B5B5B7F97}"/>
          </ac:spMkLst>
        </pc:spChg>
      </pc:sldChg>
      <pc:sldChg chg="addSp delSp modSp add mod modAnim">
        <pc:chgData name="Ahmed Salah ELDin" userId="68850134-226f-4097-a9a8-787fd6814b0e" providerId="ADAL" clId="{41529A9F-B598-4F6F-BF77-A2C038883ABA}" dt="2024-10-12T11:49:43.146" v="5793"/>
        <pc:sldMkLst>
          <pc:docMk/>
          <pc:sldMk cId="3740519632" sldId="1298"/>
        </pc:sldMkLst>
        <pc:spChg chg="mod">
          <ac:chgData name="Ahmed Salah ELDin" userId="68850134-226f-4097-a9a8-787fd6814b0e" providerId="ADAL" clId="{41529A9F-B598-4F6F-BF77-A2C038883ABA}" dt="2024-10-12T11:48:10.929" v="5731" actId="20577"/>
          <ac:spMkLst>
            <pc:docMk/>
            <pc:sldMk cId="3740519632" sldId="1298"/>
            <ac:spMk id="2" creationId="{E45FE696-40A0-E814-D48C-7BCC42259B63}"/>
          </ac:spMkLst>
        </pc:spChg>
        <pc:spChg chg="mod">
          <ac:chgData name="Ahmed Salah ELDin" userId="68850134-226f-4097-a9a8-787fd6814b0e" providerId="ADAL" clId="{41529A9F-B598-4F6F-BF77-A2C038883ABA}" dt="2024-10-12T11:49:23.376" v="5788" actId="20577"/>
          <ac:spMkLst>
            <pc:docMk/>
            <pc:sldMk cId="3740519632" sldId="1298"/>
            <ac:spMk id="3" creationId="{3CC5B943-A737-2E09-8DF5-AD94F37CD1B3}"/>
          </ac:spMkLst>
        </pc:spChg>
        <pc:spChg chg="del">
          <ac:chgData name="Ahmed Salah ELDin" userId="68850134-226f-4097-a9a8-787fd6814b0e" providerId="ADAL" clId="{41529A9F-B598-4F6F-BF77-A2C038883ABA}" dt="2024-10-12T11:49:26.095" v="5789" actId="478"/>
          <ac:spMkLst>
            <pc:docMk/>
            <pc:sldMk cId="3740519632" sldId="1298"/>
            <ac:spMk id="5" creationId="{311F5819-76CC-40AF-D687-BA605432894D}"/>
          </ac:spMkLst>
        </pc:spChg>
        <pc:spChg chg="add mod">
          <ac:chgData name="Ahmed Salah ELDin" userId="68850134-226f-4097-a9a8-787fd6814b0e" providerId="ADAL" clId="{41529A9F-B598-4F6F-BF77-A2C038883ABA}" dt="2024-10-12T11:49:35.310" v="5792"/>
          <ac:spMkLst>
            <pc:docMk/>
            <pc:sldMk cId="3740519632" sldId="1298"/>
            <ac:spMk id="6" creationId="{38A335AB-3BC1-368E-142D-A628A2EC5ED3}"/>
          </ac:spMkLst>
        </pc:spChg>
      </pc:sldChg>
      <pc:sldChg chg="modSp add del mod modTransition">
        <pc:chgData name="Ahmed Salah ELDin" userId="68850134-226f-4097-a9a8-787fd6814b0e" providerId="ADAL" clId="{41529A9F-B598-4F6F-BF77-A2C038883ABA}" dt="2024-10-12T19:56:11.658" v="5886" actId="14100"/>
        <pc:sldMkLst>
          <pc:docMk/>
          <pc:sldMk cId="0" sldId="1299"/>
        </pc:sldMkLst>
        <pc:spChg chg="mod">
          <ac:chgData name="Ahmed Salah ELDin" userId="68850134-226f-4097-a9a8-787fd6814b0e" providerId="ADAL" clId="{41529A9F-B598-4F6F-BF77-A2C038883ABA}" dt="2024-10-12T19:56:06.266" v="5885" actId="1076"/>
          <ac:spMkLst>
            <pc:docMk/>
            <pc:sldMk cId="0" sldId="1299"/>
            <ac:spMk id="2" creationId="{00000000-0000-0000-0000-000000000000}"/>
          </ac:spMkLst>
        </pc:spChg>
        <pc:spChg chg="mod">
          <ac:chgData name="Ahmed Salah ELDin" userId="68850134-226f-4097-a9a8-787fd6814b0e" providerId="ADAL" clId="{41529A9F-B598-4F6F-BF77-A2C038883ABA}" dt="2024-10-12T19:56:11.658" v="5886" actId="14100"/>
          <ac:spMkLst>
            <pc:docMk/>
            <pc:sldMk cId="0" sldId="1299"/>
            <ac:spMk id="3" creationId="{00000000-0000-0000-0000-000000000000}"/>
          </ac:spMkLst>
        </pc:spChg>
      </pc:sldChg>
      <pc:sldMasterChg chg="del delSldLayout">
        <pc:chgData name="Ahmed Salah ELDin" userId="68850134-226f-4097-a9a8-787fd6814b0e" providerId="ADAL" clId="{41529A9F-B598-4F6F-BF77-A2C038883ABA}" dt="2024-10-11T22:24:57.356" v="3464" actId="47"/>
        <pc:sldMasterMkLst>
          <pc:docMk/>
          <pc:sldMasterMk cId="1111393702" sldId="2147483673"/>
        </pc:sldMasterMkLst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919175580" sldId="2147483674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2128764987" sldId="2147483675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191253295" sldId="2147483676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1024928321" sldId="2147483677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1012661652" sldId="2147483678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3064551399" sldId="2147483679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95667754" sldId="2147483680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3977755972" sldId="2147483681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648985167" sldId="2147483682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2117135591" sldId="2147483683"/>
          </pc:sldLayoutMkLst>
        </pc:sldLayoutChg>
        <pc:sldLayoutChg chg="del">
          <pc:chgData name="Ahmed Salah ELDin" userId="68850134-226f-4097-a9a8-787fd6814b0e" providerId="ADAL" clId="{41529A9F-B598-4F6F-BF77-A2C038883ABA}" dt="2024-10-11T22:24:57.356" v="3464" actId="47"/>
          <pc:sldLayoutMkLst>
            <pc:docMk/>
            <pc:sldMasterMk cId="1111393702" sldId="2147483673"/>
            <pc:sldLayoutMk cId="613321476" sldId="2147483684"/>
          </pc:sldLayoutMkLst>
        </pc:sldLayoutChg>
      </pc:sldMasterChg>
    </pc:docChg>
  </pc:docChgLst>
  <pc:docChgLst>
    <pc:chgData name="Ahmed Salah ELDin" userId="68850134-226f-4097-a9a8-787fd6814b0e" providerId="ADAL" clId="{F177729E-5FC4-43C6-9147-7AB09CCEC4F2}"/>
    <pc:docChg chg="undo custSel addSld delSld modSld modSection">
      <pc:chgData name="Ahmed Salah ELDin" userId="68850134-226f-4097-a9a8-787fd6814b0e" providerId="ADAL" clId="{F177729E-5FC4-43C6-9147-7AB09CCEC4F2}" dt="2024-12-04T17:52:48.234" v="104" actId="47"/>
      <pc:docMkLst>
        <pc:docMk/>
      </pc:docMkLst>
      <pc:sldChg chg="modSp mod">
        <pc:chgData name="Ahmed Salah ELDin" userId="68850134-226f-4097-a9a8-787fd6814b0e" providerId="ADAL" clId="{F177729E-5FC4-43C6-9147-7AB09CCEC4F2}" dt="2024-10-15T04:39:02.747" v="69" actId="1076"/>
        <pc:sldMkLst>
          <pc:docMk/>
          <pc:sldMk cId="946860532" sldId="859"/>
        </pc:sldMkLst>
        <pc:spChg chg="mod">
          <ac:chgData name="Ahmed Salah ELDin" userId="68850134-226f-4097-a9a8-787fd6814b0e" providerId="ADAL" clId="{F177729E-5FC4-43C6-9147-7AB09CCEC4F2}" dt="2024-10-15T04:38:58.163" v="68" actId="1076"/>
          <ac:spMkLst>
            <pc:docMk/>
            <pc:sldMk cId="946860532" sldId="859"/>
            <ac:spMk id="6" creationId="{DC8D67EB-5611-4AE8-AF77-1819F872B3BD}"/>
          </ac:spMkLst>
        </pc:spChg>
        <pc:graphicFrameChg chg="mod modGraphic">
          <ac:chgData name="Ahmed Salah ELDin" userId="68850134-226f-4097-a9a8-787fd6814b0e" providerId="ADAL" clId="{F177729E-5FC4-43C6-9147-7AB09CCEC4F2}" dt="2024-10-15T04:39:02.747" v="69" actId="1076"/>
          <ac:graphicFrameMkLst>
            <pc:docMk/>
            <pc:sldMk cId="946860532" sldId="859"/>
            <ac:graphicFrameMk id="5" creationId="{3E3A3AFA-5336-5953-C516-B4AC3570F458}"/>
          </ac:graphicFrameMkLst>
        </pc:graphicFrameChg>
      </pc:sldChg>
      <pc:sldChg chg="modSp mod modAnim">
        <pc:chgData name="Ahmed Salah ELDin" userId="68850134-226f-4097-a9a8-787fd6814b0e" providerId="ADAL" clId="{F177729E-5FC4-43C6-9147-7AB09CCEC4F2}" dt="2024-10-15T04:11:56.207" v="59" actId="5793"/>
        <pc:sldMkLst>
          <pc:docMk/>
          <pc:sldMk cId="4063903008" sldId="1290"/>
        </pc:sldMkLst>
        <pc:spChg chg="mod">
          <ac:chgData name="Ahmed Salah ELDin" userId="68850134-226f-4097-a9a8-787fd6814b0e" providerId="ADAL" clId="{F177729E-5FC4-43C6-9147-7AB09CCEC4F2}" dt="2024-10-15T04:11:56.207" v="59" actId="5793"/>
          <ac:spMkLst>
            <pc:docMk/>
            <pc:sldMk cId="4063903008" sldId="1290"/>
            <ac:spMk id="3" creationId="{3CC5B943-A737-2E09-8DF5-AD94F37CD1B3}"/>
          </ac:spMkLst>
        </pc:spChg>
      </pc:sldChg>
      <pc:sldChg chg="modSp mod modAnim">
        <pc:chgData name="Ahmed Salah ELDin" userId="68850134-226f-4097-a9a8-787fd6814b0e" providerId="ADAL" clId="{F177729E-5FC4-43C6-9147-7AB09CCEC4F2}" dt="2024-10-15T04:11:27.062" v="51" actId="14100"/>
        <pc:sldMkLst>
          <pc:docMk/>
          <pc:sldMk cId="1443447117" sldId="1292"/>
        </pc:sldMkLst>
        <pc:spChg chg="mod">
          <ac:chgData name="Ahmed Salah ELDin" userId="68850134-226f-4097-a9a8-787fd6814b0e" providerId="ADAL" clId="{F177729E-5FC4-43C6-9147-7AB09CCEC4F2}" dt="2024-10-15T04:11:27.062" v="51" actId="14100"/>
          <ac:spMkLst>
            <pc:docMk/>
            <pc:sldMk cId="1443447117" sldId="1292"/>
            <ac:spMk id="3" creationId="{3CC5B943-A737-2E09-8DF5-AD94F37CD1B3}"/>
          </ac:spMkLst>
        </pc:spChg>
      </pc:sldChg>
      <pc:sldChg chg="addSp delSp modSp add del mod addAnim delAnim">
        <pc:chgData name="Ahmed Salah ELDin" userId="68850134-226f-4097-a9a8-787fd6814b0e" providerId="ADAL" clId="{F177729E-5FC4-43C6-9147-7AB09CCEC4F2}" dt="2024-12-04T17:52:48.234" v="104" actId="47"/>
        <pc:sldMkLst>
          <pc:docMk/>
          <pc:sldMk cId="474663484" sldId="1707"/>
        </pc:sldMkLst>
        <pc:spChg chg="mod">
          <ac:chgData name="Ahmed Salah ELDin" userId="68850134-226f-4097-a9a8-787fd6814b0e" providerId="ADAL" clId="{F177729E-5FC4-43C6-9147-7AB09CCEC4F2}" dt="2024-12-04T16:17:09.520" v="73" actId="6549"/>
          <ac:spMkLst>
            <pc:docMk/>
            <pc:sldMk cId="474663484" sldId="1707"/>
            <ac:spMk id="10" creationId="{DEA59651-5208-DF5B-7FB6-7E434025DF4C}"/>
          </ac:spMkLst>
        </pc:spChg>
        <pc:spChg chg="mod">
          <ac:chgData name="Ahmed Salah ELDin" userId="68850134-226f-4097-a9a8-787fd6814b0e" providerId="ADAL" clId="{F177729E-5FC4-43C6-9147-7AB09CCEC4F2}" dt="2024-12-04T16:18:25.173" v="95" actId="6549"/>
          <ac:spMkLst>
            <pc:docMk/>
            <pc:sldMk cId="474663484" sldId="1707"/>
            <ac:spMk id="14" creationId="{FB228689-77BF-8B0B-678C-8E1172ACED34}"/>
          </ac:spMkLst>
        </pc:spChg>
        <pc:spChg chg="mod">
          <ac:chgData name="Ahmed Salah ELDin" userId="68850134-226f-4097-a9a8-787fd6814b0e" providerId="ADAL" clId="{F177729E-5FC4-43C6-9147-7AB09CCEC4F2}" dt="2024-12-04T16:17:35.234" v="81" actId="6549"/>
          <ac:spMkLst>
            <pc:docMk/>
            <pc:sldMk cId="474663484" sldId="1707"/>
            <ac:spMk id="18" creationId="{B7A252D3-F5DD-1232-7240-A47B8EF517F4}"/>
          </ac:spMkLst>
        </pc:spChg>
        <pc:spChg chg="mod">
          <ac:chgData name="Ahmed Salah ELDin" userId="68850134-226f-4097-a9a8-787fd6814b0e" providerId="ADAL" clId="{F177729E-5FC4-43C6-9147-7AB09CCEC4F2}" dt="2024-12-04T16:18:23.807" v="94" actId="6549"/>
          <ac:spMkLst>
            <pc:docMk/>
            <pc:sldMk cId="474663484" sldId="1707"/>
            <ac:spMk id="24" creationId="{94ABA85D-7E9D-99EF-DBE9-17D5CE8A139E}"/>
          </ac:spMkLst>
        </pc:spChg>
        <pc:spChg chg="mod">
          <ac:chgData name="Ahmed Salah ELDin" userId="68850134-226f-4097-a9a8-787fd6814b0e" providerId="ADAL" clId="{F177729E-5FC4-43C6-9147-7AB09CCEC4F2}" dt="2024-12-04T16:17:11.451" v="74" actId="6549"/>
          <ac:spMkLst>
            <pc:docMk/>
            <pc:sldMk cId="474663484" sldId="1707"/>
            <ac:spMk id="62" creationId="{5F8B8165-687D-EAE0-175E-BD4157B625BF}"/>
          </ac:spMkLst>
        </pc:spChg>
        <pc:spChg chg="del">
          <ac:chgData name="Ahmed Salah ELDin" userId="68850134-226f-4097-a9a8-787fd6814b0e" providerId="ADAL" clId="{F177729E-5FC4-43C6-9147-7AB09CCEC4F2}" dt="2024-12-04T16:18:44.221" v="102" actId="478"/>
          <ac:spMkLst>
            <pc:docMk/>
            <pc:sldMk cId="474663484" sldId="1707"/>
            <ac:spMk id="89" creationId="{44FAF26A-E8D1-7B2C-934B-1299B96DF2AB}"/>
          </ac:spMkLst>
        </pc:spChg>
        <pc:spChg chg="mod">
          <ac:chgData name="Ahmed Salah ELDin" userId="68850134-226f-4097-a9a8-787fd6814b0e" providerId="ADAL" clId="{F177729E-5FC4-43C6-9147-7AB09CCEC4F2}" dt="2024-12-04T16:17:49.270" v="85" actId="14100"/>
          <ac:spMkLst>
            <pc:docMk/>
            <pc:sldMk cId="474663484" sldId="1707"/>
            <ac:spMk id="139" creationId="{BF3589ED-74FA-DA06-0AA1-44084B744E5D}"/>
          </ac:spMkLst>
        </pc:spChg>
        <pc:spChg chg="del mod">
          <ac:chgData name="Ahmed Salah ELDin" userId="68850134-226f-4097-a9a8-787fd6814b0e" providerId="ADAL" clId="{F177729E-5FC4-43C6-9147-7AB09CCEC4F2}" dt="2024-12-04T16:18:42.356" v="101" actId="478"/>
          <ac:spMkLst>
            <pc:docMk/>
            <pc:sldMk cId="474663484" sldId="1707"/>
            <ac:spMk id="149" creationId="{9356C06B-CAE0-EE27-55BB-BE14A3E12285}"/>
          </ac:spMkLst>
        </pc:spChg>
        <pc:spChg chg="mod">
          <ac:chgData name="Ahmed Salah ELDin" userId="68850134-226f-4097-a9a8-787fd6814b0e" providerId="ADAL" clId="{F177729E-5FC4-43C6-9147-7AB09CCEC4F2}" dt="2024-12-04T16:18:26.942" v="96" actId="6549"/>
          <ac:spMkLst>
            <pc:docMk/>
            <pc:sldMk cId="474663484" sldId="1707"/>
            <ac:spMk id="162" creationId="{F7ECFBC4-0E15-B037-BD65-E3EF10E5F01E}"/>
          </ac:spMkLst>
        </pc:spChg>
        <pc:spChg chg="mod">
          <ac:chgData name="Ahmed Salah ELDin" userId="68850134-226f-4097-a9a8-787fd6814b0e" providerId="ADAL" clId="{F177729E-5FC4-43C6-9147-7AB09CCEC4F2}" dt="2024-12-04T16:18:22.358" v="93" actId="6549"/>
          <ac:spMkLst>
            <pc:docMk/>
            <pc:sldMk cId="474663484" sldId="1707"/>
            <ac:spMk id="169" creationId="{0C129ECC-719E-68A5-9E10-EE5ED0257121}"/>
          </ac:spMkLst>
        </pc:spChg>
        <pc:spChg chg="mod">
          <ac:chgData name="Ahmed Salah ELDin" userId="68850134-226f-4097-a9a8-787fd6814b0e" providerId="ADAL" clId="{F177729E-5FC4-43C6-9147-7AB09CCEC4F2}" dt="2024-12-04T16:18:29.584" v="98" actId="6549"/>
          <ac:spMkLst>
            <pc:docMk/>
            <pc:sldMk cId="474663484" sldId="1707"/>
            <ac:spMk id="173" creationId="{6E42B824-4ED4-65FB-6178-5E5F36C3E356}"/>
          </ac:spMkLst>
        </pc:spChg>
        <pc:spChg chg="mod">
          <ac:chgData name="Ahmed Salah ELDin" userId="68850134-226f-4097-a9a8-787fd6814b0e" providerId="ADAL" clId="{F177729E-5FC4-43C6-9147-7AB09CCEC4F2}" dt="2024-12-04T16:18:28.388" v="97" actId="6549"/>
          <ac:spMkLst>
            <pc:docMk/>
            <pc:sldMk cId="474663484" sldId="1707"/>
            <ac:spMk id="182" creationId="{FA70B133-35EA-70D6-13D5-90409E85CB25}"/>
          </ac:spMkLst>
        </pc:spChg>
        <pc:grpChg chg="del mod">
          <ac:chgData name="Ahmed Salah ELDin" userId="68850134-226f-4097-a9a8-787fd6814b0e" providerId="ADAL" clId="{F177729E-5FC4-43C6-9147-7AB09CCEC4F2}" dt="2024-12-04T16:17:53.974" v="87" actId="478"/>
          <ac:grpSpMkLst>
            <pc:docMk/>
            <pc:sldMk cId="474663484" sldId="1707"/>
            <ac:grpSpMk id="141" creationId="{1D3D873F-168E-53AC-9028-0D8B4BF2210F}"/>
          </ac:grpSpMkLst>
        </pc:grpChg>
        <pc:grpChg chg="del mod">
          <ac:chgData name="Ahmed Salah ELDin" userId="68850134-226f-4097-a9a8-787fd6814b0e" providerId="ADAL" clId="{F177729E-5FC4-43C6-9147-7AB09CCEC4F2}" dt="2024-12-04T16:17:17.702" v="76" actId="478"/>
          <ac:grpSpMkLst>
            <pc:docMk/>
            <pc:sldMk cId="474663484" sldId="1707"/>
            <ac:grpSpMk id="154" creationId="{9DF867E3-2DBE-545B-99C9-D8C984432A39}"/>
          </ac:grpSpMkLst>
        </pc:grpChg>
        <pc:cxnChg chg="del mod">
          <ac:chgData name="Ahmed Salah ELDin" userId="68850134-226f-4097-a9a8-787fd6814b0e" providerId="ADAL" clId="{F177729E-5FC4-43C6-9147-7AB09CCEC4F2}" dt="2024-12-04T16:18:16.128" v="91" actId="478"/>
          <ac:cxnSpMkLst>
            <pc:docMk/>
            <pc:sldMk cId="474663484" sldId="1707"/>
            <ac:cxnSpMk id="65" creationId="{0F581BEF-8175-41AB-D7AB-85143BD61D16}"/>
          </ac:cxnSpMkLst>
        </pc:cxnChg>
        <pc:cxnChg chg="del mod">
          <ac:chgData name="Ahmed Salah ELDin" userId="68850134-226f-4097-a9a8-787fd6814b0e" providerId="ADAL" clId="{F177729E-5FC4-43C6-9147-7AB09CCEC4F2}" dt="2024-12-04T16:18:12.767" v="90" actId="478"/>
          <ac:cxnSpMkLst>
            <pc:docMk/>
            <pc:sldMk cId="474663484" sldId="1707"/>
            <ac:cxnSpMk id="66" creationId="{83CCE406-A6D2-2F55-F0E8-6CA57087D969}"/>
          </ac:cxnSpMkLst>
        </pc:cxnChg>
        <pc:cxnChg chg="add del mod">
          <ac:chgData name="Ahmed Salah ELDin" userId="68850134-226f-4097-a9a8-787fd6814b0e" providerId="ADAL" clId="{F177729E-5FC4-43C6-9147-7AB09CCEC4F2}" dt="2024-12-04T16:19:04.014" v="103" actId="14100"/>
          <ac:cxnSpMkLst>
            <pc:docMk/>
            <pc:sldMk cId="474663484" sldId="1707"/>
            <ac:cxnSpMk id="88" creationId="{F3499373-0FDA-75E3-E15F-5C35725E639B}"/>
          </ac:cxnSpMkLst>
        </pc:cxnChg>
        <pc:cxnChg chg="mod">
          <ac:chgData name="Ahmed Salah ELDin" userId="68850134-226f-4097-a9a8-787fd6814b0e" providerId="ADAL" clId="{F177729E-5FC4-43C6-9147-7AB09CCEC4F2}" dt="2024-12-04T16:18:05.800" v="89" actId="14100"/>
          <ac:cxnSpMkLst>
            <pc:docMk/>
            <pc:sldMk cId="474663484" sldId="1707"/>
            <ac:cxnSpMk id="142" creationId="{1A1783E0-77EA-D5AA-EA5F-7A35189B75A6}"/>
          </ac:cxnSpMkLst>
        </pc:cxnChg>
        <pc:cxnChg chg="mod">
          <ac:chgData name="Ahmed Salah ELDin" userId="68850134-226f-4097-a9a8-787fd6814b0e" providerId="ADAL" clId="{F177729E-5FC4-43C6-9147-7AB09CCEC4F2}" dt="2024-12-04T16:18:20.436" v="92" actId="14100"/>
          <ac:cxnSpMkLst>
            <pc:docMk/>
            <pc:sldMk cId="474663484" sldId="1707"/>
            <ac:cxnSpMk id="145" creationId="{F2F4553B-1C54-275F-7DE5-F2BB9881425A}"/>
          </ac:cxnSpMkLst>
        </pc:cxnChg>
        <pc:cxnChg chg="del mod">
          <ac:chgData name="Ahmed Salah ELDin" userId="68850134-226f-4097-a9a8-787fd6814b0e" providerId="ADAL" clId="{F177729E-5FC4-43C6-9147-7AB09CCEC4F2}" dt="2024-12-04T16:17:32.679" v="80" actId="478"/>
          <ac:cxnSpMkLst>
            <pc:docMk/>
            <pc:sldMk cId="474663484" sldId="1707"/>
            <ac:cxnSpMk id="155" creationId="{DEEE06F9-26C9-0A83-6AFB-FB05691894B2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D6DBDB-0F3D-4109-A58A-C28AD499EF3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B36D04-5011-4B5C-B00A-65685CFA9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648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e38312f1c_0_8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11e38312f1c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54063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1771fb4b82_0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g11771fb4b82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1771fb4b82_0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g11771fb4b82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7819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1771fb4b82_0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g11771fb4b82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7045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1771fb4b82_0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g11771fb4b82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0939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1771fb4b82_0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g11771fb4b82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4078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1771fb4b82_0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g11771fb4b82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21625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1980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2972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8871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1676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96AE3-063E-CE8B-A9C2-C9AF5B75D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8AD77D91-E514-79F4-5FF7-724FED4879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F1EFC82E-5022-4179-5F2B-3BB6651A56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1466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57762-96C8-9890-DEA1-29FD5B64D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FD3E175C-58AB-F512-7FEF-C16A5C261D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341A66EB-6259-1D35-4190-7A833330FF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22197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75033A-9A5A-4DF7-BD42-F7C63168BAA9}" type="slidenum">
              <a:rPr lang="ar-EG" smtClean="0"/>
              <a:pPr>
                <a:defRPr/>
              </a:pPr>
              <a:t>32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74097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814C3-5790-45F3-968A-E9170C0AEB62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97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F11C-1F9A-458C-BFCD-11278D270FD7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9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A729-173D-4100-9E93-E750DC9C7B4C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407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E4902-8201-431E-872A-E02958C7C1ED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632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F2CA-6856-47AD-8FEF-A7F04EC7FA05}" type="datetime1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9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FF5E-8A22-4D2F-A7DB-15AEDD690145}" type="datetime1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795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8D14-7D5B-43FF-AD9A-7E175364C69D}" type="datetime1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65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E2F64E6-D37A-4076-885E-33767E7CCBCE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28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3FC57-5D34-4C65-9BD8-CF64D8739E0B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75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B8998-9E6E-4D5F-B785-6A36BB5236AB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733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025EB-7E9A-4088-BC0E-41A20DAE8FD1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889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- Different and similar">
  <p:cSld name="Comparison - Different and similar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>
            <a:spLocks noGrp="1"/>
          </p:cNvSpPr>
          <p:nvPr>
            <p:ph type="title"/>
          </p:nvPr>
        </p:nvSpPr>
        <p:spPr>
          <a:xfrm>
            <a:off x="203201" y="76201"/>
            <a:ext cx="11785600" cy="990599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1"/>
          </p:nvPr>
        </p:nvSpPr>
        <p:spPr>
          <a:xfrm>
            <a:off x="609600" y="1981201"/>
            <a:ext cx="5181600" cy="266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169" lvl="0" indent="-355576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338" lvl="1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2pPr>
            <a:lvl3pPr marL="1371507" lvl="2" indent="-3301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676" lvl="3" indent="-317478" algn="l"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/>
            </a:lvl4pPr>
            <a:lvl5pPr marL="2285845" lvl="4" indent="-304780" algn="l">
              <a:spcBef>
                <a:spcPts val="239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014" lvl="5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182" lvl="6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351" lvl="7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520" lvl="8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ftr" idx="11"/>
          </p:nvPr>
        </p:nvSpPr>
        <p:spPr>
          <a:xfrm>
            <a:off x="4165601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2" name="Google Shape;122;p18"/>
          <p:cNvSpPr txBox="1">
            <a:spLocks noGrp="1"/>
          </p:cNvSpPr>
          <p:nvPr>
            <p:ph type="body" idx="2"/>
          </p:nvPr>
        </p:nvSpPr>
        <p:spPr>
          <a:xfrm>
            <a:off x="6400800" y="1981200"/>
            <a:ext cx="5181600" cy="266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169" lvl="0" indent="-355576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338" lvl="1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2pPr>
            <a:lvl3pPr marL="1371507" lvl="2" indent="-3301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676" lvl="3" indent="-317478" algn="l"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/>
            </a:lvl4pPr>
            <a:lvl5pPr marL="2285845" lvl="4" indent="-304780" algn="l">
              <a:spcBef>
                <a:spcPts val="239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014" lvl="5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182" lvl="6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351" lvl="7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520" lvl="8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body" idx="3"/>
          </p:nvPr>
        </p:nvSpPr>
        <p:spPr>
          <a:xfrm>
            <a:off x="609600" y="1600200"/>
            <a:ext cx="5181600" cy="381001"/>
          </a:xfrm>
          <a:prstGeom prst="rect">
            <a:avLst/>
          </a:prstGeom>
          <a:solidFill>
            <a:schemeClr val="accent6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169" lvl="0" indent="-228584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1pPr>
            <a:lvl2pPr marL="914338" lvl="1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507" lvl="2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676" lvl="3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5845" lvl="4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014" lvl="5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182" lvl="6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351" lvl="7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520" lvl="8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8"/>
          <p:cNvSpPr txBox="1">
            <a:spLocks noGrp="1"/>
          </p:cNvSpPr>
          <p:nvPr>
            <p:ph type="body" idx="4"/>
          </p:nvPr>
        </p:nvSpPr>
        <p:spPr>
          <a:xfrm>
            <a:off x="6400800" y="1600200"/>
            <a:ext cx="5181600" cy="381001"/>
          </a:xfrm>
          <a:prstGeom prst="rect">
            <a:avLst/>
          </a:prstGeom>
          <a:solidFill>
            <a:schemeClr val="accent3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169" lvl="0" indent="-228584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1pPr>
            <a:lvl2pPr marL="914338" lvl="1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507" lvl="2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676" lvl="3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5845" lvl="4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014" lvl="5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182" lvl="6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351" lvl="7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520" lvl="8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8"/>
          <p:cNvSpPr txBox="1">
            <a:spLocks noGrp="1"/>
          </p:cNvSpPr>
          <p:nvPr>
            <p:ph type="body" idx="5"/>
          </p:nvPr>
        </p:nvSpPr>
        <p:spPr>
          <a:xfrm>
            <a:off x="2641601" y="4800602"/>
            <a:ext cx="7010400" cy="137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169" lvl="0" indent="-355576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338" lvl="1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2pPr>
            <a:lvl3pPr marL="1371507" lvl="2" indent="-330177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676" lvl="3" indent="-317478" algn="l"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/>
            </a:lvl4pPr>
            <a:lvl5pPr marL="2285845" lvl="4" indent="-304780" algn="l">
              <a:spcBef>
                <a:spcPts val="239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014" lvl="5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182" lvl="6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351" lvl="7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520" lvl="8" indent="-34287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8297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08B8E24-D3D3-4496-AB4A-F6A693EC6685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90AD7CF-F0A2-4383-A038-D82EAAF254E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925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bmp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MATERIALS/OS%20PROJECT%20APPENDICES.pdf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044F-A993-07CB-D1DD-01EB559068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OS’26-27 Project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4D10DF-2536-BB92-0FC3-80368303D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643428"/>
          </a:xfrm>
        </p:spPr>
        <p:txBody>
          <a:bodyPr>
            <a:normAutofit/>
          </a:bodyPr>
          <a:lstStyle/>
          <a:p>
            <a:pPr algn="ctr"/>
            <a:r>
              <a:rPr lang="en-US" sz="3900" dirty="0"/>
              <a:t>PART I: </a:t>
            </a:r>
            <a:r>
              <a:rPr lang="en-US" sz="3900" b="1" dirty="0"/>
              <a:t>PREREQUISITES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6BA8C-5654-AF8F-C60C-0CBCB05AE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94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772D-765F-870E-3632-73E0D2B68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8471A-C9D0-5A9A-5A1E-FE77062D3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883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PART 0: ROADMAP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/>
              <a:t>PART I: PREREQUISITES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/>
              <a:t>PART II: GROUP MODULES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/>
              <a:t>PART III: INDIVIDUAL MODULES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/>
              <a:t>PART IV: OVERALL TESTING &amp; BONUSES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78EB8-E269-680F-9D36-3D32E91AF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006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B06E4-01C6-BB48-07BD-E3BC786AE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7A26D-23AF-3E30-49D2-D4ED592D5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B2B0A-81CC-05B1-F8D2-B887BC139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883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/>
              <a:t>PART I: PREREQUISITES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Pointers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Lists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System Calls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Spin Locks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/>
              <a:t>Multi-CPUs &amp; Big Kernel Lock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EBC8B-427C-D9AC-D220-60F6A3B36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413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8C8D7F9-4BC9-DCF5-DA37-887FE454D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</a:t>
            </a:r>
            <a:endParaRPr lang="en-A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20E736-AB6F-216C-1931-A35FD64C7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PART I: PREREQUISITES</a:t>
            </a:r>
            <a:endParaRPr lang="en-AE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38FA3-02BC-C0B3-00E7-931D9D6E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4</a:t>
            </a:fld>
            <a:endParaRPr lang="en-US"/>
          </a:p>
        </p:txBody>
      </p:sp>
      <p:pic>
        <p:nvPicPr>
          <p:cNvPr id="2" name="Picture 1" descr="A clock with a number on it&#10;&#10;AI-generated content may be incorrect.">
            <a:extLst>
              <a:ext uri="{FF2B5EF4-FFF2-40B4-BE49-F238E27FC236}">
                <a16:creationId xmlns:a16="http://schemas.microsoft.com/office/drawing/2014/main" id="{3385D535-378B-FA56-9825-F846E5F7DD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4720" y="0"/>
            <a:ext cx="1076614" cy="107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160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609332" y="103401"/>
            <a:ext cx="10971010" cy="81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None/>
              <a:tabLst/>
              <a:defRPr/>
            </a:pPr>
            <a:r>
              <a:rPr lang="en-US" sz="5400" b="1" i="0" u="none" strike="noStrike" cap="none" noProof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Calibri" panose="020F0502020204030204" pitchFamily="34" charset="0"/>
                <a:ea typeface="+mn-ea"/>
                <a:cs typeface="Arial" panose="020B0604020202020204" pitchFamily="34" charset="0"/>
                <a:sym typeface="Arial"/>
              </a:rPr>
              <a:t>Memory and Pointers</a:t>
            </a:r>
          </a:p>
        </p:txBody>
      </p:sp>
      <p:graphicFrame>
        <p:nvGraphicFramePr>
          <p:cNvPr id="75" name="Google Shape;75;p16"/>
          <p:cNvGraphicFramePr/>
          <p:nvPr/>
        </p:nvGraphicFramePr>
        <p:xfrm>
          <a:off x="609332" y="1730254"/>
          <a:ext cx="11582668" cy="492472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82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24726">
                <a:tc>
                  <a:txBody>
                    <a:bodyPr/>
                    <a:lstStyle/>
                    <a:p>
                      <a:pPr marL="457200" marR="0" lvl="1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lphaLcPeriod"/>
                        <a:tabLst/>
                        <a:defRPr/>
                      </a:pPr>
                      <a:r>
                        <a:rPr kumimoji="0" lang="en-US" sz="3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Arial"/>
                        </a:rPr>
                        <a:t>Why we need pointers?!</a:t>
                      </a:r>
                    </a:p>
                    <a:p>
                      <a:pPr marL="457200" marR="0" lvl="1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lphaLcPeriod"/>
                        <a:tabLst/>
                        <a:defRPr/>
                      </a:pPr>
                      <a:r>
                        <a:rPr kumimoji="0" lang="en-US" sz="3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Arial"/>
                        </a:rPr>
                        <a:t>Pointers vs. Variables... </a:t>
                      </a:r>
                    </a:p>
                    <a:p>
                      <a:pPr marL="1147763" marR="0" lvl="2" indent="-4572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romanLcPeriod"/>
                        <a:tabLst/>
                        <a:defRPr/>
                      </a:pPr>
                      <a:r>
                        <a:rPr kumimoji="0" lang="en-US" sz="2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Arial"/>
                        </a:rPr>
                        <a:t>Definition </a:t>
                      </a:r>
                    </a:p>
                    <a:p>
                      <a:pPr marL="1147763" marR="0" lvl="2" indent="-4572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romanLcPeriod"/>
                        <a:tabLst/>
                        <a:defRPr/>
                      </a:pPr>
                      <a:r>
                        <a:rPr kumimoji="0" lang="en-US" sz="2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Arial"/>
                        </a:rPr>
                        <a:t>Data type &amp; size</a:t>
                      </a:r>
                    </a:p>
                    <a:p>
                      <a:pPr marL="1147763" marR="0" lvl="2" indent="-4572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romanLcPeriod"/>
                        <a:tabLst/>
                        <a:defRPr/>
                      </a:pPr>
                      <a:r>
                        <a:rPr kumimoji="0" lang="en-US" sz="2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Arial"/>
                        </a:rPr>
                        <a:t>Setting values</a:t>
                      </a:r>
                    </a:p>
                    <a:p>
                      <a:pPr marL="1147763" marR="0" lvl="2" indent="-4572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romanLcPeriod"/>
                        <a:tabLst/>
                        <a:defRPr/>
                      </a:pPr>
                      <a:r>
                        <a:rPr kumimoji="0" lang="en-US" sz="2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Arial"/>
                        </a:rPr>
                        <a:t>Incrementing…</a:t>
                      </a:r>
                    </a:p>
                    <a:p>
                      <a:pPr marL="1147763" marR="0" lvl="2" indent="-4572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romanLcPeriod"/>
                        <a:tabLst/>
                        <a:defRPr/>
                      </a:pPr>
                      <a:r>
                        <a:rPr kumimoji="0" lang="en-US" sz="2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  <a:sym typeface="Arial"/>
                        </a:rPr>
                        <a:t>Structure and accessing its members</a:t>
                      </a:r>
                    </a:p>
                  </a:txBody>
                  <a:tcPr marL="110570" marR="110570" marT="110570" marB="11057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7"/>
          <p:cNvSpPr txBox="1">
            <a:spLocks noGrp="1"/>
          </p:cNvSpPr>
          <p:nvPr>
            <p:ph type="body" idx="3"/>
          </p:nvPr>
        </p:nvSpPr>
        <p:spPr>
          <a:xfrm>
            <a:off x="609792" y="1390226"/>
            <a:ext cx="5181419" cy="628178"/>
          </a:xfrm>
          <a:prstGeom prst="rect">
            <a:avLst/>
          </a:prstGeom>
          <a:solidFill>
            <a:srgbClr val="E69138"/>
          </a:solidFill>
        </p:spPr>
        <p:txBody>
          <a:bodyPr spcFirstLastPara="1" vert="horz" wrap="square" lIns="91421" tIns="45699" rIns="91421" bIns="45699" rtlCol="0" anchor="t" anchorCtr="0">
            <a:noAutofit/>
          </a:bodyPr>
          <a:lstStyle/>
          <a:p>
            <a:pPr marL="0" indent="0" algn="ctr"/>
            <a:r>
              <a:rPr lang="en-US" sz="2500" dirty="0"/>
              <a:t>Pointers</a:t>
            </a:r>
            <a:endParaRPr sz="2500" dirty="0"/>
          </a:p>
        </p:txBody>
      </p:sp>
      <p:sp>
        <p:nvSpPr>
          <p:cNvPr id="259" name="Google Shape;259;p37"/>
          <p:cNvSpPr txBox="1">
            <a:spLocks noGrp="1"/>
          </p:cNvSpPr>
          <p:nvPr>
            <p:ph type="body" idx="4"/>
          </p:nvPr>
        </p:nvSpPr>
        <p:spPr>
          <a:xfrm>
            <a:off x="6400789" y="1390226"/>
            <a:ext cx="5181419" cy="628178"/>
          </a:xfrm>
          <a:prstGeom prst="rect">
            <a:avLst/>
          </a:prstGeom>
          <a:solidFill>
            <a:srgbClr val="6AA84F"/>
          </a:solidFill>
        </p:spPr>
        <p:txBody>
          <a:bodyPr spcFirstLastPara="1" vert="horz" wrap="square" lIns="91421" tIns="45699" rIns="91421" bIns="45699" rtlCol="0" anchor="t" anchorCtr="0">
            <a:noAutofit/>
          </a:bodyPr>
          <a:lstStyle/>
          <a:p>
            <a:pPr marL="0" indent="0" algn="ctr"/>
            <a:r>
              <a:rPr lang="en-US" sz="2500" dirty="0"/>
              <a:t>Variables</a:t>
            </a:r>
            <a:endParaRPr sz="2500" dirty="0"/>
          </a:p>
        </p:txBody>
      </p:sp>
      <p:sp>
        <p:nvSpPr>
          <p:cNvPr id="4" name="Google Shape;87;p18">
            <a:extLst>
              <a:ext uri="{FF2B5EF4-FFF2-40B4-BE49-F238E27FC236}">
                <a16:creationId xmlns:a16="http://schemas.microsoft.com/office/drawing/2014/main" id="{56DE6AD8-B8ED-7CBB-EF3E-1B4B81A5A9C2}"/>
              </a:ext>
            </a:extLst>
          </p:cNvPr>
          <p:cNvSpPr txBox="1"/>
          <p:nvPr/>
        </p:nvSpPr>
        <p:spPr>
          <a:xfrm>
            <a:off x="611198" y="-38572"/>
            <a:ext cx="10971010" cy="107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552938" algn="ctr"/>
            <a:r>
              <a:rPr lang="en-US" sz="3507" b="1" dirty="0"/>
              <a:t>Pointer vs Variables:</a:t>
            </a:r>
          </a:p>
          <a:p>
            <a:pPr marL="552938" algn="ctr"/>
            <a:r>
              <a:rPr lang="en-US" sz="3507" b="1" dirty="0"/>
              <a:t>Definition</a:t>
            </a:r>
          </a:p>
        </p:txBody>
      </p:sp>
      <p:sp>
        <p:nvSpPr>
          <p:cNvPr id="12" name="Google Shape;117;p23">
            <a:extLst>
              <a:ext uri="{FF2B5EF4-FFF2-40B4-BE49-F238E27FC236}">
                <a16:creationId xmlns:a16="http://schemas.microsoft.com/office/drawing/2014/main" id="{85CAA924-F29D-E466-6E89-4799A2D11DF6}"/>
              </a:ext>
            </a:extLst>
          </p:cNvPr>
          <p:cNvSpPr/>
          <p:nvPr/>
        </p:nvSpPr>
        <p:spPr>
          <a:xfrm>
            <a:off x="609792" y="2367774"/>
            <a:ext cx="5181419" cy="415477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CAD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0570" tIns="55270" rIns="110570" bIns="55270" anchor="ctr" anchorCtr="0">
            <a:noAutofit/>
          </a:bodyPr>
          <a:lstStyle/>
          <a:p>
            <a:pPr marL="0" lvl="1" algn="ctr">
              <a:buClr>
                <a:schemeClr val="dk1"/>
              </a:buClr>
              <a:buSzPts val="1600"/>
            </a:pPr>
            <a:r>
              <a:rPr lang="en-US" sz="5442" dirty="0">
                <a:solidFill>
                  <a:schemeClr val="hlink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5442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-US" sz="5442" dirty="0" err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5442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lang="en-US" sz="5442" dirty="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" name="Google Shape;117;p23">
            <a:extLst>
              <a:ext uri="{FF2B5EF4-FFF2-40B4-BE49-F238E27FC236}">
                <a16:creationId xmlns:a16="http://schemas.microsoft.com/office/drawing/2014/main" id="{E3D7B570-A379-06A6-FE99-BCA264257E9C}"/>
              </a:ext>
            </a:extLst>
          </p:cNvPr>
          <p:cNvSpPr/>
          <p:nvPr/>
        </p:nvSpPr>
        <p:spPr>
          <a:xfrm>
            <a:off x="6400789" y="2367774"/>
            <a:ext cx="5181419" cy="415477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CAD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0570" tIns="55270" rIns="110570" bIns="55270" anchor="ctr" anchorCtr="0">
            <a:noAutofit/>
          </a:bodyPr>
          <a:lstStyle/>
          <a:p>
            <a:pPr marL="0" lvl="1" algn="ctr">
              <a:buClr>
                <a:schemeClr val="dk1"/>
              </a:buClr>
              <a:buSzPts val="1600"/>
            </a:pPr>
            <a:r>
              <a:rPr lang="en-US" sz="5442" dirty="0">
                <a:solidFill>
                  <a:schemeClr val="hlink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5442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x;</a:t>
            </a:r>
            <a:endParaRPr lang="en-US" sz="5442" dirty="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7"/>
          <p:cNvSpPr txBox="1">
            <a:spLocks noGrp="1"/>
          </p:cNvSpPr>
          <p:nvPr>
            <p:ph type="body" idx="3"/>
          </p:nvPr>
        </p:nvSpPr>
        <p:spPr>
          <a:xfrm>
            <a:off x="609792" y="1390226"/>
            <a:ext cx="5181419" cy="628178"/>
          </a:xfrm>
          <a:prstGeom prst="rect">
            <a:avLst/>
          </a:prstGeom>
          <a:solidFill>
            <a:srgbClr val="E69138"/>
          </a:solidFill>
        </p:spPr>
        <p:txBody>
          <a:bodyPr spcFirstLastPara="1" vert="horz" wrap="square" lIns="91421" tIns="45699" rIns="91421" bIns="45699" rtlCol="0" anchor="t" anchorCtr="0">
            <a:noAutofit/>
          </a:bodyPr>
          <a:lstStyle/>
          <a:p>
            <a:pPr marL="0" indent="0" algn="ctr"/>
            <a:r>
              <a:rPr lang="en-US" sz="2500" dirty="0"/>
              <a:t>Pointers</a:t>
            </a:r>
            <a:endParaRPr sz="2500" dirty="0"/>
          </a:p>
        </p:txBody>
      </p:sp>
      <p:sp>
        <p:nvSpPr>
          <p:cNvPr id="259" name="Google Shape;259;p37"/>
          <p:cNvSpPr txBox="1">
            <a:spLocks noGrp="1"/>
          </p:cNvSpPr>
          <p:nvPr>
            <p:ph type="body" idx="4"/>
          </p:nvPr>
        </p:nvSpPr>
        <p:spPr>
          <a:xfrm>
            <a:off x="6400789" y="1390226"/>
            <a:ext cx="5181419" cy="628178"/>
          </a:xfrm>
          <a:prstGeom prst="rect">
            <a:avLst/>
          </a:prstGeom>
          <a:solidFill>
            <a:srgbClr val="6AA84F"/>
          </a:solidFill>
        </p:spPr>
        <p:txBody>
          <a:bodyPr spcFirstLastPara="1" vert="horz" wrap="square" lIns="91421" tIns="45699" rIns="91421" bIns="45699" rtlCol="0" anchor="t" anchorCtr="0">
            <a:noAutofit/>
          </a:bodyPr>
          <a:lstStyle/>
          <a:p>
            <a:pPr marL="0" indent="0" algn="ctr"/>
            <a:r>
              <a:rPr lang="en-US" sz="2500" dirty="0"/>
              <a:t>Variables</a:t>
            </a:r>
            <a:endParaRPr sz="2500" dirty="0"/>
          </a:p>
        </p:txBody>
      </p:sp>
      <p:sp>
        <p:nvSpPr>
          <p:cNvPr id="4" name="Google Shape;87;p18">
            <a:extLst>
              <a:ext uri="{FF2B5EF4-FFF2-40B4-BE49-F238E27FC236}">
                <a16:creationId xmlns:a16="http://schemas.microsoft.com/office/drawing/2014/main" id="{56DE6AD8-B8ED-7CBB-EF3E-1B4B81A5A9C2}"/>
              </a:ext>
            </a:extLst>
          </p:cNvPr>
          <p:cNvSpPr txBox="1"/>
          <p:nvPr/>
        </p:nvSpPr>
        <p:spPr>
          <a:xfrm>
            <a:off x="611198" y="-38572"/>
            <a:ext cx="10971010" cy="107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552938" algn="ctr"/>
            <a:r>
              <a:rPr lang="en-US" sz="3507" b="1" dirty="0"/>
              <a:t>Pointer vs Variables:</a:t>
            </a:r>
          </a:p>
          <a:p>
            <a:pPr marL="552938" algn="ctr"/>
            <a:r>
              <a:rPr lang="en-US" sz="3507" b="1" dirty="0"/>
              <a:t>Data type &amp; Size</a:t>
            </a:r>
          </a:p>
        </p:txBody>
      </p:sp>
      <p:sp>
        <p:nvSpPr>
          <p:cNvPr id="6" name="Google Shape;117;p23">
            <a:extLst>
              <a:ext uri="{FF2B5EF4-FFF2-40B4-BE49-F238E27FC236}">
                <a16:creationId xmlns:a16="http://schemas.microsoft.com/office/drawing/2014/main" id="{EB59B656-5837-1EDF-274A-F45D21868AA9}"/>
              </a:ext>
            </a:extLst>
          </p:cNvPr>
          <p:cNvSpPr/>
          <p:nvPr/>
        </p:nvSpPr>
        <p:spPr>
          <a:xfrm>
            <a:off x="609792" y="2367774"/>
            <a:ext cx="5181419" cy="42084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CAD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0570" tIns="55270" rIns="110570" bIns="55270" anchor="t" anchorCtr="0">
            <a:noAutofit/>
          </a:bodyPr>
          <a:lstStyle/>
          <a:p>
            <a:pPr marL="0" lvl="1" algn="ctr">
              <a:buClr>
                <a:schemeClr val="dk1"/>
              </a:buClr>
              <a:buSzPts val="1600"/>
            </a:pPr>
            <a:r>
              <a:rPr lang="en-US" sz="3386" dirty="0">
                <a:solidFill>
                  <a:schemeClr val="hlink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3386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-US" sz="3386" dirty="0" err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3386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lang="en-US" sz="3870" dirty="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defTabSz="1105875">
              <a:buClr>
                <a:srgbClr val="000000"/>
              </a:buClr>
              <a:buSzPts val="2000"/>
              <a:defRPr/>
            </a:pPr>
            <a:r>
              <a:rPr lang="en-US" sz="3024" b="1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Data type:</a:t>
            </a:r>
          </a:p>
          <a:p>
            <a:pPr marL="552938" indent="-460781" defTabSz="1105875">
              <a:buClr>
                <a:srgbClr val="000000"/>
              </a:buClr>
              <a:buSzPts val="2400"/>
              <a:buFont typeface="Arial"/>
              <a:buChar char="•"/>
              <a:defRPr/>
            </a:pPr>
            <a:r>
              <a:rPr lang="en-US" sz="2903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Data type to point into it</a:t>
            </a:r>
          </a:p>
          <a:p>
            <a:pPr marL="92156" defTabSz="1105875">
              <a:buClr>
                <a:srgbClr val="000000"/>
              </a:buClr>
              <a:buSzPts val="2400"/>
              <a:defRPr/>
            </a:pPr>
            <a:endParaRPr lang="en-US" sz="3386" dirty="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defTabSz="1105875">
              <a:buClr>
                <a:srgbClr val="000000"/>
              </a:buClr>
              <a:buSzPts val="2000"/>
              <a:defRPr/>
            </a:pPr>
            <a:r>
              <a:rPr lang="en-US" sz="3024" b="1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Size of </a:t>
            </a:r>
            <a:r>
              <a:rPr lang="en-US" sz="3024" dirty="0" err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sym typeface="Calibri"/>
              </a:rPr>
              <a:t>ptr</a:t>
            </a:r>
            <a:r>
              <a:rPr lang="en-US" sz="3024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sym typeface="Calibri"/>
              </a:rPr>
              <a:t> </a:t>
            </a:r>
            <a:r>
              <a:rPr lang="en-US" sz="3024" dirty="0">
                <a:solidFill>
                  <a:schemeClr val="dk1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(address)</a:t>
            </a:r>
            <a:r>
              <a:rPr lang="en-US" sz="3024" b="1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:</a:t>
            </a:r>
          </a:p>
          <a:p>
            <a:pPr marL="552938" indent="-460781" defTabSz="1105875">
              <a:buClr>
                <a:srgbClr val="000000"/>
              </a:buClr>
              <a:buSzPts val="2400"/>
              <a:buFont typeface="Arial"/>
              <a:buChar char="•"/>
              <a:defRPr/>
            </a:pPr>
            <a:r>
              <a:rPr lang="en-US" sz="2903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4 Byte </a:t>
            </a:r>
          </a:p>
          <a:p>
            <a:pPr marL="552938" indent="-460781" defTabSz="1105875">
              <a:buClr>
                <a:srgbClr val="000000"/>
              </a:buClr>
              <a:buSzPts val="2400"/>
              <a:buFont typeface="Arial"/>
              <a:buChar char="•"/>
              <a:defRPr/>
            </a:pPr>
            <a:r>
              <a:rPr lang="en-US" sz="2903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Size of address bus of CPU </a:t>
            </a:r>
            <a:r>
              <a:rPr lang="en-US" sz="2903" kern="0" dirty="0">
                <a:solidFill>
                  <a:srgbClr val="000000"/>
                </a:solidFill>
                <a:latin typeface="Calibri"/>
                <a:cs typeface="Calibri"/>
                <a:sym typeface="Wingdings" panose="05000000000000000000" pitchFamily="2" charset="2"/>
              </a:rPr>
              <a:t>(protected  32-bit)</a:t>
            </a:r>
            <a:endParaRPr lang="en-US" sz="3386" dirty="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117;p23">
            <a:extLst>
              <a:ext uri="{FF2B5EF4-FFF2-40B4-BE49-F238E27FC236}">
                <a16:creationId xmlns:a16="http://schemas.microsoft.com/office/drawing/2014/main" id="{6123C9EF-00DB-F939-DF7E-DC52B1BEC66D}"/>
              </a:ext>
            </a:extLst>
          </p:cNvPr>
          <p:cNvSpPr/>
          <p:nvPr/>
        </p:nvSpPr>
        <p:spPr>
          <a:xfrm>
            <a:off x="6400789" y="2367774"/>
            <a:ext cx="5181419" cy="42084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CAD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0570" tIns="55270" rIns="110570" bIns="55270" anchor="t" anchorCtr="0">
            <a:noAutofit/>
          </a:bodyPr>
          <a:lstStyle/>
          <a:p>
            <a:pPr marL="0" lvl="1" algn="ctr">
              <a:buClr>
                <a:schemeClr val="dk1"/>
              </a:buClr>
              <a:buSzPts val="1600"/>
            </a:pPr>
            <a:r>
              <a:rPr lang="en-US" sz="3386" dirty="0">
                <a:solidFill>
                  <a:schemeClr val="hlink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3386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x;</a:t>
            </a:r>
            <a:endParaRPr lang="en-US" sz="3870" dirty="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defTabSz="1105875">
              <a:buClr>
                <a:srgbClr val="000000"/>
              </a:buClr>
              <a:buSzPts val="2000"/>
              <a:defRPr/>
            </a:pPr>
            <a:r>
              <a:rPr lang="en-US" sz="3024" b="1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Data type:</a:t>
            </a:r>
          </a:p>
          <a:p>
            <a:pPr marL="552938" indent="-460781" defTabSz="1105875">
              <a:buClr>
                <a:srgbClr val="000000"/>
              </a:buClr>
              <a:buSzPts val="2400"/>
              <a:buFont typeface="Arial"/>
              <a:buChar char="•"/>
              <a:defRPr/>
            </a:pPr>
            <a:r>
              <a:rPr lang="en-US" sz="2903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Data type of variable itself</a:t>
            </a:r>
          </a:p>
          <a:p>
            <a:pPr defTabSz="1105875">
              <a:buClr>
                <a:srgbClr val="000000"/>
              </a:buClr>
              <a:buSzPts val="2000"/>
              <a:defRPr/>
            </a:pPr>
            <a:endParaRPr lang="en-US" sz="2903" dirty="0">
              <a:latin typeface="Calibri"/>
              <a:cs typeface="Calibri"/>
              <a:sym typeface="Calibri"/>
            </a:endParaRPr>
          </a:p>
          <a:p>
            <a:pPr defTabSz="1105875">
              <a:buClr>
                <a:srgbClr val="000000"/>
              </a:buClr>
              <a:buSzPts val="2000"/>
              <a:defRPr/>
            </a:pPr>
            <a:r>
              <a:rPr lang="en-US" sz="3024" b="1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Size of </a:t>
            </a:r>
            <a:r>
              <a:rPr lang="en-US" sz="3024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sym typeface="Calibri"/>
              </a:rPr>
              <a:t>x</a:t>
            </a:r>
            <a:r>
              <a:rPr lang="en-US" sz="3024" b="1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:</a:t>
            </a:r>
          </a:p>
          <a:p>
            <a:pPr marL="552938" indent="-460781" defTabSz="1105875">
              <a:buClr>
                <a:srgbClr val="000000"/>
              </a:buClr>
              <a:buSzPts val="2400"/>
              <a:buFont typeface="Arial"/>
              <a:buChar char="•"/>
              <a:defRPr/>
            </a:pPr>
            <a:r>
              <a:rPr lang="en-US" sz="2903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1 Byte </a:t>
            </a:r>
            <a:r>
              <a:rPr lang="en-US" sz="2903" kern="0" dirty="0">
                <a:solidFill>
                  <a:srgbClr val="000000"/>
                </a:solidFill>
                <a:latin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lang="en-US" sz="2903" dirty="0" err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-US" sz="2903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(char)</a:t>
            </a:r>
            <a:endParaRPr lang="en-US" sz="2903" kern="0" dirty="0">
              <a:solidFill>
                <a:srgbClr val="000000"/>
              </a:solidFill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88246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7"/>
          <p:cNvSpPr txBox="1">
            <a:spLocks noGrp="1"/>
          </p:cNvSpPr>
          <p:nvPr>
            <p:ph type="body" idx="3"/>
          </p:nvPr>
        </p:nvSpPr>
        <p:spPr>
          <a:xfrm>
            <a:off x="609792" y="1390226"/>
            <a:ext cx="5181419" cy="628178"/>
          </a:xfrm>
          <a:prstGeom prst="rect">
            <a:avLst/>
          </a:prstGeom>
          <a:solidFill>
            <a:srgbClr val="E69138"/>
          </a:solidFill>
        </p:spPr>
        <p:txBody>
          <a:bodyPr spcFirstLastPara="1" vert="horz" wrap="square" lIns="91421" tIns="45699" rIns="91421" bIns="45699" rtlCol="0" anchor="t" anchorCtr="0">
            <a:noAutofit/>
          </a:bodyPr>
          <a:lstStyle/>
          <a:p>
            <a:pPr marL="0" indent="0" algn="ctr"/>
            <a:r>
              <a:rPr lang="en-US" sz="2500" dirty="0"/>
              <a:t>Pointers</a:t>
            </a:r>
            <a:endParaRPr sz="2500" dirty="0"/>
          </a:p>
        </p:txBody>
      </p:sp>
      <p:sp>
        <p:nvSpPr>
          <p:cNvPr id="259" name="Google Shape;259;p37"/>
          <p:cNvSpPr txBox="1">
            <a:spLocks noGrp="1"/>
          </p:cNvSpPr>
          <p:nvPr>
            <p:ph type="body" idx="4"/>
          </p:nvPr>
        </p:nvSpPr>
        <p:spPr>
          <a:xfrm>
            <a:off x="6400789" y="1390226"/>
            <a:ext cx="5181419" cy="628178"/>
          </a:xfrm>
          <a:prstGeom prst="rect">
            <a:avLst/>
          </a:prstGeom>
          <a:solidFill>
            <a:srgbClr val="6AA84F"/>
          </a:solidFill>
        </p:spPr>
        <p:txBody>
          <a:bodyPr spcFirstLastPara="1" vert="horz" wrap="square" lIns="91421" tIns="45699" rIns="91421" bIns="45699" rtlCol="0" anchor="t" anchorCtr="0">
            <a:noAutofit/>
          </a:bodyPr>
          <a:lstStyle/>
          <a:p>
            <a:pPr marL="0" indent="0" algn="ctr"/>
            <a:r>
              <a:rPr lang="en-US" sz="2500" dirty="0"/>
              <a:t>Variables</a:t>
            </a:r>
            <a:endParaRPr sz="2500" dirty="0"/>
          </a:p>
        </p:txBody>
      </p:sp>
      <p:sp>
        <p:nvSpPr>
          <p:cNvPr id="4" name="Google Shape;87;p18">
            <a:extLst>
              <a:ext uri="{FF2B5EF4-FFF2-40B4-BE49-F238E27FC236}">
                <a16:creationId xmlns:a16="http://schemas.microsoft.com/office/drawing/2014/main" id="{56DE6AD8-B8ED-7CBB-EF3E-1B4B81A5A9C2}"/>
              </a:ext>
            </a:extLst>
          </p:cNvPr>
          <p:cNvSpPr txBox="1"/>
          <p:nvPr/>
        </p:nvSpPr>
        <p:spPr>
          <a:xfrm>
            <a:off x="611198" y="-38572"/>
            <a:ext cx="10971010" cy="107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552938" algn="ctr"/>
            <a:r>
              <a:rPr lang="en-US" sz="3507" b="1" dirty="0"/>
              <a:t>Pointer vs Variables:</a:t>
            </a:r>
          </a:p>
          <a:p>
            <a:pPr marL="552938" algn="ctr"/>
            <a:r>
              <a:rPr lang="en-US" sz="3507" b="1" dirty="0"/>
              <a:t>Assigning value</a:t>
            </a:r>
          </a:p>
        </p:txBody>
      </p:sp>
      <p:sp>
        <p:nvSpPr>
          <p:cNvPr id="6" name="Google Shape;117;p23">
            <a:extLst>
              <a:ext uri="{FF2B5EF4-FFF2-40B4-BE49-F238E27FC236}">
                <a16:creationId xmlns:a16="http://schemas.microsoft.com/office/drawing/2014/main" id="{EB59B656-5837-1EDF-274A-F45D21868AA9}"/>
              </a:ext>
            </a:extLst>
          </p:cNvPr>
          <p:cNvSpPr/>
          <p:nvPr/>
        </p:nvSpPr>
        <p:spPr>
          <a:xfrm>
            <a:off x="609792" y="2367774"/>
            <a:ext cx="5181419" cy="42084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CAD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0570" tIns="55270" rIns="110570" bIns="55270" anchor="t" anchorCtr="0">
            <a:noAutofit/>
          </a:bodyPr>
          <a:lstStyle/>
          <a:p>
            <a:pPr defTabSz="1105875">
              <a:spcAft>
                <a:spcPts val="726"/>
              </a:spcAft>
              <a:buClr>
                <a:srgbClr val="000000"/>
              </a:buClr>
              <a:buSzPts val="2000"/>
              <a:defRPr/>
            </a:pPr>
            <a:r>
              <a:rPr lang="en-US" sz="3386" b="1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Assigning value:</a:t>
            </a:r>
          </a:p>
          <a:p>
            <a:pPr marL="92156" defTabSz="1105875">
              <a:buClr>
                <a:srgbClr val="000000"/>
              </a:buClr>
              <a:buSzPts val="2400"/>
              <a:defRPr/>
            </a:pPr>
            <a:r>
              <a:rPr lang="en-US" sz="2419" dirty="0">
                <a:solidFill>
                  <a:schemeClr val="hlink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-US" sz="2419" dirty="0" err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c_ptr</a:t>
            </a: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= 0x100;	</a:t>
            </a:r>
          </a:p>
          <a:p>
            <a:pPr marL="92156" defTabSz="1105875">
              <a:buClr>
                <a:srgbClr val="000000"/>
              </a:buClr>
              <a:buSzPts val="2400"/>
              <a:defRPr/>
            </a:pPr>
            <a:r>
              <a:rPr lang="en-US" sz="2177" dirty="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//changes the pointed address</a:t>
            </a:r>
          </a:p>
          <a:p>
            <a:pPr marL="92156" defTabSz="1105875">
              <a:buClr>
                <a:srgbClr val="000000"/>
              </a:buClr>
              <a:buSzPts val="2400"/>
              <a:defRPr/>
            </a:pPr>
            <a:r>
              <a:rPr lang="en-US" sz="2419" dirty="0" err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c_ptr</a:t>
            </a: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= 0x50;</a:t>
            </a:r>
          </a:p>
          <a:p>
            <a:pPr marL="92156">
              <a:buSzPts val="2400"/>
              <a:defRPr/>
            </a:pPr>
            <a:r>
              <a:rPr lang="en-US" sz="2419" dirty="0" err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c_ptr</a:t>
            </a: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= &amp;x;</a:t>
            </a:r>
          </a:p>
          <a:p>
            <a:pPr marL="92156" defTabSz="1105875">
              <a:buClr>
                <a:srgbClr val="000000"/>
              </a:buClr>
              <a:buSzPts val="2400"/>
              <a:defRPr/>
            </a:pPr>
            <a:endParaRPr lang="en-US" sz="2419" dirty="0">
              <a:solidFill>
                <a:schemeClr val="hlink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92156" defTabSz="1105875">
              <a:buClr>
                <a:srgbClr val="000000"/>
              </a:buClr>
              <a:buSzPts val="2400"/>
              <a:defRPr/>
            </a:pPr>
            <a:r>
              <a:rPr lang="en-US" sz="2177" dirty="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//changes  the value within the pointed address</a:t>
            </a:r>
            <a:endParaRPr lang="en-US" sz="2177" dirty="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92156" defTabSz="1105875">
              <a:buClr>
                <a:srgbClr val="000000"/>
              </a:buClr>
              <a:buSzPts val="2400"/>
              <a:defRPr/>
            </a:pP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419" dirty="0" err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c_ptr</a:t>
            </a: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419" dirty="0">
                <a:solidFill>
                  <a:srgbClr val="CC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'A'</a:t>
            </a: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lang="en-US" sz="2419" b="1" dirty="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117;p23">
            <a:extLst>
              <a:ext uri="{FF2B5EF4-FFF2-40B4-BE49-F238E27FC236}">
                <a16:creationId xmlns:a16="http://schemas.microsoft.com/office/drawing/2014/main" id="{6123C9EF-00DB-F939-DF7E-DC52B1BEC66D}"/>
              </a:ext>
            </a:extLst>
          </p:cNvPr>
          <p:cNvSpPr/>
          <p:nvPr/>
        </p:nvSpPr>
        <p:spPr>
          <a:xfrm>
            <a:off x="6400789" y="2367774"/>
            <a:ext cx="5181419" cy="42084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CAD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0570" tIns="55270" rIns="110570" bIns="55270" anchor="t" anchorCtr="0">
            <a:noAutofit/>
          </a:bodyPr>
          <a:lstStyle/>
          <a:p>
            <a:pPr>
              <a:spcAft>
                <a:spcPts val="726"/>
              </a:spcAft>
              <a:buSzPts val="2000"/>
              <a:defRPr/>
            </a:pPr>
            <a:r>
              <a:rPr lang="en-US" sz="3386" b="1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Assigning value:</a:t>
            </a:r>
          </a:p>
          <a:p>
            <a:pPr marL="92156" defTabSz="1105875">
              <a:buClr>
                <a:srgbClr val="000000"/>
              </a:buClr>
              <a:buSzPts val="2400"/>
              <a:defRPr/>
            </a:pPr>
            <a:r>
              <a:rPr lang="en-US" sz="2661" kern="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661" kern="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x = 10;</a:t>
            </a:r>
            <a:endParaRPr lang="en-US" sz="2661" dirty="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92156" defTabSz="1105875">
              <a:buClr>
                <a:srgbClr val="000000"/>
              </a:buClr>
              <a:buSzPts val="2400"/>
              <a:defRPr/>
            </a:pPr>
            <a:r>
              <a:rPr lang="en-US" sz="2661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 sz="2661" kern="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50;</a:t>
            </a:r>
          </a:p>
          <a:p>
            <a:pPr marL="92156">
              <a:buSzPts val="2400"/>
              <a:defRPr/>
            </a:pPr>
            <a:r>
              <a:rPr lang="en-US" sz="2661" kern="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 = </a:t>
            </a:r>
            <a:r>
              <a:rPr lang="en-US" sz="2661" kern="0" dirty="0">
                <a:solidFill>
                  <a:srgbClr val="CC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'A'</a:t>
            </a:r>
            <a:r>
              <a:rPr lang="en-US" sz="2661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lang="en-US" sz="2661" kern="0" dirty="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445151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7"/>
          <p:cNvSpPr txBox="1">
            <a:spLocks noGrp="1"/>
          </p:cNvSpPr>
          <p:nvPr>
            <p:ph type="body" idx="3"/>
          </p:nvPr>
        </p:nvSpPr>
        <p:spPr>
          <a:xfrm>
            <a:off x="609792" y="1390226"/>
            <a:ext cx="5181419" cy="628178"/>
          </a:xfrm>
          <a:prstGeom prst="rect">
            <a:avLst/>
          </a:prstGeom>
          <a:solidFill>
            <a:srgbClr val="E69138"/>
          </a:solidFill>
        </p:spPr>
        <p:txBody>
          <a:bodyPr spcFirstLastPara="1" vert="horz" wrap="square" lIns="91421" tIns="45699" rIns="91421" bIns="45699" rtlCol="0" anchor="t" anchorCtr="0">
            <a:noAutofit/>
          </a:bodyPr>
          <a:lstStyle/>
          <a:p>
            <a:pPr marL="0" indent="0" algn="ctr"/>
            <a:r>
              <a:rPr lang="en-US" sz="2500" dirty="0"/>
              <a:t>Pointers</a:t>
            </a:r>
            <a:endParaRPr sz="2500" dirty="0"/>
          </a:p>
        </p:txBody>
      </p:sp>
      <p:sp>
        <p:nvSpPr>
          <p:cNvPr id="259" name="Google Shape;259;p37"/>
          <p:cNvSpPr txBox="1">
            <a:spLocks noGrp="1"/>
          </p:cNvSpPr>
          <p:nvPr>
            <p:ph type="body" idx="4"/>
          </p:nvPr>
        </p:nvSpPr>
        <p:spPr>
          <a:xfrm>
            <a:off x="6400789" y="1390226"/>
            <a:ext cx="5181419" cy="628178"/>
          </a:xfrm>
          <a:prstGeom prst="rect">
            <a:avLst/>
          </a:prstGeom>
          <a:solidFill>
            <a:srgbClr val="6AA84F"/>
          </a:solidFill>
        </p:spPr>
        <p:txBody>
          <a:bodyPr spcFirstLastPara="1" vert="horz" wrap="square" lIns="91421" tIns="45699" rIns="91421" bIns="45699" rtlCol="0" anchor="t" anchorCtr="0">
            <a:noAutofit/>
          </a:bodyPr>
          <a:lstStyle/>
          <a:p>
            <a:pPr marL="0" indent="0" algn="ctr"/>
            <a:r>
              <a:rPr lang="en-US" sz="2500" dirty="0"/>
              <a:t>Variables</a:t>
            </a:r>
            <a:endParaRPr sz="2500" dirty="0"/>
          </a:p>
        </p:txBody>
      </p:sp>
      <p:sp>
        <p:nvSpPr>
          <p:cNvPr id="4" name="Google Shape;87;p18">
            <a:extLst>
              <a:ext uri="{FF2B5EF4-FFF2-40B4-BE49-F238E27FC236}">
                <a16:creationId xmlns:a16="http://schemas.microsoft.com/office/drawing/2014/main" id="{56DE6AD8-B8ED-7CBB-EF3E-1B4B81A5A9C2}"/>
              </a:ext>
            </a:extLst>
          </p:cNvPr>
          <p:cNvSpPr txBox="1"/>
          <p:nvPr/>
        </p:nvSpPr>
        <p:spPr>
          <a:xfrm>
            <a:off x="611198" y="-38572"/>
            <a:ext cx="10971010" cy="107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552938" algn="ctr"/>
            <a:r>
              <a:rPr lang="en-US" sz="3507" b="1" dirty="0"/>
              <a:t>Pointer vs Variables:</a:t>
            </a:r>
          </a:p>
          <a:p>
            <a:pPr marL="552938" algn="ctr"/>
            <a:r>
              <a:rPr lang="en-US" sz="3507" b="1" dirty="0"/>
              <a:t>Incrementing</a:t>
            </a:r>
          </a:p>
        </p:txBody>
      </p:sp>
      <p:sp>
        <p:nvSpPr>
          <p:cNvPr id="6" name="Google Shape;117;p23">
            <a:extLst>
              <a:ext uri="{FF2B5EF4-FFF2-40B4-BE49-F238E27FC236}">
                <a16:creationId xmlns:a16="http://schemas.microsoft.com/office/drawing/2014/main" id="{EB59B656-5837-1EDF-274A-F45D21868AA9}"/>
              </a:ext>
            </a:extLst>
          </p:cNvPr>
          <p:cNvSpPr/>
          <p:nvPr/>
        </p:nvSpPr>
        <p:spPr>
          <a:xfrm>
            <a:off x="609792" y="2367774"/>
            <a:ext cx="5181419" cy="42084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CAD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0570" tIns="55270" rIns="110570" bIns="55270" anchor="t" anchorCtr="0">
            <a:noAutofit/>
          </a:bodyPr>
          <a:lstStyle/>
          <a:p>
            <a:pPr defTabSz="1105875">
              <a:spcAft>
                <a:spcPts val="726"/>
              </a:spcAft>
              <a:buClr>
                <a:srgbClr val="000000"/>
              </a:buClr>
              <a:buSzPts val="2000"/>
              <a:defRPr/>
            </a:pPr>
            <a:r>
              <a:rPr lang="en-US" sz="3386" b="1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increment:</a:t>
            </a:r>
          </a:p>
          <a:p>
            <a:pPr marL="92156" defTabSz="1105875">
              <a:buClr>
                <a:srgbClr val="000000"/>
              </a:buClr>
              <a:buSzPts val="2400"/>
              <a:defRPr/>
            </a:pPr>
            <a:r>
              <a:rPr lang="en-US" sz="2661" dirty="0">
                <a:solidFill>
                  <a:schemeClr val="hlink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661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-US" sz="2661" dirty="0" err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c_ptr</a:t>
            </a:r>
            <a:r>
              <a:rPr lang="en-US" sz="2661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= 0x100;	</a:t>
            </a:r>
          </a:p>
          <a:p>
            <a:pPr marL="92156" defTabSz="1105875">
              <a:buClr>
                <a:srgbClr val="000000"/>
              </a:buClr>
              <a:buSzPts val="2400"/>
              <a:defRPr/>
            </a:pPr>
            <a:r>
              <a:rPr lang="en-US" sz="2661" dirty="0" err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c_ptr</a:t>
            </a:r>
            <a:r>
              <a:rPr lang="en-US" sz="2661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++;</a:t>
            </a:r>
            <a:r>
              <a:rPr lang="en-US" sz="2661" dirty="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// </a:t>
            </a:r>
            <a:r>
              <a:rPr lang="en-US" sz="2661" dirty="0" err="1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2661" dirty="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=0x101</a:t>
            </a:r>
          </a:p>
          <a:p>
            <a:pPr marL="92156" defTabSz="1105875">
              <a:buClr>
                <a:srgbClr val="000000"/>
              </a:buClr>
              <a:buSzPts val="2400"/>
              <a:defRPr/>
            </a:pPr>
            <a:endParaRPr lang="en-US" sz="2661" dirty="0">
              <a:solidFill>
                <a:schemeClr val="hlink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92156" defTabSz="1105875">
              <a:buClr>
                <a:srgbClr val="000000"/>
              </a:buClr>
              <a:buSzPts val="2400"/>
              <a:defRPr/>
            </a:pPr>
            <a:r>
              <a:rPr lang="en-US" sz="2661" dirty="0">
                <a:solidFill>
                  <a:schemeClr val="hlink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n-US" sz="2661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661" dirty="0" err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i_ptr</a:t>
            </a:r>
            <a:r>
              <a:rPr lang="en-US" sz="2661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= 0x100;	</a:t>
            </a:r>
          </a:p>
          <a:p>
            <a:pPr marL="92156" defTabSz="1105875">
              <a:buClr>
                <a:srgbClr val="000000"/>
              </a:buClr>
              <a:buSzPts val="2400"/>
              <a:defRPr/>
            </a:pPr>
            <a:r>
              <a:rPr lang="en-US" sz="2661" dirty="0" err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i_ptr</a:t>
            </a:r>
            <a:r>
              <a:rPr lang="en-US" sz="2661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++;</a:t>
            </a:r>
            <a:r>
              <a:rPr lang="en-US" sz="2661" dirty="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// </a:t>
            </a:r>
            <a:r>
              <a:rPr lang="en-US" sz="2661" dirty="0" err="1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2661" dirty="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=0x104</a:t>
            </a:r>
            <a:endParaRPr lang="en-US" sz="2661" kern="0" dirty="0">
              <a:solidFill>
                <a:srgbClr val="000000"/>
              </a:solidFill>
              <a:latin typeface="Calibri"/>
              <a:cs typeface="Calibri"/>
              <a:sym typeface="Calibri"/>
            </a:endParaRPr>
          </a:p>
          <a:p>
            <a:pPr marL="92156" defTabSz="1105875">
              <a:buClr>
                <a:srgbClr val="000000"/>
              </a:buClr>
              <a:buSzPts val="2400"/>
              <a:defRPr/>
            </a:pPr>
            <a:endParaRPr lang="en-US" sz="2419" kern="0" dirty="0">
              <a:solidFill>
                <a:srgbClr val="000000"/>
              </a:solidFill>
              <a:latin typeface="Calibri"/>
              <a:cs typeface="Calibri"/>
              <a:sym typeface="Calibri"/>
            </a:endParaRPr>
          </a:p>
          <a:p>
            <a:pPr marL="92156" algn="ctr" defTabSz="1105875">
              <a:buClr>
                <a:srgbClr val="000000"/>
              </a:buClr>
              <a:buSzPts val="2400"/>
              <a:defRPr/>
            </a:pPr>
            <a:r>
              <a:rPr lang="en-US" sz="2661" b="1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Increases by the size of its type</a:t>
            </a:r>
            <a:endParaRPr lang="en-US" sz="2661" b="1" dirty="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117;p23">
            <a:extLst>
              <a:ext uri="{FF2B5EF4-FFF2-40B4-BE49-F238E27FC236}">
                <a16:creationId xmlns:a16="http://schemas.microsoft.com/office/drawing/2014/main" id="{6123C9EF-00DB-F939-DF7E-DC52B1BEC66D}"/>
              </a:ext>
            </a:extLst>
          </p:cNvPr>
          <p:cNvSpPr/>
          <p:nvPr/>
        </p:nvSpPr>
        <p:spPr>
          <a:xfrm>
            <a:off x="6400789" y="2367774"/>
            <a:ext cx="5181419" cy="42084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CAD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0570" tIns="55270" rIns="110570" bIns="55270" anchor="t" anchorCtr="0">
            <a:noAutofit/>
          </a:bodyPr>
          <a:lstStyle/>
          <a:p>
            <a:pPr defTabSz="1105875">
              <a:spcAft>
                <a:spcPts val="726"/>
              </a:spcAft>
              <a:buClr>
                <a:srgbClr val="000000"/>
              </a:buClr>
              <a:buSzPts val="2000"/>
              <a:defRPr/>
            </a:pPr>
            <a:r>
              <a:rPr lang="en-US" sz="3386" b="1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increment:</a:t>
            </a:r>
          </a:p>
          <a:p>
            <a:pPr marL="92156" defTabSz="1105875">
              <a:buClr>
                <a:srgbClr val="000000"/>
              </a:buClr>
              <a:buSzPts val="2400"/>
              <a:defRPr/>
            </a:pPr>
            <a:r>
              <a:rPr lang="en-US" sz="2661" kern="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661" kern="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x = 10;</a:t>
            </a:r>
          </a:p>
          <a:p>
            <a:pPr marL="92156" defTabSz="1105875">
              <a:buClr>
                <a:srgbClr val="000000"/>
              </a:buClr>
              <a:buSzPts val="2400"/>
              <a:defRPr/>
            </a:pPr>
            <a:r>
              <a:rPr lang="en-US" sz="2661" kern="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x++;</a:t>
            </a:r>
            <a:r>
              <a:rPr lang="en-US" sz="2661" kern="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// x=11</a:t>
            </a:r>
          </a:p>
          <a:p>
            <a:pPr marL="92156" defTabSz="1105875">
              <a:buClr>
                <a:srgbClr val="000000"/>
              </a:buClr>
              <a:buSzPts val="2400"/>
              <a:defRPr/>
            </a:pPr>
            <a:endParaRPr lang="en-US" sz="2661" kern="0" dirty="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92156" defTabSz="1105875">
              <a:buClr>
                <a:srgbClr val="000000"/>
              </a:buClr>
              <a:buSzPts val="2400"/>
              <a:defRPr/>
            </a:pPr>
            <a:r>
              <a:rPr lang="en-US" sz="2661" kern="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n-US" sz="2661" kern="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 = 10;	</a:t>
            </a:r>
          </a:p>
          <a:p>
            <a:pPr marL="92156" defTabSz="1105875">
              <a:buClr>
                <a:srgbClr val="000000"/>
              </a:buClr>
              <a:buSzPts val="2400"/>
              <a:defRPr/>
            </a:pPr>
            <a:r>
              <a:rPr lang="en-US" sz="2661" kern="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x++;</a:t>
            </a:r>
            <a:r>
              <a:rPr lang="en-US" sz="2661" kern="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// x=11</a:t>
            </a:r>
            <a:endParaRPr lang="en-US" sz="2661" kern="0" dirty="0">
              <a:solidFill>
                <a:srgbClr val="000000"/>
              </a:solidFill>
              <a:latin typeface="Calibri"/>
              <a:cs typeface="Calibri"/>
              <a:sym typeface="Calibri"/>
            </a:endParaRPr>
          </a:p>
          <a:p>
            <a:pPr marL="92156" defTabSz="1105875">
              <a:buClr>
                <a:srgbClr val="000000"/>
              </a:buClr>
              <a:buSzPts val="2400"/>
              <a:defRPr/>
            </a:pPr>
            <a:endParaRPr lang="en-US" sz="2419" kern="0" dirty="0">
              <a:solidFill>
                <a:srgbClr val="000000"/>
              </a:solidFill>
              <a:latin typeface="Calibri"/>
              <a:cs typeface="Calibri"/>
              <a:sym typeface="Calibri"/>
            </a:endParaRPr>
          </a:p>
          <a:p>
            <a:pPr marL="92156" algn="ctr" defTabSz="1105875">
              <a:buClr>
                <a:srgbClr val="000000"/>
              </a:buClr>
              <a:buSzPts val="2400"/>
              <a:defRPr/>
            </a:pPr>
            <a:r>
              <a:rPr lang="en-US" sz="2661" b="1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Increases by 1</a:t>
            </a:r>
            <a:endParaRPr lang="en-US" sz="2661" b="1" kern="0" dirty="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154380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7"/>
          <p:cNvSpPr txBox="1">
            <a:spLocks noGrp="1"/>
          </p:cNvSpPr>
          <p:nvPr>
            <p:ph type="body" idx="3"/>
          </p:nvPr>
        </p:nvSpPr>
        <p:spPr>
          <a:xfrm>
            <a:off x="611198" y="3235664"/>
            <a:ext cx="5181419" cy="628178"/>
          </a:xfrm>
          <a:prstGeom prst="rect">
            <a:avLst/>
          </a:prstGeom>
          <a:solidFill>
            <a:srgbClr val="E69138"/>
          </a:solidFill>
        </p:spPr>
        <p:txBody>
          <a:bodyPr spcFirstLastPara="1" vert="horz" wrap="square" lIns="91421" tIns="45699" rIns="91421" bIns="45699" rtlCol="0" anchor="t" anchorCtr="0">
            <a:noAutofit/>
          </a:bodyPr>
          <a:lstStyle/>
          <a:p>
            <a:pPr marL="0" indent="0" algn="ctr"/>
            <a:r>
              <a:rPr lang="en-US" sz="2500" dirty="0"/>
              <a:t>Pointers</a:t>
            </a:r>
            <a:endParaRPr sz="2500" dirty="0"/>
          </a:p>
        </p:txBody>
      </p:sp>
      <p:sp>
        <p:nvSpPr>
          <p:cNvPr id="259" name="Google Shape;259;p37"/>
          <p:cNvSpPr txBox="1">
            <a:spLocks noGrp="1"/>
          </p:cNvSpPr>
          <p:nvPr>
            <p:ph type="body" idx="4"/>
          </p:nvPr>
        </p:nvSpPr>
        <p:spPr>
          <a:xfrm>
            <a:off x="6402194" y="3235664"/>
            <a:ext cx="5181419" cy="628178"/>
          </a:xfrm>
          <a:prstGeom prst="rect">
            <a:avLst/>
          </a:prstGeom>
          <a:solidFill>
            <a:srgbClr val="6AA84F"/>
          </a:solidFill>
        </p:spPr>
        <p:txBody>
          <a:bodyPr spcFirstLastPara="1" vert="horz" wrap="square" lIns="91421" tIns="45699" rIns="91421" bIns="45699" rtlCol="0" anchor="t" anchorCtr="0">
            <a:noAutofit/>
          </a:bodyPr>
          <a:lstStyle/>
          <a:p>
            <a:pPr marL="0" indent="0" algn="ctr"/>
            <a:r>
              <a:rPr lang="en-US" sz="2500" dirty="0"/>
              <a:t>Variables</a:t>
            </a:r>
            <a:endParaRPr sz="2500" dirty="0"/>
          </a:p>
        </p:txBody>
      </p:sp>
      <p:sp>
        <p:nvSpPr>
          <p:cNvPr id="4" name="Google Shape;87;p18">
            <a:extLst>
              <a:ext uri="{FF2B5EF4-FFF2-40B4-BE49-F238E27FC236}">
                <a16:creationId xmlns:a16="http://schemas.microsoft.com/office/drawing/2014/main" id="{56DE6AD8-B8ED-7CBB-EF3E-1B4B81A5A9C2}"/>
              </a:ext>
            </a:extLst>
          </p:cNvPr>
          <p:cNvSpPr txBox="1"/>
          <p:nvPr/>
        </p:nvSpPr>
        <p:spPr>
          <a:xfrm>
            <a:off x="611198" y="-38572"/>
            <a:ext cx="10971010" cy="107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552938" algn="ctr"/>
            <a:r>
              <a:rPr lang="en-US" sz="3507" b="1" dirty="0"/>
              <a:t>Pointer vs Variables:</a:t>
            </a:r>
          </a:p>
          <a:p>
            <a:pPr marL="552938" algn="ctr"/>
            <a:r>
              <a:rPr lang="en-US" sz="3507" b="1" dirty="0"/>
              <a:t>Structure &amp; its members</a:t>
            </a:r>
          </a:p>
        </p:txBody>
      </p:sp>
      <p:sp>
        <p:nvSpPr>
          <p:cNvPr id="6" name="Google Shape;117;p23">
            <a:extLst>
              <a:ext uri="{FF2B5EF4-FFF2-40B4-BE49-F238E27FC236}">
                <a16:creationId xmlns:a16="http://schemas.microsoft.com/office/drawing/2014/main" id="{EB59B656-5837-1EDF-274A-F45D21868AA9}"/>
              </a:ext>
            </a:extLst>
          </p:cNvPr>
          <p:cNvSpPr/>
          <p:nvPr/>
        </p:nvSpPr>
        <p:spPr>
          <a:xfrm>
            <a:off x="611198" y="3955521"/>
            <a:ext cx="5181419" cy="267439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CAD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0570" tIns="55270" rIns="110570" bIns="55270" anchor="t" anchorCtr="0">
            <a:noAutofit/>
          </a:bodyPr>
          <a:lstStyle/>
          <a:p>
            <a:pPr defTabSz="1105875">
              <a:spcAft>
                <a:spcPts val="726"/>
              </a:spcAft>
              <a:buClr>
                <a:srgbClr val="000000"/>
              </a:buClr>
              <a:buSzPts val="2000"/>
              <a:defRPr/>
            </a:pPr>
            <a:r>
              <a:rPr lang="en-US" sz="3144" b="1" kern="0" dirty="0" err="1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Init.</a:t>
            </a:r>
            <a:r>
              <a:rPr lang="en-US" sz="3144" b="1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 &amp; Assign.:</a:t>
            </a:r>
          </a:p>
          <a:p>
            <a:pPr marL="92156" defTabSz="1105875">
              <a:buClr>
                <a:srgbClr val="000000"/>
              </a:buClr>
              <a:buSzPts val="2400"/>
              <a:defRPr/>
            </a:pPr>
            <a:r>
              <a:rPr lang="en-US" sz="2419" kern="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lang="en-US" sz="2419" kern="0" dirty="0" err="1">
                <a:solidFill>
                  <a:schemeClr val="accent6">
                    <a:lumMod val="50000"/>
                  </a:schemeClr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MyStruct</a:t>
            </a:r>
            <a:r>
              <a:rPr lang="en-US" sz="2419" kern="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-US" sz="2419" kern="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my_struct</a:t>
            </a:r>
            <a:r>
              <a:rPr lang="en-US" sz="2419" kern="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marL="92156" defTabSz="1105875">
              <a:buClr>
                <a:srgbClr val="000000"/>
              </a:buClr>
              <a:buSzPts val="2400"/>
              <a:defRPr/>
            </a:pPr>
            <a:r>
              <a:rPr lang="en-US" sz="2419" kern="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my_struct</a:t>
            </a:r>
            <a:r>
              <a:rPr lang="en-US" sz="2419" kern="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-&gt;x = 5;</a:t>
            </a:r>
          </a:p>
          <a:p>
            <a:pPr marL="92156" defTabSz="1105875">
              <a:buClr>
                <a:srgbClr val="000000"/>
              </a:buClr>
              <a:buSzPts val="2400"/>
              <a:defRPr/>
            </a:pPr>
            <a:r>
              <a:rPr lang="en-US" sz="2419" kern="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my_struct</a:t>
            </a:r>
            <a:r>
              <a:rPr lang="en-US" sz="2419" kern="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-&gt;c = </a:t>
            </a:r>
            <a:r>
              <a:rPr lang="en-US" sz="2419" kern="0" dirty="0">
                <a:solidFill>
                  <a:srgbClr val="CC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'A'</a:t>
            </a:r>
            <a:r>
              <a:rPr lang="en-US" sz="2419" kern="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marL="92156" defTabSz="1105875">
              <a:buClr>
                <a:srgbClr val="000000"/>
              </a:buClr>
              <a:buSzPts val="2400"/>
              <a:defRPr/>
            </a:pPr>
            <a:r>
              <a:rPr lang="en-US" sz="2419" kern="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(*</a:t>
            </a:r>
            <a:r>
              <a:rPr lang="en-US" sz="2419" kern="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my_struct</a:t>
            </a:r>
            <a:r>
              <a:rPr lang="en-US" sz="2419" kern="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).y = 10</a:t>
            </a:r>
          </a:p>
        </p:txBody>
      </p:sp>
      <p:sp>
        <p:nvSpPr>
          <p:cNvPr id="11" name="Google Shape;117;p23">
            <a:extLst>
              <a:ext uri="{FF2B5EF4-FFF2-40B4-BE49-F238E27FC236}">
                <a16:creationId xmlns:a16="http://schemas.microsoft.com/office/drawing/2014/main" id="{6123C9EF-00DB-F939-DF7E-DC52B1BEC66D}"/>
              </a:ext>
            </a:extLst>
          </p:cNvPr>
          <p:cNvSpPr/>
          <p:nvPr/>
        </p:nvSpPr>
        <p:spPr>
          <a:xfrm>
            <a:off x="6402194" y="3955521"/>
            <a:ext cx="5181419" cy="267439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CAD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0570" tIns="55270" rIns="110570" bIns="55270" anchor="t" anchorCtr="0">
            <a:noAutofit/>
          </a:bodyPr>
          <a:lstStyle/>
          <a:p>
            <a:pPr defTabSz="1105875">
              <a:spcAft>
                <a:spcPts val="726"/>
              </a:spcAft>
              <a:buClr>
                <a:srgbClr val="000000"/>
              </a:buClr>
              <a:buSzPts val="2000"/>
              <a:defRPr/>
            </a:pPr>
            <a:r>
              <a:rPr lang="en-US" sz="3144" b="1" dirty="0" err="1">
                <a:latin typeface="Calibri"/>
                <a:cs typeface="Calibri"/>
                <a:sym typeface="Calibri"/>
              </a:rPr>
              <a:t>Init.</a:t>
            </a:r>
            <a:r>
              <a:rPr lang="en-US" sz="3144" b="1" dirty="0">
                <a:latin typeface="Calibri"/>
                <a:cs typeface="Calibri"/>
                <a:sym typeface="Calibri"/>
              </a:rPr>
              <a:t> &amp; Assign.:</a:t>
            </a:r>
          </a:p>
          <a:p>
            <a:pPr marL="92156" defTabSz="1105875">
              <a:buClr>
                <a:srgbClr val="000000"/>
              </a:buClr>
              <a:buSzPts val="2400"/>
              <a:defRPr/>
            </a:pPr>
            <a:r>
              <a:rPr lang="en-US" sz="2419" kern="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lang="en-US" sz="2419" kern="0" dirty="0" err="1">
                <a:solidFill>
                  <a:schemeClr val="accent6">
                    <a:lumMod val="50000"/>
                  </a:schemeClr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MyStruct</a:t>
            </a:r>
            <a:r>
              <a:rPr lang="en-US" sz="2419" kern="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19" kern="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my_struct</a:t>
            </a:r>
            <a:r>
              <a:rPr lang="en-US" sz="2419" kern="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lang="en-US" sz="2419" dirty="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92156" defTabSz="1105875">
              <a:buClr>
                <a:srgbClr val="000000"/>
              </a:buClr>
              <a:buSzPts val="2400"/>
              <a:defRPr/>
            </a:pPr>
            <a:r>
              <a:rPr lang="en-US" sz="2419" kern="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my_struct.x</a:t>
            </a:r>
            <a:r>
              <a:rPr lang="en-US" sz="2419" kern="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5;</a:t>
            </a:r>
          </a:p>
          <a:p>
            <a:pPr marL="92156">
              <a:buSzPts val="2400"/>
              <a:defRPr/>
            </a:pPr>
            <a:r>
              <a:rPr lang="en-US" sz="2419" kern="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my_struct.c</a:t>
            </a:r>
            <a:r>
              <a:rPr lang="en-US" sz="2419" kern="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419" kern="0" dirty="0">
                <a:solidFill>
                  <a:srgbClr val="CC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'A'</a:t>
            </a:r>
            <a:r>
              <a:rPr lang="en-US" sz="2419" kern="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</a:p>
        </p:txBody>
      </p:sp>
      <p:sp>
        <p:nvSpPr>
          <p:cNvPr id="2" name="Google Shape;117;p23">
            <a:extLst>
              <a:ext uri="{FF2B5EF4-FFF2-40B4-BE49-F238E27FC236}">
                <a16:creationId xmlns:a16="http://schemas.microsoft.com/office/drawing/2014/main" id="{5013CFA4-7D7B-B8DB-D514-267B28D505D4}"/>
              </a:ext>
            </a:extLst>
          </p:cNvPr>
          <p:cNvSpPr/>
          <p:nvPr/>
        </p:nvSpPr>
        <p:spPr>
          <a:xfrm>
            <a:off x="4015780" y="1134152"/>
            <a:ext cx="4160441" cy="203317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CAD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0570" tIns="55270" rIns="110570" bIns="55270" anchor="t" anchorCtr="0">
            <a:noAutofit/>
          </a:bodyPr>
          <a:lstStyle/>
          <a:p>
            <a:pPr marL="92156" lvl="3">
              <a:buSzPts val="2400"/>
              <a:defRPr/>
            </a:pPr>
            <a:r>
              <a:rPr lang="en-US" sz="2419" dirty="0">
                <a:solidFill>
                  <a:schemeClr val="hlink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19" dirty="0" err="1">
                <a:solidFill>
                  <a:schemeClr val="accent6">
                    <a:lumMod val="50000"/>
                  </a:schemeClr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MyStruct</a:t>
            </a: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</a:p>
          <a:p>
            <a:pPr marL="92156" lvl="3">
              <a:buSzPts val="2400"/>
              <a:defRPr/>
            </a:pP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19" dirty="0">
                <a:solidFill>
                  <a:schemeClr val="hlink"/>
                </a:solidFill>
                <a:highlight>
                  <a:schemeClr val="lt1"/>
                </a:highlight>
                <a:latin typeface="Consolas"/>
                <a:sym typeface="Consolas"/>
              </a:rPr>
              <a:t>int</a:t>
            </a: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x, y;</a:t>
            </a:r>
          </a:p>
          <a:p>
            <a:pPr marL="92156" lvl="3">
              <a:buSzPts val="2400"/>
              <a:defRPr/>
            </a:pP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19" dirty="0">
                <a:solidFill>
                  <a:schemeClr val="hlink"/>
                </a:solidFill>
                <a:highlight>
                  <a:schemeClr val="lt1"/>
                </a:highlight>
                <a:latin typeface="Consolas"/>
                <a:sym typeface="Consolas"/>
              </a:rPr>
              <a:t>char</a:t>
            </a: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c;</a:t>
            </a:r>
          </a:p>
          <a:p>
            <a:pPr marL="92156" lvl="3">
              <a:buSzPts val="2400"/>
              <a:defRPr/>
            </a:pP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19" dirty="0">
                <a:solidFill>
                  <a:schemeClr val="hlink"/>
                </a:solidFill>
                <a:highlight>
                  <a:schemeClr val="lt1"/>
                </a:highlight>
                <a:latin typeface="Consolas"/>
                <a:sym typeface="Consolas"/>
              </a:rPr>
              <a:t>char</a:t>
            </a: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en-US" sz="2419" dirty="0" err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c_ptr</a:t>
            </a: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marL="92156" lvl="3">
              <a:buSzPts val="2400"/>
              <a:defRPr/>
            </a:pP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n-US" sz="2419" dirty="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92736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7"/>
          <p:cNvSpPr txBox="1">
            <a:spLocks noGrp="1"/>
          </p:cNvSpPr>
          <p:nvPr>
            <p:ph type="body" idx="3"/>
          </p:nvPr>
        </p:nvSpPr>
        <p:spPr>
          <a:xfrm>
            <a:off x="611198" y="3235664"/>
            <a:ext cx="5181419" cy="628178"/>
          </a:xfrm>
          <a:prstGeom prst="rect">
            <a:avLst/>
          </a:prstGeom>
          <a:solidFill>
            <a:srgbClr val="E69138"/>
          </a:solidFill>
        </p:spPr>
        <p:txBody>
          <a:bodyPr spcFirstLastPara="1" vert="horz" wrap="square" lIns="91421" tIns="45699" rIns="91421" bIns="45699" rtlCol="0" anchor="t" anchorCtr="0">
            <a:noAutofit/>
          </a:bodyPr>
          <a:lstStyle/>
          <a:p>
            <a:pPr marL="0" indent="0" algn="ctr"/>
            <a:r>
              <a:rPr lang="en-US" sz="2500" dirty="0"/>
              <a:t>Pointers</a:t>
            </a:r>
            <a:endParaRPr sz="2500" dirty="0"/>
          </a:p>
        </p:txBody>
      </p:sp>
      <p:sp>
        <p:nvSpPr>
          <p:cNvPr id="259" name="Google Shape;259;p37"/>
          <p:cNvSpPr txBox="1">
            <a:spLocks noGrp="1"/>
          </p:cNvSpPr>
          <p:nvPr>
            <p:ph type="body" idx="4"/>
          </p:nvPr>
        </p:nvSpPr>
        <p:spPr>
          <a:xfrm>
            <a:off x="6402194" y="3235664"/>
            <a:ext cx="5181419" cy="628178"/>
          </a:xfrm>
          <a:prstGeom prst="rect">
            <a:avLst/>
          </a:prstGeom>
          <a:solidFill>
            <a:srgbClr val="6AA84F"/>
          </a:solidFill>
        </p:spPr>
        <p:txBody>
          <a:bodyPr spcFirstLastPara="1" vert="horz" wrap="square" lIns="91421" tIns="45699" rIns="91421" bIns="45699" rtlCol="0" anchor="t" anchorCtr="0">
            <a:noAutofit/>
          </a:bodyPr>
          <a:lstStyle/>
          <a:p>
            <a:pPr marL="0" indent="0" algn="ctr"/>
            <a:r>
              <a:rPr lang="en-US" sz="2500" dirty="0"/>
              <a:t>Variables</a:t>
            </a:r>
            <a:endParaRPr sz="2500" dirty="0"/>
          </a:p>
        </p:txBody>
      </p:sp>
      <p:sp>
        <p:nvSpPr>
          <p:cNvPr id="4" name="Google Shape;87;p18">
            <a:extLst>
              <a:ext uri="{FF2B5EF4-FFF2-40B4-BE49-F238E27FC236}">
                <a16:creationId xmlns:a16="http://schemas.microsoft.com/office/drawing/2014/main" id="{56DE6AD8-B8ED-7CBB-EF3E-1B4B81A5A9C2}"/>
              </a:ext>
            </a:extLst>
          </p:cNvPr>
          <p:cNvSpPr txBox="1"/>
          <p:nvPr/>
        </p:nvSpPr>
        <p:spPr>
          <a:xfrm>
            <a:off x="611198" y="-38572"/>
            <a:ext cx="10971010" cy="107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552938" algn="ctr"/>
            <a:r>
              <a:rPr lang="en-US" sz="3507" b="1" dirty="0"/>
              <a:t>Pointer vs Variables:</a:t>
            </a:r>
          </a:p>
          <a:p>
            <a:pPr marL="552938" algn="ctr"/>
            <a:r>
              <a:rPr lang="en-US" sz="3507" b="1" dirty="0"/>
              <a:t>Structure &amp; its members</a:t>
            </a:r>
          </a:p>
        </p:txBody>
      </p:sp>
      <p:sp>
        <p:nvSpPr>
          <p:cNvPr id="6" name="Google Shape;117;p23">
            <a:extLst>
              <a:ext uri="{FF2B5EF4-FFF2-40B4-BE49-F238E27FC236}">
                <a16:creationId xmlns:a16="http://schemas.microsoft.com/office/drawing/2014/main" id="{EB59B656-5837-1EDF-274A-F45D21868AA9}"/>
              </a:ext>
            </a:extLst>
          </p:cNvPr>
          <p:cNvSpPr/>
          <p:nvPr/>
        </p:nvSpPr>
        <p:spPr>
          <a:xfrm>
            <a:off x="611198" y="3955521"/>
            <a:ext cx="5181419" cy="267439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CAD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0570" tIns="55270" rIns="110570" bIns="55270" anchor="t" anchorCtr="0">
            <a:noAutofit/>
          </a:bodyPr>
          <a:lstStyle/>
          <a:p>
            <a:pPr defTabSz="1105875">
              <a:spcAft>
                <a:spcPts val="726"/>
              </a:spcAft>
              <a:buClr>
                <a:srgbClr val="000000"/>
              </a:buClr>
              <a:buSzPts val="2000"/>
              <a:defRPr/>
            </a:pPr>
            <a:r>
              <a:rPr lang="en-US" sz="3144" b="1" kern="0" dirty="0" err="1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Init.</a:t>
            </a:r>
            <a:r>
              <a:rPr lang="en-US" sz="3144" b="1" kern="0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 &amp; Assign.:</a:t>
            </a:r>
          </a:p>
          <a:p>
            <a:pPr marL="92156" defTabSz="1105875">
              <a:buClr>
                <a:srgbClr val="000000"/>
              </a:buClr>
              <a:buSzPts val="2400"/>
              <a:defRPr/>
            </a:pPr>
            <a:r>
              <a:rPr lang="en-US" sz="2419" kern="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lang="en-US" sz="2419" kern="0" dirty="0" err="1">
                <a:solidFill>
                  <a:schemeClr val="accent6">
                    <a:lumMod val="50000"/>
                  </a:schemeClr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MyStruct</a:t>
            </a:r>
            <a:r>
              <a:rPr lang="en-US" sz="2419" kern="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-US" sz="2419" kern="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my_struct</a:t>
            </a:r>
            <a:r>
              <a:rPr lang="en-US" sz="2419" kern="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marL="92156" defTabSz="1105875">
              <a:buClr>
                <a:srgbClr val="000000"/>
              </a:buClr>
              <a:buSzPts val="2400"/>
              <a:defRPr/>
            </a:pPr>
            <a:r>
              <a:rPr lang="en-US" sz="2419" kern="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my_struct</a:t>
            </a:r>
            <a:r>
              <a:rPr lang="en-US" sz="2419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100;</a:t>
            </a:r>
          </a:p>
          <a:p>
            <a:pPr marL="92156">
              <a:buSzPts val="2400"/>
              <a:defRPr/>
            </a:pPr>
            <a:r>
              <a:rPr lang="en-US" sz="2419" kern="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my_struct</a:t>
            </a:r>
            <a:r>
              <a:rPr lang="en-US" sz="2419" dirty="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++;</a:t>
            </a:r>
            <a:endParaRPr lang="en-US" sz="2419" dirty="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92156">
              <a:buSzPts val="2400"/>
              <a:defRPr/>
            </a:pPr>
            <a:r>
              <a:rPr lang="en-US" sz="2419" dirty="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increases by size of struct</a:t>
            </a:r>
            <a:endParaRPr lang="en-US" sz="2419" dirty="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92156">
              <a:buSzPts val="2400"/>
              <a:defRPr/>
            </a:pPr>
            <a:endParaRPr lang="en-US" sz="2419" dirty="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92156" defTabSz="1105875">
              <a:buClr>
                <a:srgbClr val="000000"/>
              </a:buClr>
              <a:buSzPts val="2400"/>
              <a:defRPr/>
            </a:pPr>
            <a:endParaRPr lang="en-US" sz="2419" kern="0" dirty="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117;p23">
            <a:extLst>
              <a:ext uri="{FF2B5EF4-FFF2-40B4-BE49-F238E27FC236}">
                <a16:creationId xmlns:a16="http://schemas.microsoft.com/office/drawing/2014/main" id="{6123C9EF-00DB-F939-DF7E-DC52B1BEC66D}"/>
              </a:ext>
            </a:extLst>
          </p:cNvPr>
          <p:cNvSpPr/>
          <p:nvPr/>
        </p:nvSpPr>
        <p:spPr>
          <a:xfrm>
            <a:off x="6402194" y="3955521"/>
            <a:ext cx="5181419" cy="267439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CAD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0570" tIns="55270" rIns="110570" bIns="55270" anchor="t" anchorCtr="0">
            <a:noAutofit/>
          </a:bodyPr>
          <a:lstStyle/>
          <a:p>
            <a:pPr defTabSz="1105875">
              <a:spcAft>
                <a:spcPts val="726"/>
              </a:spcAft>
              <a:buClr>
                <a:srgbClr val="000000"/>
              </a:buClr>
              <a:buSzPts val="2000"/>
              <a:defRPr/>
            </a:pPr>
            <a:r>
              <a:rPr lang="en-US" sz="3144" b="1" dirty="0" err="1">
                <a:latin typeface="Calibri"/>
                <a:cs typeface="Calibri"/>
                <a:sym typeface="Calibri"/>
              </a:rPr>
              <a:t>Init.</a:t>
            </a:r>
            <a:r>
              <a:rPr lang="en-US" sz="3144" b="1" dirty="0">
                <a:latin typeface="Calibri"/>
                <a:cs typeface="Calibri"/>
                <a:sym typeface="Calibri"/>
              </a:rPr>
              <a:t> &amp; Assign.:</a:t>
            </a:r>
          </a:p>
          <a:p>
            <a:pPr marL="92156" defTabSz="1105875">
              <a:buClr>
                <a:srgbClr val="000000"/>
              </a:buClr>
              <a:buSzPts val="2400"/>
              <a:defRPr/>
            </a:pPr>
            <a:r>
              <a:rPr lang="en-US" sz="2419" kern="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lang="en-US" sz="2419" kern="0" dirty="0" err="1">
                <a:solidFill>
                  <a:schemeClr val="accent6">
                    <a:lumMod val="50000"/>
                  </a:schemeClr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MyStruct</a:t>
            </a:r>
            <a:r>
              <a:rPr lang="en-US" sz="2419" kern="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19" kern="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my_struct</a:t>
            </a:r>
            <a:r>
              <a:rPr lang="en-US" sz="2419" kern="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lang="en-US" sz="2419" dirty="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Google Shape;117;p23">
            <a:extLst>
              <a:ext uri="{FF2B5EF4-FFF2-40B4-BE49-F238E27FC236}">
                <a16:creationId xmlns:a16="http://schemas.microsoft.com/office/drawing/2014/main" id="{5013CFA4-7D7B-B8DB-D514-267B28D505D4}"/>
              </a:ext>
            </a:extLst>
          </p:cNvPr>
          <p:cNvSpPr/>
          <p:nvPr/>
        </p:nvSpPr>
        <p:spPr>
          <a:xfrm>
            <a:off x="4015780" y="1134152"/>
            <a:ext cx="4160441" cy="203317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CAD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0570" tIns="55270" rIns="110570" bIns="55270" anchor="t" anchorCtr="0">
            <a:noAutofit/>
          </a:bodyPr>
          <a:lstStyle/>
          <a:p>
            <a:pPr marL="92156" lvl="3">
              <a:buSzPts val="2400"/>
              <a:defRPr/>
            </a:pPr>
            <a:r>
              <a:rPr lang="en-US" sz="2419" dirty="0">
                <a:solidFill>
                  <a:schemeClr val="hlink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19" dirty="0" err="1">
                <a:solidFill>
                  <a:schemeClr val="accent6">
                    <a:lumMod val="50000"/>
                  </a:schemeClr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MyStruct</a:t>
            </a: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</a:p>
          <a:p>
            <a:pPr marL="92156" lvl="3">
              <a:buSzPts val="2400"/>
              <a:defRPr/>
            </a:pP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19" dirty="0">
                <a:solidFill>
                  <a:schemeClr val="hlink"/>
                </a:solidFill>
                <a:highlight>
                  <a:schemeClr val="lt1"/>
                </a:highlight>
                <a:latin typeface="Consolas"/>
                <a:sym typeface="Consolas"/>
              </a:rPr>
              <a:t>int</a:t>
            </a: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x, y;</a:t>
            </a:r>
          </a:p>
          <a:p>
            <a:pPr marL="92156" lvl="3">
              <a:buSzPts val="2400"/>
              <a:defRPr/>
            </a:pP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19" dirty="0">
                <a:solidFill>
                  <a:schemeClr val="hlink"/>
                </a:solidFill>
                <a:highlight>
                  <a:schemeClr val="lt1"/>
                </a:highlight>
                <a:latin typeface="Consolas"/>
                <a:sym typeface="Consolas"/>
              </a:rPr>
              <a:t>char</a:t>
            </a: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c;</a:t>
            </a:r>
          </a:p>
          <a:p>
            <a:pPr marL="92156" lvl="3">
              <a:buSzPts val="2400"/>
              <a:defRPr/>
            </a:pP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19" dirty="0">
                <a:solidFill>
                  <a:schemeClr val="hlink"/>
                </a:solidFill>
                <a:highlight>
                  <a:schemeClr val="lt1"/>
                </a:highlight>
                <a:latin typeface="Consolas"/>
                <a:sym typeface="Consolas"/>
              </a:rPr>
              <a:t>char</a:t>
            </a: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en-US" sz="2419" dirty="0" err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c_ptr</a:t>
            </a: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marL="92156" lvl="3">
              <a:buSzPts val="2400"/>
              <a:defRPr/>
            </a:pPr>
            <a:r>
              <a:rPr lang="en-US" sz="2419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 lang="en-US" sz="2419" dirty="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D8DB5A-A25E-860A-D1C5-EEFB851FD27E}"/>
              </a:ext>
            </a:extLst>
          </p:cNvPr>
          <p:cNvSpPr txBox="1"/>
          <p:nvPr/>
        </p:nvSpPr>
        <p:spPr>
          <a:xfrm>
            <a:off x="3272457" y="5411302"/>
            <a:ext cx="1883849" cy="4646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19" kern="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lang="en-US" sz="2419" kern="0" dirty="0" err="1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2419" kern="0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=113</a:t>
            </a:r>
            <a:endParaRPr lang="en-US" sz="2177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9FBFEB-2C13-BC43-C442-FC2B740477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5732" y1="41398" x2="57439" y2="49642"/>
                        <a14:foregroundMark x1="56585" y1="39247" x2="56341" y2="38172"/>
                        <a14:foregroundMark x1="56341" y1="35125" x2="55244" y2="38889"/>
                        <a14:foregroundMark x1="55732" y1="41039" x2="55732" y2="44982"/>
                        <a14:foregroundMark x1="56585" y1="38530" x2="55244" y2="43548"/>
                        <a14:foregroundMark x1="50976" y1="67921" x2="55976" y2="66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51" y="501127"/>
            <a:ext cx="3229079" cy="251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97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8C8D7F9-4BC9-DCF5-DA37-887FE454D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in FOS</a:t>
            </a:r>
            <a:endParaRPr lang="en-A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20E736-AB6F-216C-1931-A35FD64C7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PART I: PREREQUISITES</a:t>
            </a:r>
            <a:endParaRPr lang="en-AE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38FA3-02BC-C0B3-00E7-931D9D6E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12</a:t>
            </a:fld>
            <a:endParaRPr lang="en-US"/>
          </a:p>
        </p:txBody>
      </p:sp>
      <p:pic>
        <p:nvPicPr>
          <p:cNvPr id="3" name="Picture 2" descr="A clock with a number on it&#10;&#10;AI-generated content may be incorrect.">
            <a:extLst>
              <a:ext uri="{FF2B5EF4-FFF2-40B4-BE49-F238E27FC236}">
                <a16:creationId xmlns:a16="http://schemas.microsoft.com/office/drawing/2014/main" id="{C99A89EF-0AF9-FBAF-0FB6-842C95074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4720" y="0"/>
            <a:ext cx="1076614" cy="107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224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4F45B-CBFA-5B41-3991-DC0C8C3C2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define LISTS in FOS?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1E070-2868-2B94-D646-EB7240FE2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0058400" cy="449477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To define a LIST that points to objects of type </a:t>
            </a:r>
            <a:r>
              <a:rPr lang="en-US" b="1" dirty="0">
                <a:solidFill>
                  <a:srgbClr val="00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dirty="0"/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my_struct</a:t>
            </a:r>
            <a:r>
              <a:rPr lang="en-US" dirty="0"/>
              <a:t>:</a:t>
            </a:r>
          </a:p>
          <a:p>
            <a:pPr marL="738187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Create a list </a:t>
            </a:r>
            <a:r>
              <a:rPr lang="en-US" b="1" u="sng" dirty="0"/>
              <a:t>head</a:t>
            </a:r>
            <a:r>
              <a:rPr lang="en-US" b="1" dirty="0"/>
              <a:t> </a:t>
            </a:r>
            <a:r>
              <a:rPr lang="en-US" dirty="0"/>
              <a:t>that holds info about the list (size, head, tail).</a:t>
            </a:r>
          </a:p>
          <a:p>
            <a:pPr marL="1030795" lvl="1" indent="-457200">
              <a:lnSpc>
                <a:spcPct val="10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LIST_HEAD(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[LIST_TYPE_DEF]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[STRUCT NAME THAT WILL POINTS TO]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1030795" lvl="1" indent="-457200">
              <a:lnSpc>
                <a:spcPct val="10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Ex:</a:t>
            </a:r>
          </a:p>
          <a:p>
            <a:pPr marL="682625" indent="-401638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Add </a:t>
            </a:r>
            <a:r>
              <a:rPr lang="en-US" b="1" u="sng" dirty="0"/>
              <a:t>next </a:t>
            </a:r>
            <a:r>
              <a:rPr lang="en-US" dirty="0"/>
              <a:t>and </a:t>
            </a:r>
            <a:r>
              <a:rPr lang="en-US" b="1" u="sng" dirty="0"/>
              <a:t>previous</a:t>
            </a:r>
            <a:r>
              <a:rPr lang="en-US" dirty="0"/>
              <a:t> pointers to the </a:t>
            </a:r>
            <a:r>
              <a:rPr lang="en-US" b="1" dirty="0">
                <a:solidFill>
                  <a:srgbClr val="00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endParaRPr lang="en-US" dirty="0"/>
          </a:p>
          <a:p>
            <a:pPr marL="975233" lvl="1" indent="-401638">
              <a:lnSpc>
                <a:spcPct val="10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LIST_ENTRY(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[STRUCT NAME]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prev_next_info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975233" lvl="1" indent="-401638">
              <a:lnSpc>
                <a:spcPct val="10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Ex:</a:t>
            </a:r>
          </a:p>
          <a:p>
            <a:pPr marL="738187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Define your list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975233" lvl="1" indent="-401638">
              <a:lnSpc>
                <a:spcPct val="100000"/>
              </a:lnSpc>
            </a:pPr>
            <a:r>
              <a:rPr lang="en-US" b="1" dirty="0">
                <a:solidFill>
                  <a:srgbClr val="00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[LIST_TYPE_DEF]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75233" lvl="1" indent="-401638">
              <a:lnSpc>
                <a:spcPct val="10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Ex: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80E13-C303-8CAA-CCCD-D065677F9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13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1CC0152-B19F-7DD0-1EC0-5EE1D82547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203" t="48611" r="48516" b="38195"/>
          <a:stretch/>
        </p:blipFill>
        <p:spPr>
          <a:xfrm>
            <a:off x="7717669" y="3833049"/>
            <a:ext cx="4474331" cy="117420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0624AAE-1F48-CFED-6F4D-0746173887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125" t="63194" r="53047" b="33473"/>
          <a:stretch/>
        </p:blipFill>
        <p:spPr>
          <a:xfrm>
            <a:off x="7717669" y="3091744"/>
            <a:ext cx="4285943" cy="33725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0FC1B73-94E4-B3B8-3EEC-88526BA2D4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203" t="38472" r="57266" b="58611"/>
          <a:stretch/>
        </p:blipFill>
        <p:spPr>
          <a:xfrm>
            <a:off x="7717669" y="5355643"/>
            <a:ext cx="3788531" cy="31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788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75FC2-3CCE-5D86-6190-D688592F0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use LISTS?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4B734-D010-48A9-3CF2-0F70EC2C9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115204" cy="4516966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535353"/>
                </a:solidFill>
              </a:rPr>
              <a:t>Set of helper ready made functions are available in Appendix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rgbClr val="53535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LIST_INIT(…)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rgbClr val="53535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LIST_INSERT_HEAD(…)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rgbClr val="53535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LIST_SIZE(…)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rgbClr val="53535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LIST_REMOVE(…)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rgbClr val="53535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IMPORTANT</a:t>
            </a:r>
            <a:r>
              <a:rPr lang="en-US" sz="2400" dirty="0"/>
              <a:t>: you should </a:t>
            </a:r>
            <a:r>
              <a:rPr lang="en-US" sz="2400" b="1" dirty="0"/>
              <a:t>pass</a:t>
            </a:r>
            <a:r>
              <a:rPr lang="en-US" sz="2400" dirty="0"/>
              <a:t> the list to any of these functions by </a:t>
            </a:r>
            <a:r>
              <a:rPr lang="en-US" sz="2400" b="1" u="sng" dirty="0"/>
              <a:t>reference</a:t>
            </a:r>
            <a:r>
              <a:rPr lang="en-US" sz="2400" dirty="0"/>
              <a:t> </a:t>
            </a:r>
            <a:r>
              <a:rPr lang="en-AE" sz="2400" dirty="0"/>
              <a:t>(i.e. </a:t>
            </a:r>
            <a:r>
              <a:rPr lang="en-US" sz="2400" dirty="0"/>
              <a:t>Put </a:t>
            </a:r>
            <a:r>
              <a:rPr lang="en-US" sz="2400" b="1" u="sng" dirty="0"/>
              <a:t>&amp;</a:t>
            </a:r>
            <a:r>
              <a:rPr lang="en-US" sz="2400" dirty="0"/>
              <a:t> before the name of the list)</a:t>
            </a:r>
            <a:endParaRPr lang="en-US" sz="2400" b="1" dirty="0">
              <a:solidFill>
                <a:srgbClr val="535353"/>
              </a:solidFill>
            </a:endParaRP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49265-4BDB-EA6F-26F4-E67BC7B79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77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21B19-5A16-41C6-7346-FC81BCA13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904BB16-6D33-79CB-B394-EF6F7F0A7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Calls</a:t>
            </a:r>
            <a:endParaRPr lang="en-A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431FAE6-7D1E-6645-7810-D755CAD41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PART I: PREREQUISITES</a:t>
            </a:r>
            <a:endParaRPr lang="en-AE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B752E-3C18-AC21-F135-D0D055556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15</a:t>
            </a:fld>
            <a:endParaRPr lang="en-US"/>
          </a:p>
        </p:txBody>
      </p:sp>
      <p:pic>
        <p:nvPicPr>
          <p:cNvPr id="3" name="Picture 2" descr="A clock with a number on it&#10;&#10;AI-generated content may be incorrect.">
            <a:extLst>
              <a:ext uri="{FF2B5EF4-FFF2-40B4-BE49-F238E27FC236}">
                <a16:creationId xmlns:a16="http://schemas.microsoft.com/office/drawing/2014/main" id="{306F8B24-B852-37C0-D495-ACD763AF9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4720" y="0"/>
            <a:ext cx="1076614" cy="107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277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ADD5BF-B55E-DAB1-E100-F01B846A8408}"/>
              </a:ext>
            </a:extLst>
          </p:cNvPr>
          <p:cNvSpPr/>
          <p:nvPr/>
        </p:nvSpPr>
        <p:spPr>
          <a:xfrm>
            <a:off x="0" y="7938"/>
            <a:ext cx="12192000" cy="68361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2DEBCE-2DB2-4932-AF1A-8F3FEFA8DC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7938"/>
            <a:ext cx="11277600" cy="67151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System Calls – </a:t>
            </a:r>
            <a:r>
              <a:rPr lang="en-US" b="1" dirty="0">
                <a:solidFill>
                  <a:srgbClr val="FF0000"/>
                </a:solidFill>
              </a:rPr>
              <a:t>Idea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6558F-1319-42A4-AD6F-4F24FBDBCD9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760413"/>
            <a:ext cx="5554643" cy="609758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It’s OS procedure that executes privileged instructions (e.g., I/O); (API exported by kernel)</a:t>
            </a:r>
          </a:p>
          <a:p>
            <a:pPr>
              <a:lnSpc>
                <a:spcPct val="100000"/>
              </a:lnSpc>
            </a:pPr>
            <a:r>
              <a:rPr lang="en-US" dirty="0"/>
              <a:t>Causes a </a:t>
            </a:r>
            <a:r>
              <a:rPr lang="en-US" b="1" dirty="0"/>
              <a:t>trap</a:t>
            </a:r>
            <a:r>
              <a:rPr lang="en-US" dirty="0"/>
              <a:t>, which 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Switch to the kernel mode 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Look in Interrupt Descriptor Table (IDT)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Jumps to the </a:t>
            </a:r>
            <a:r>
              <a:rPr lang="en-US" b="1" dirty="0" err="1"/>
              <a:t>syscall</a:t>
            </a:r>
            <a:r>
              <a:rPr lang="en-US" b="1" dirty="0"/>
              <a:t> handler </a:t>
            </a:r>
            <a:r>
              <a:rPr lang="en-US" dirty="0"/>
              <a:t>in the kernel.</a:t>
            </a:r>
          </a:p>
          <a:p>
            <a:pPr>
              <a:lnSpc>
                <a:spcPct val="100000"/>
              </a:lnSpc>
            </a:pPr>
            <a:r>
              <a:rPr lang="en-US" dirty="0"/>
              <a:t>The </a:t>
            </a:r>
            <a:r>
              <a:rPr lang="en-US" b="1" dirty="0" err="1"/>
              <a:t>syscall</a:t>
            </a:r>
            <a:r>
              <a:rPr lang="en-US" b="1" dirty="0"/>
              <a:t> handler </a:t>
            </a:r>
            <a:r>
              <a:rPr lang="en-US" dirty="0"/>
              <a:t>do the following</a:t>
            </a:r>
            <a:r>
              <a:rPr lang="en-US" b="1" dirty="0"/>
              <a:t>: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Save caller's state </a:t>
            </a:r>
            <a:r>
              <a:rPr lang="en-US" dirty="0"/>
              <a:t>(CPU Reg’s) so it can restore control to the user process later.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Check the </a:t>
            </a:r>
            <a:r>
              <a:rPr lang="en-US" b="1" dirty="0"/>
              <a:t>system call number </a:t>
            </a:r>
            <a:r>
              <a:rPr lang="en-US" dirty="0"/>
              <a:t>(Typically, a number associated with each system call) 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Call </a:t>
            </a:r>
            <a:r>
              <a:rPr lang="en-US" b="1" dirty="0"/>
              <a:t>associated</a:t>
            </a:r>
            <a:r>
              <a:rPr lang="en-US" dirty="0"/>
              <a:t> </a:t>
            </a:r>
            <a:r>
              <a:rPr lang="en-US" b="1" dirty="0"/>
              <a:t>function </a:t>
            </a:r>
            <a:r>
              <a:rPr lang="en-US" dirty="0"/>
              <a:t>that serve the given system call and pass to it the caller’s </a:t>
            </a:r>
            <a:r>
              <a:rPr lang="en-US" b="1" dirty="0">
                <a:solidFill>
                  <a:srgbClr val="FF0000"/>
                </a:solidFill>
              </a:rPr>
              <a:t>parameters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After finish, </a:t>
            </a:r>
            <a:r>
              <a:rPr lang="en-US" b="1" dirty="0"/>
              <a:t>restore</a:t>
            </a:r>
            <a:r>
              <a:rPr lang="en-US" dirty="0"/>
              <a:t> caller’s state (CPU Reg’s) 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b="1" dirty="0" err="1"/>
              <a:t>iret</a:t>
            </a:r>
            <a:r>
              <a:rPr lang="en-US" b="1" dirty="0"/>
              <a:t> </a:t>
            </a:r>
            <a:r>
              <a:rPr lang="en-US" dirty="0"/>
              <a:t>instruction to </a:t>
            </a:r>
            <a:r>
              <a:rPr lang="en-US" b="1" dirty="0"/>
              <a:t>return</a:t>
            </a:r>
            <a:r>
              <a:rPr lang="en-US" dirty="0"/>
              <a:t> to user mode.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C9F69D3-2827-6911-A433-52B5C421752F}"/>
              </a:ext>
            </a:extLst>
          </p:cNvPr>
          <p:cNvGrpSpPr/>
          <p:nvPr/>
        </p:nvGrpSpPr>
        <p:grpSpPr>
          <a:xfrm>
            <a:off x="8839200" y="692138"/>
            <a:ext cx="1524000" cy="1746262"/>
            <a:chOff x="1752600" y="1301738"/>
            <a:chExt cx="1524000" cy="1746262"/>
          </a:xfrm>
        </p:grpSpPr>
        <p:sp>
          <p:nvSpPr>
            <p:cNvPr id="5" name="Punched Tape 6">
              <a:extLst>
                <a:ext uri="{FF2B5EF4-FFF2-40B4-BE49-F238E27FC236}">
                  <a16:creationId xmlns:a16="http://schemas.microsoft.com/office/drawing/2014/main" id="{F3E1FE8A-AE02-89CE-7ED3-0A9E80F9B0D9}"/>
                </a:ext>
              </a:extLst>
            </p:cNvPr>
            <p:cNvSpPr/>
            <p:nvPr/>
          </p:nvSpPr>
          <p:spPr bwMode="auto">
            <a:xfrm rot="5400000">
              <a:off x="1866900" y="1638300"/>
              <a:ext cx="1371600" cy="1447800"/>
            </a:xfrm>
            <a:prstGeom prst="flowChartPunchedTap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C563B2B-BE04-7D09-1D19-4AEA39C35854}"/>
                </a:ext>
              </a:extLst>
            </p:cNvPr>
            <p:cNvSpPr txBox="1"/>
            <p:nvPr/>
          </p:nvSpPr>
          <p:spPr>
            <a:xfrm>
              <a:off x="1828800" y="1752600"/>
              <a:ext cx="1207062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0" dirty="0" err="1">
                  <a:latin typeface="Gill Sans" charset="0"/>
                  <a:ea typeface="Gill Sans" charset="0"/>
                  <a:cs typeface="Gill Sans" charset="0"/>
                </a:rPr>
                <a:t>int</a:t>
              </a:r>
              <a:r>
                <a:rPr lang="en-US" sz="1400" b="0" dirty="0">
                  <a:latin typeface="Gill Sans" charset="0"/>
                  <a:ea typeface="Gill Sans" charset="0"/>
                  <a:cs typeface="Gill Sans" charset="0"/>
                </a:rPr>
                <a:t> main() </a:t>
              </a:r>
            </a:p>
            <a:p>
              <a:r>
                <a:rPr lang="en-US" sz="1400" b="0" dirty="0">
                  <a:latin typeface="Gill Sans" charset="0"/>
                  <a:ea typeface="Gill Sans" charset="0"/>
                  <a:cs typeface="Gill Sans" charset="0"/>
                </a:rPr>
                <a:t>{ </a:t>
              </a:r>
            </a:p>
            <a:p>
              <a:r>
                <a:rPr lang="en-US" sz="1400" b="0" dirty="0">
                  <a:latin typeface="Gill Sans" charset="0"/>
                  <a:ea typeface="Gill Sans" charset="0"/>
                  <a:cs typeface="Gill Sans" charset="0"/>
                </a:rPr>
                <a:t>      … ;</a:t>
              </a:r>
            </a:p>
            <a:p>
              <a:r>
                <a:rPr lang="en-US" sz="1400" b="0" dirty="0">
                  <a:latin typeface="Gill Sans" charset="0"/>
                  <a:ea typeface="Gill Sans" charset="0"/>
                  <a:cs typeface="Gill Sans" charset="0"/>
                </a:rPr>
                <a:t>     </a:t>
              </a:r>
              <a:r>
                <a:rPr lang="en-US" sz="1600" b="1" dirty="0" err="1">
                  <a:solidFill>
                    <a:srgbClr val="FF0000"/>
                  </a:solidFill>
                  <a:latin typeface="Gill Sans" charset="0"/>
                  <a:ea typeface="Gill Sans" charset="0"/>
                  <a:cs typeface="Gill Sans" charset="0"/>
                </a:rPr>
                <a:t>cprintf</a:t>
              </a:r>
              <a:r>
                <a:rPr lang="en-US" sz="1400" b="1" dirty="0">
                  <a:solidFill>
                    <a:srgbClr val="FF0000"/>
                  </a:solidFill>
                  <a:latin typeface="Gill Sans" charset="0"/>
                  <a:ea typeface="Gill Sans" charset="0"/>
                  <a:cs typeface="Gill Sans" charset="0"/>
                </a:rPr>
                <a:t>(…)</a:t>
              </a:r>
            </a:p>
            <a:p>
              <a:r>
                <a:rPr lang="en-US" sz="1400" dirty="0">
                  <a:latin typeface="Gill Sans" charset="0"/>
                  <a:ea typeface="Gill Sans" charset="0"/>
                  <a:cs typeface="Gill Sans" charset="0"/>
                </a:rPr>
                <a:t>      </a:t>
              </a:r>
              <a:r>
                <a:rPr lang="en-US" sz="1400" b="0" dirty="0">
                  <a:latin typeface="Gill Sans" charset="0"/>
                  <a:ea typeface="Gill Sans" charset="0"/>
                  <a:cs typeface="Gill Sans" charset="0"/>
                </a:rPr>
                <a:t>… ;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C6977E3-8F5C-184E-5927-FBEA83ED009D}"/>
                </a:ext>
              </a:extLst>
            </p:cNvPr>
            <p:cNvSpPr txBox="1"/>
            <p:nvPr/>
          </p:nvSpPr>
          <p:spPr>
            <a:xfrm>
              <a:off x="1752600" y="1301738"/>
              <a:ext cx="14666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0" dirty="0">
                  <a:latin typeface="Gill Sans" charset="0"/>
                  <a:ea typeface="Gill Sans" charset="0"/>
                  <a:cs typeface="Gill Sans" charset="0"/>
                </a:rPr>
                <a:t>User Program</a:t>
              </a:r>
            </a:p>
          </p:txBody>
        </p: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A578824-D017-F630-BB12-58F5E82D9226}"/>
              </a:ext>
            </a:extLst>
          </p:cNvPr>
          <p:cNvSpPr/>
          <p:nvPr/>
        </p:nvSpPr>
        <p:spPr bwMode="auto">
          <a:xfrm>
            <a:off x="8198493" y="3873164"/>
            <a:ext cx="1211198" cy="778923"/>
          </a:xfrm>
          <a:prstGeom prst="roundRect">
            <a:avLst/>
          </a:prstGeom>
          <a:solidFill>
            <a:schemeClr val="bg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Syscall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Handler</a:t>
            </a:r>
            <a:endParaRPr kumimoji="0" lang="en-A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B866A83-6606-CC94-2EE6-D8DA697B90FA}"/>
              </a:ext>
            </a:extLst>
          </p:cNvPr>
          <p:cNvGrpSpPr/>
          <p:nvPr/>
        </p:nvGrpSpPr>
        <p:grpSpPr>
          <a:xfrm>
            <a:off x="6858000" y="2700399"/>
            <a:ext cx="5181600" cy="1062219"/>
            <a:chOff x="6858000" y="2700399"/>
            <a:chExt cx="5181600" cy="1062219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374BB2D-5CA2-56CE-E90E-15A88244206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58000" y="3200400"/>
              <a:ext cx="5181600" cy="0"/>
            </a:xfrm>
            <a:prstGeom prst="line">
              <a:avLst/>
            </a:prstGeom>
            <a:solidFill>
              <a:schemeClr val="bg1"/>
            </a:solidFill>
            <a:ln w="571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481404E-4892-0767-7C94-7E50E21627BB}"/>
                </a:ext>
              </a:extLst>
            </p:cNvPr>
            <p:cNvSpPr txBox="1"/>
            <p:nvPr/>
          </p:nvSpPr>
          <p:spPr>
            <a:xfrm>
              <a:off x="9165762" y="2700399"/>
              <a:ext cx="13131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Gill Sans Light"/>
                </a:rPr>
                <a:t>User Mode</a:t>
              </a:r>
              <a:endParaRPr lang="en-AE" sz="2000" b="1" dirty="0">
                <a:latin typeface="Gill Sans Light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974A35E-F1BC-776D-EF9D-64F0EA85FC61}"/>
                </a:ext>
              </a:extLst>
            </p:cNvPr>
            <p:cNvSpPr txBox="1"/>
            <p:nvPr/>
          </p:nvSpPr>
          <p:spPr>
            <a:xfrm>
              <a:off x="9067800" y="3362508"/>
              <a:ext cx="14746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Gill Sans Light"/>
                </a:rPr>
                <a:t>Kernel Mode</a:t>
              </a:r>
              <a:endParaRPr lang="en-AE" sz="2000" b="1" dirty="0">
                <a:latin typeface="Gill Sans Light"/>
              </a:endParaRPr>
            </a:p>
          </p:txBody>
        </p:sp>
      </p:grp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9E6169E9-253F-0C09-D002-EF72F646F31C}"/>
              </a:ext>
            </a:extLst>
          </p:cNvPr>
          <p:cNvCxnSpPr>
            <a:cxnSpLocks/>
            <a:stCxn id="26" idx="2"/>
            <a:endCxn id="38" idx="1"/>
          </p:cNvCxnSpPr>
          <p:nvPr/>
        </p:nvCxnSpPr>
        <p:spPr bwMode="auto">
          <a:xfrm rot="10800000" flipV="1">
            <a:off x="7165600" y="1970574"/>
            <a:ext cx="1999650" cy="2419519"/>
          </a:xfrm>
          <a:prstGeom prst="curvedConnector3">
            <a:avLst>
              <a:gd name="adj1" fmla="val 111432"/>
            </a:avLst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04450610-1ABB-6A25-94FD-52FE8DAD7065}"/>
              </a:ext>
            </a:extLst>
          </p:cNvPr>
          <p:cNvSpPr>
            <a:spLocks noChangeAspect="1"/>
          </p:cNvSpPr>
          <p:nvPr/>
        </p:nvSpPr>
        <p:spPr bwMode="auto">
          <a:xfrm>
            <a:off x="9165250" y="1916575"/>
            <a:ext cx="108000" cy="108000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E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00013F0-9A5D-AA66-9C9B-8B42A87208DB}"/>
              </a:ext>
            </a:extLst>
          </p:cNvPr>
          <p:cNvSpPr/>
          <p:nvPr/>
        </p:nvSpPr>
        <p:spPr bwMode="auto">
          <a:xfrm>
            <a:off x="7086600" y="5775531"/>
            <a:ext cx="685800" cy="609600"/>
          </a:xfrm>
          <a:prstGeom prst="ellipse">
            <a:avLst/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CPU Reg’s</a:t>
            </a:r>
            <a:endParaRPr kumimoji="0" lang="en-AE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68FD82F-0499-15F0-0E47-BB7ABF700644}"/>
              </a:ext>
            </a:extLst>
          </p:cNvPr>
          <p:cNvGrpSpPr/>
          <p:nvPr/>
        </p:nvGrpSpPr>
        <p:grpSpPr>
          <a:xfrm>
            <a:off x="8610600" y="4849686"/>
            <a:ext cx="799091" cy="2008314"/>
            <a:chOff x="8610600" y="4712955"/>
            <a:chExt cx="914400" cy="2008314"/>
          </a:xfrm>
        </p:grpSpPr>
        <p:sp>
          <p:nvSpPr>
            <p:cNvPr id="31" name="Flowchart: Document 30">
              <a:extLst>
                <a:ext uri="{FF2B5EF4-FFF2-40B4-BE49-F238E27FC236}">
                  <a16:creationId xmlns:a16="http://schemas.microsoft.com/office/drawing/2014/main" id="{D6BC0763-DE7C-7C14-90FE-40FA17D75C77}"/>
                </a:ext>
              </a:extLst>
            </p:cNvPr>
            <p:cNvSpPr/>
            <p:nvPr/>
          </p:nvSpPr>
          <p:spPr bwMode="auto">
            <a:xfrm flipV="1">
              <a:off x="8610600" y="5045662"/>
              <a:ext cx="914400" cy="1675607"/>
            </a:xfrm>
            <a:prstGeom prst="flowChartDocument">
              <a:avLst/>
            </a:prstGeom>
            <a:ln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A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F6858B1-E634-FA02-09CC-81485D8DD958}"/>
                </a:ext>
              </a:extLst>
            </p:cNvPr>
            <p:cNvSpPr txBox="1"/>
            <p:nvPr/>
          </p:nvSpPr>
          <p:spPr>
            <a:xfrm>
              <a:off x="8739825" y="4712955"/>
              <a:ext cx="6559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RAM</a:t>
              </a:r>
              <a:endParaRPr lang="en-AE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75D044B3-D9C7-9CF6-2848-EE09DB8745BF}"/>
              </a:ext>
            </a:extLst>
          </p:cNvPr>
          <p:cNvSpPr/>
          <p:nvPr/>
        </p:nvSpPr>
        <p:spPr bwMode="auto">
          <a:xfrm>
            <a:off x="8610600" y="5842734"/>
            <a:ext cx="799091" cy="481866"/>
          </a:xfrm>
          <a:prstGeom prst="rect">
            <a:avLst/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Caller State</a:t>
            </a:r>
            <a:endParaRPr kumimoji="0" lang="en-AE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37917903-F25E-4366-012D-0526F271F542}"/>
              </a:ext>
            </a:extLst>
          </p:cNvPr>
          <p:cNvSpPr/>
          <p:nvPr/>
        </p:nvSpPr>
        <p:spPr bwMode="auto">
          <a:xfrm>
            <a:off x="7708392" y="5851731"/>
            <a:ext cx="978408" cy="484632"/>
          </a:xfrm>
          <a:prstGeom prst="rightArrow">
            <a:avLst/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Save</a:t>
            </a:r>
            <a:endParaRPr kumimoji="0" lang="en-A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8CCBD4A-4090-A8C0-C0CA-505B09C9A448}"/>
              </a:ext>
            </a:extLst>
          </p:cNvPr>
          <p:cNvSpPr/>
          <p:nvPr/>
        </p:nvSpPr>
        <p:spPr bwMode="auto">
          <a:xfrm>
            <a:off x="7086600" y="5780442"/>
            <a:ext cx="685800" cy="609600"/>
          </a:xfrm>
          <a:prstGeom prst="ellipse">
            <a:avLst/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CPU Reg’s</a:t>
            </a:r>
            <a:endParaRPr kumimoji="0" lang="en-AE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5E12EB-D776-62BA-02F1-46A6E2487879}"/>
              </a:ext>
            </a:extLst>
          </p:cNvPr>
          <p:cNvSpPr txBox="1"/>
          <p:nvPr/>
        </p:nvSpPr>
        <p:spPr>
          <a:xfrm>
            <a:off x="6205" y="3195320"/>
            <a:ext cx="6753781" cy="1692771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How to pass params/return value from/to user to kernel or vice versa?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OS should </a:t>
            </a:r>
            <a:r>
              <a:rPr lang="en-US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verify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 the caller's parameters.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1F24DEB-0A71-99F8-11F2-5B3D8F9B8DB0}"/>
              </a:ext>
            </a:extLst>
          </p:cNvPr>
          <p:cNvGrpSpPr/>
          <p:nvPr/>
        </p:nvGrpSpPr>
        <p:grpSpPr>
          <a:xfrm>
            <a:off x="7143849" y="3296277"/>
            <a:ext cx="538481" cy="1853407"/>
            <a:chOff x="9940461" y="3854364"/>
            <a:chExt cx="538481" cy="1853407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0EB546B1-DA6E-5F03-0021-1EBCD64E0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62212" y="4188591"/>
              <a:ext cx="477621" cy="151918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22871EC-B125-1D3E-2B04-666C854E5781}"/>
                </a:ext>
              </a:extLst>
            </p:cNvPr>
            <p:cNvSpPr txBox="1"/>
            <p:nvPr/>
          </p:nvSpPr>
          <p:spPr>
            <a:xfrm>
              <a:off x="9940461" y="3854364"/>
              <a:ext cx="5384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IDT</a:t>
              </a:r>
              <a:endParaRPr lang="en-AE" sz="2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69995981-D72A-17EC-2EB4-88631B213DEB}"/>
              </a:ext>
            </a:extLst>
          </p:cNvPr>
          <p:cNvCxnSpPr>
            <a:cxnSpLocks/>
            <a:stCxn id="38" idx="3"/>
            <a:endCxn id="13" idx="1"/>
          </p:cNvCxnSpPr>
          <p:nvPr/>
        </p:nvCxnSpPr>
        <p:spPr bwMode="auto">
          <a:xfrm flipV="1">
            <a:off x="7643221" y="4262626"/>
            <a:ext cx="555272" cy="127468"/>
          </a:xfrm>
          <a:prstGeom prst="curvedConnector3">
            <a:avLst>
              <a:gd name="adj1" fmla="val 50000"/>
            </a:avLst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8CA5279C-A026-5FB9-0C35-722A9F1BFC52}"/>
              </a:ext>
            </a:extLst>
          </p:cNvPr>
          <p:cNvCxnSpPr>
            <a:cxnSpLocks/>
            <a:stCxn id="13" idx="3"/>
            <a:endCxn id="52" idx="0"/>
          </p:cNvCxnSpPr>
          <p:nvPr/>
        </p:nvCxnSpPr>
        <p:spPr bwMode="auto">
          <a:xfrm>
            <a:off x="9409691" y="4262626"/>
            <a:ext cx="1728209" cy="156974"/>
          </a:xfrm>
          <a:prstGeom prst="curvedConnector2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37FF829-72FD-E2E6-3C52-17965BE48A18}"/>
              </a:ext>
            </a:extLst>
          </p:cNvPr>
          <p:cNvSpPr txBox="1"/>
          <p:nvPr/>
        </p:nvSpPr>
        <p:spPr>
          <a:xfrm>
            <a:off x="9462632" y="3810000"/>
            <a:ext cx="1003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SYS_NO.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AE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4C0486B8-15FF-4D05-A3BF-B64817E8D86D}"/>
              </a:ext>
            </a:extLst>
          </p:cNvPr>
          <p:cNvCxnSpPr>
            <a:cxnSpLocks/>
            <a:stCxn id="52" idx="2"/>
            <a:endCxn id="13" idx="3"/>
          </p:cNvCxnSpPr>
          <p:nvPr/>
        </p:nvCxnSpPr>
        <p:spPr bwMode="auto">
          <a:xfrm rot="5400000" flipH="1">
            <a:off x="9909236" y="3763082"/>
            <a:ext cx="729119" cy="1728209"/>
          </a:xfrm>
          <a:prstGeom prst="curvedConnector4">
            <a:avLst>
              <a:gd name="adj1" fmla="val -31353"/>
              <a:gd name="adj2" fmla="val 65800"/>
            </a:avLst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Connector: Curved 66">
            <a:extLst>
              <a:ext uri="{FF2B5EF4-FFF2-40B4-BE49-F238E27FC236}">
                <a16:creationId xmlns:a16="http://schemas.microsoft.com/office/drawing/2014/main" id="{5D1C753E-0E56-0994-14F9-77C121768239}"/>
              </a:ext>
            </a:extLst>
          </p:cNvPr>
          <p:cNvCxnSpPr>
            <a:cxnSpLocks/>
            <a:stCxn id="13" idx="2"/>
            <a:endCxn id="68" idx="2"/>
          </p:cNvCxnSpPr>
          <p:nvPr/>
        </p:nvCxnSpPr>
        <p:spPr bwMode="auto">
          <a:xfrm rot="5400000" flipH="1" flipV="1">
            <a:off x="7751822" y="3259436"/>
            <a:ext cx="2444921" cy="340382"/>
          </a:xfrm>
          <a:prstGeom prst="curvedConnector4">
            <a:avLst>
              <a:gd name="adj1" fmla="val -9350"/>
              <a:gd name="adj2" fmla="val -245077"/>
            </a:avLst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207F689C-3DEE-BF30-7884-939578046973}"/>
              </a:ext>
            </a:extLst>
          </p:cNvPr>
          <p:cNvSpPr>
            <a:spLocks noChangeAspect="1"/>
          </p:cNvSpPr>
          <p:nvPr/>
        </p:nvSpPr>
        <p:spPr bwMode="auto">
          <a:xfrm>
            <a:off x="9144474" y="2153166"/>
            <a:ext cx="108000" cy="108000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E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08335AD-F591-ED9F-37EB-797AE68E7BFB}"/>
              </a:ext>
            </a:extLst>
          </p:cNvPr>
          <p:cNvGrpSpPr/>
          <p:nvPr/>
        </p:nvGrpSpPr>
        <p:grpSpPr>
          <a:xfrm>
            <a:off x="10591800" y="3639630"/>
            <a:ext cx="1443376" cy="3204451"/>
            <a:chOff x="10591800" y="3639630"/>
            <a:chExt cx="1443376" cy="3204451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46361E4D-6FE2-EFBA-4DDE-58473053DF37}"/>
                </a:ext>
              </a:extLst>
            </p:cNvPr>
            <p:cNvGrpSpPr/>
            <p:nvPr/>
          </p:nvGrpSpPr>
          <p:grpSpPr>
            <a:xfrm>
              <a:off x="10591800" y="3639630"/>
              <a:ext cx="1092200" cy="3204451"/>
              <a:chOff x="10871200" y="3639630"/>
              <a:chExt cx="1092200" cy="3204451"/>
            </a:xfrm>
          </p:grpSpPr>
          <p:sp>
            <p:nvSpPr>
              <p:cNvPr id="51" name="Flowchart: Document 50">
                <a:extLst>
                  <a:ext uri="{FF2B5EF4-FFF2-40B4-BE49-F238E27FC236}">
                    <a16:creationId xmlns:a16="http://schemas.microsoft.com/office/drawing/2014/main" id="{80E6D6BB-0B83-08C5-BE97-17148F84764F}"/>
                  </a:ext>
                </a:extLst>
              </p:cNvPr>
              <p:cNvSpPr/>
              <p:nvPr/>
            </p:nvSpPr>
            <p:spPr bwMode="auto">
              <a:xfrm>
                <a:off x="10871200" y="3639630"/>
                <a:ext cx="1092200" cy="612648"/>
              </a:xfrm>
              <a:prstGeom prst="flowChartDocument">
                <a:avLst/>
              </a:prstGeom>
              <a:ln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Read()</a:t>
                </a:r>
              </a:p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…</a:t>
                </a:r>
                <a:endParaRPr kumimoji="0" lang="en-AE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" name="Flowchart: Document 51">
                <a:extLst>
                  <a:ext uri="{FF2B5EF4-FFF2-40B4-BE49-F238E27FC236}">
                    <a16:creationId xmlns:a16="http://schemas.microsoft.com/office/drawing/2014/main" id="{A7C278B6-CC0B-16A8-D20F-72891F1248C3}"/>
                  </a:ext>
                </a:extLst>
              </p:cNvPr>
              <p:cNvSpPr/>
              <p:nvPr/>
            </p:nvSpPr>
            <p:spPr bwMode="auto">
              <a:xfrm>
                <a:off x="10871200" y="4419600"/>
                <a:ext cx="1092200" cy="612648"/>
              </a:xfrm>
              <a:prstGeom prst="flowChartDocument">
                <a:avLst/>
              </a:prstGeom>
              <a:ln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Display(…)</a:t>
                </a:r>
              </a:p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…</a:t>
                </a:r>
                <a:endParaRPr kumimoji="0" lang="en-AE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3" name="Flowchart: Document 52">
                <a:extLst>
                  <a:ext uri="{FF2B5EF4-FFF2-40B4-BE49-F238E27FC236}">
                    <a16:creationId xmlns:a16="http://schemas.microsoft.com/office/drawing/2014/main" id="{394BC41F-53BA-AD6F-78EC-01491C968C37}"/>
                  </a:ext>
                </a:extLst>
              </p:cNvPr>
              <p:cNvSpPr/>
              <p:nvPr/>
            </p:nvSpPr>
            <p:spPr bwMode="auto">
              <a:xfrm>
                <a:off x="10871200" y="5181600"/>
                <a:ext cx="1092200" cy="612648"/>
              </a:xfrm>
              <a:prstGeom prst="flowChartDocument">
                <a:avLst/>
              </a:prstGeom>
              <a:ln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Open(…)</a:t>
                </a:r>
              </a:p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…</a:t>
                </a:r>
                <a:endParaRPr kumimoji="0" lang="en-AE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4" name="Flowchart: Document 53">
                <a:extLst>
                  <a:ext uri="{FF2B5EF4-FFF2-40B4-BE49-F238E27FC236}">
                    <a16:creationId xmlns:a16="http://schemas.microsoft.com/office/drawing/2014/main" id="{FB3A6133-950D-9F85-8F05-635A271CFE7E}"/>
                  </a:ext>
                </a:extLst>
              </p:cNvPr>
              <p:cNvSpPr/>
              <p:nvPr/>
            </p:nvSpPr>
            <p:spPr bwMode="auto">
              <a:xfrm>
                <a:off x="10871200" y="6231433"/>
                <a:ext cx="1092200" cy="612648"/>
              </a:xfrm>
              <a:prstGeom prst="flowChartDocument">
                <a:avLst/>
              </a:prstGeom>
              <a:ln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Print(…)</a:t>
                </a:r>
              </a:p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…</a:t>
                </a:r>
                <a:endParaRPr kumimoji="0" lang="en-AE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19F619E-CA9E-5A9D-C9EA-804CD8EFA9CD}"/>
                  </a:ext>
                </a:extLst>
              </p:cNvPr>
              <p:cNvSpPr txBox="1"/>
              <p:nvPr/>
            </p:nvSpPr>
            <p:spPr>
              <a:xfrm>
                <a:off x="11243846" y="571053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latin typeface="Gill Sans Light"/>
                  </a:rPr>
                  <a:t>...</a:t>
                </a:r>
                <a:endParaRPr lang="en-AE" sz="2400" b="1" dirty="0">
                  <a:latin typeface="Gill Sans Light"/>
                </a:endParaRP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9983F21-8F0B-BB79-4370-6AD7A9C91498}"/>
                </a:ext>
              </a:extLst>
            </p:cNvPr>
            <p:cNvSpPr txBox="1"/>
            <p:nvPr/>
          </p:nvSpPr>
          <p:spPr>
            <a:xfrm>
              <a:off x="11735094" y="368849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lang="en-AE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D810389-BE13-EE51-7CA1-AC57159DA495}"/>
                </a:ext>
              </a:extLst>
            </p:cNvPr>
            <p:cNvSpPr txBox="1"/>
            <p:nvPr/>
          </p:nvSpPr>
          <p:spPr>
            <a:xfrm>
              <a:off x="11735094" y="446742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en-AE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7A0EED4-A70D-D087-D1E6-1226EAD2D60D}"/>
                </a:ext>
              </a:extLst>
            </p:cNvPr>
            <p:cNvSpPr txBox="1"/>
            <p:nvPr/>
          </p:nvSpPr>
          <p:spPr>
            <a:xfrm>
              <a:off x="11735094" y="521901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  <a:endParaRPr lang="en-AE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B21CD1B-2711-27F6-9186-0E60B162AC5B}"/>
                </a:ext>
              </a:extLst>
            </p:cNvPr>
            <p:cNvSpPr txBox="1"/>
            <p:nvPr/>
          </p:nvSpPr>
          <p:spPr>
            <a:xfrm>
              <a:off x="11698224" y="6289083"/>
              <a:ext cx="336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N</a:t>
              </a:r>
              <a:endParaRPr lang="en-AE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EBD3B3E0-C538-BBB8-AF72-8F5E53BF845A}"/>
              </a:ext>
            </a:extLst>
          </p:cNvPr>
          <p:cNvSpPr/>
          <p:nvPr/>
        </p:nvSpPr>
        <p:spPr bwMode="auto">
          <a:xfrm flipH="1">
            <a:off x="7620000" y="5867400"/>
            <a:ext cx="978408" cy="484632"/>
          </a:xfrm>
          <a:prstGeom prst="rightArrow">
            <a:avLst/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Load</a:t>
            </a:r>
            <a:endParaRPr kumimoji="0" lang="en-A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D120871-ACB5-8011-4F4F-BA2BA64E281F}"/>
              </a:ext>
            </a:extLst>
          </p:cNvPr>
          <p:cNvGrpSpPr/>
          <p:nvPr/>
        </p:nvGrpSpPr>
        <p:grpSpPr>
          <a:xfrm>
            <a:off x="9755234" y="1821493"/>
            <a:ext cx="2208166" cy="2904431"/>
            <a:chOff x="9755234" y="1821493"/>
            <a:chExt cx="2208166" cy="2904431"/>
          </a:xfrm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27A2BA40-FAE7-4AC5-D0EF-C1110615A62E}"/>
                </a:ext>
              </a:extLst>
            </p:cNvPr>
            <p:cNvSpPr/>
            <p:nvPr/>
          </p:nvSpPr>
          <p:spPr bwMode="auto">
            <a:xfrm>
              <a:off x="9755234" y="1821493"/>
              <a:ext cx="357850" cy="301328"/>
            </a:xfrm>
            <a:prstGeom prst="roundRect">
              <a:avLst/>
            </a:prstGeom>
            <a:noFill/>
            <a:ln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A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cxnSp>
          <p:nvCxnSpPr>
            <p:cNvPr id="80" name="Connector: Curved 79">
              <a:extLst>
                <a:ext uri="{FF2B5EF4-FFF2-40B4-BE49-F238E27FC236}">
                  <a16:creationId xmlns:a16="http://schemas.microsoft.com/office/drawing/2014/main" id="{A1C52672-5257-C172-5DE1-928C0B291DA6}"/>
                </a:ext>
              </a:extLst>
            </p:cNvPr>
            <p:cNvCxnSpPr>
              <a:cxnSpLocks/>
              <a:stCxn id="78" idx="3"/>
              <a:endCxn id="52" idx="3"/>
            </p:cNvCxnSpPr>
            <p:nvPr/>
          </p:nvCxnSpPr>
          <p:spPr bwMode="auto">
            <a:xfrm>
              <a:off x="10113084" y="1972157"/>
              <a:ext cx="1570916" cy="2753767"/>
            </a:xfrm>
            <a:prstGeom prst="curvedConnector3">
              <a:avLst>
                <a:gd name="adj1" fmla="val 114552"/>
              </a:avLst>
            </a:prstGeom>
            <a:solidFill>
              <a:schemeClr val="bg1"/>
            </a:solidFill>
            <a:ln w="28575" cap="flat" cmpd="sng" algn="ctr">
              <a:solidFill>
                <a:srgbClr val="FFC000"/>
              </a:solidFill>
              <a:prstDash val="dash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F76FECB-BDBC-F11A-104A-073026F74607}"/>
                </a:ext>
              </a:extLst>
            </p:cNvPr>
            <p:cNvSpPr txBox="1"/>
            <p:nvPr/>
          </p:nvSpPr>
          <p:spPr>
            <a:xfrm>
              <a:off x="11541490" y="1970574"/>
              <a:ext cx="4219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?</a:t>
              </a:r>
              <a:endParaRPr lang="en-AE" sz="4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83A26AA1-BE42-F351-B125-D74DA59B4151}"/>
              </a:ext>
            </a:extLst>
          </p:cNvPr>
          <p:cNvSpPr/>
          <p:nvPr/>
        </p:nvSpPr>
        <p:spPr bwMode="auto">
          <a:xfrm>
            <a:off x="11286925" y="4428644"/>
            <a:ext cx="357850" cy="301328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E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F356FF-482D-3278-9099-E32D4B07EBB3}"/>
              </a:ext>
            </a:extLst>
          </p:cNvPr>
          <p:cNvSpPr txBox="1"/>
          <p:nvPr/>
        </p:nvSpPr>
        <p:spPr>
          <a:xfrm rot="20197269">
            <a:off x="6916210" y="1857548"/>
            <a:ext cx="1238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Gill Sans Light"/>
              </a:rPr>
              <a:t>interrupt</a:t>
            </a:r>
            <a:endParaRPr lang="en-AE" sz="2400" b="1" dirty="0">
              <a:latin typeface="Gill Sans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A19C69-87E4-700E-2BD8-64791C76A8B3}"/>
              </a:ext>
            </a:extLst>
          </p:cNvPr>
          <p:cNvSpPr txBox="1"/>
          <p:nvPr/>
        </p:nvSpPr>
        <p:spPr>
          <a:xfrm rot="18619409">
            <a:off x="8047586" y="2504899"/>
            <a:ext cx="987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Gill Sans Light"/>
              </a:rPr>
              <a:t>ireturn</a:t>
            </a:r>
            <a:endParaRPr lang="en-AE" sz="2400" b="1" dirty="0">
              <a:latin typeface="Gill Sans Light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B3ED98-A907-5B8D-C612-532C383B22A4}"/>
              </a:ext>
            </a:extLst>
          </p:cNvPr>
          <p:cNvSpPr/>
          <p:nvPr/>
        </p:nvSpPr>
        <p:spPr>
          <a:xfrm>
            <a:off x="5303245" y="21858"/>
            <a:ext cx="3500846" cy="174608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sz="2400" dirty="0"/>
              <a:t>Where in Code?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lib/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syscall.c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kern/trap/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trap.c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kern/trap/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syscall.c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syscall.h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338576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3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3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 animBg="1"/>
      <p:bldP spid="30" grpId="0" animBg="1"/>
      <p:bldP spid="33" grpId="0" animBg="1"/>
      <p:bldP spid="34" grpId="0" animBg="1"/>
      <p:bldP spid="34" grpId="1" animBg="1"/>
      <p:bldP spid="36" grpId="0" animBg="1"/>
      <p:bldP spid="36" grpId="1" animBg="1"/>
      <p:bldP spid="40" grpId="0" animBg="1"/>
      <p:bldP spid="59" grpId="0"/>
      <p:bldP spid="35" grpId="0" animBg="1"/>
      <p:bldP spid="35" grpId="1" animBg="1"/>
      <p:bldP spid="84" grpId="0" animBg="1"/>
      <p:bldP spid="7" grpId="0"/>
      <p:bldP spid="7" grpId="1"/>
      <p:bldP spid="8" grpId="0"/>
      <p:bldP spid="8" grpId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A60AE-07D3-E9FE-4728-5C028E1A5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System Calls – </a:t>
            </a:r>
            <a:r>
              <a:rPr lang="en-US" b="1" dirty="0">
                <a:solidFill>
                  <a:srgbClr val="FF0000"/>
                </a:solidFill>
              </a:rPr>
              <a:t>Params Validation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43B07-FE42-56FC-8553-974CBDE9E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291156" cy="447194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At </a:t>
            </a:r>
            <a:r>
              <a:rPr lang="en-US" b="1" dirty="0"/>
              <a:t>kernel side</a:t>
            </a:r>
            <a:r>
              <a:rPr lang="en-US" dirty="0"/>
              <a:t>: need to validate any </a:t>
            </a:r>
            <a:r>
              <a:rPr lang="en-US" b="1" dirty="0"/>
              <a:t>address (or range) </a:t>
            </a:r>
            <a:r>
              <a:rPr lang="en-US" dirty="0"/>
              <a:t>that is passed from user to kernel to ensure that:</a:t>
            </a:r>
          </a:p>
          <a:p>
            <a:pPr marL="544068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FF0000"/>
                </a:solidFill>
              </a:rPr>
              <a:t>NOT</a:t>
            </a:r>
            <a:r>
              <a:rPr lang="en-US" sz="2000" b="1" dirty="0"/>
              <a:t> null </a:t>
            </a:r>
            <a:r>
              <a:rPr lang="en-US" sz="2000" dirty="0"/>
              <a:t>pointers, </a:t>
            </a:r>
          </a:p>
          <a:p>
            <a:pPr marL="544068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FF0000"/>
                </a:solidFill>
              </a:rPr>
              <a:t>NOT</a:t>
            </a:r>
            <a:r>
              <a:rPr lang="en-US" sz="2000" b="1" dirty="0"/>
              <a:t> illegal </a:t>
            </a:r>
            <a:r>
              <a:rPr lang="en-US" sz="2000" dirty="0"/>
              <a:t>pointers (e.g. pointing to kernel memory) (i.e. outside User Area)</a:t>
            </a:r>
          </a:p>
          <a:p>
            <a:pPr marL="544068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FF0000"/>
                </a:solidFill>
              </a:rPr>
              <a:t>NOT</a:t>
            </a:r>
            <a:r>
              <a:rPr lang="en-US" sz="2000" b="1" dirty="0"/>
              <a:t> invalid </a:t>
            </a:r>
            <a:r>
              <a:rPr lang="en-US" sz="2000" dirty="0"/>
              <a:t>pointers (e.g. pointing to unmapped memory), </a:t>
            </a:r>
          </a:p>
          <a:p>
            <a:pPr>
              <a:lnSpc>
                <a:spcPct val="100000"/>
              </a:lnSpc>
            </a:pPr>
            <a:r>
              <a:rPr lang="en-US" b="1" dirty="0"/>
              <a:t>First TWO cases </a:t>
            </a:r>
            <a:r>
              <a:rPr lang="en-US" dirty="0"/>
              <a:t>should be checked in the </a:t>
            </a:r>
            <a:r>
              <a:rPr lang="en-US" b="1" dirty="0"/>
              <a:t>system call</a:t>
            </a:r>
            <a:r>
              <a:rPr lang="en-US" dirty="0"/>
              <a:t>. If violated, kernel can </a:t>
            </a:r>
            <a:r>
              <a:rPr lang="en-US" b="1" dirty="0"/>
              <a:t>terminate </a:t>
            </a:r>
            <a:r>
              <a:rPr lang="en-US" dirty="0"/>
              <a:t>the </a:t>
            </a:r>
            <a:r>
              <a:rPr lang="en-US" b="1" dirty="0"/>
              <a:t>user program </a:t>
            </a:r>
            <a:r>
              <a:rPr lang="en-US" dirty="0"/>
              <a:t>by calling: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env_exit</a:t>
            </a:r>
            <a:r>
              <a:rPr lang="en-US" b="1" dirty="0">
                <a:solidFill>
                  <a:srgbClr val="78787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b="1" dirty="0">
                <a:solidFill>
                  <a:srgbClr val="A366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US" b="1" dirty="0"/>
              <a:t>Third case </a:t>
            </a:r>
            <a:r>
              <a:rPr lang="en-US" dirty="0"/>
              <a:t>cause a “page fault” that can be handled in the </a:t>
            </a:r>
            <a:r>
              <a:rPr lang="en-US" b="1" dirty="0" err="1"/>
              <a:t>page_fault</a:t>
            </a:r>
            <a:r>
              <a:rPr lang="en-US" b="1" dirty="0"/>
              <a:t>() </a:t>
            </a:r>
            <a:r>
              <a:rPr lang="en-US" dirty="0"/>
              <a:t>handler. </a:t>
            </a:r>
          </a:p>
          <a:p>
            <a:pPr>
              <a:lnSpc>
                <a:spcPct val="100000"/>
              </a:lnSpc>
            </a:pPr>
            <a:r>
              <a:rPr lang="en-US" dirty="0"/>
              <a:t>This technique is normally faster because it takes advantage of the processor’s MMU, so it tends to be used in real kernels (including Linux).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E9E4D-2CB3-A4C6-D996-086C7C2DD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50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5DFD7-ADCD-2731-EB17-033B88846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27E44A-E08D-0D81-B705-2353C7E61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Spin Locks</a:t>
            </a:r>
            <a:endParaRPr lang="en-A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BD8F4D1-5F0F-59CE-E3DD-B4FCD54E12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PART I: PREREQUISITES</a:t>
            </a:r>
            <a:endParaRPr lang="en-AE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59913-FCB4-BA55-A664-CF3E5ACF9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18</a:t>
            </a:fld>
            <a:endParaRPr lang="en-US"/>
          </a:p>
        </p:txBody>
      </p:sp>
      <p:pic>
        <p:nvPicPr>
          <p:cNvPr id="3" name="Picture 2" descr="A clock with a number on it&#10;&#10;AI-generated content may be incorrect.">
            <a:extLst>
              <a:ext uri="{FF2B5EF4-FFF2-40B4-BE49-F238E27FC236}">
                <a16:creationId xmlns:a16="http://schemas.microsoft.com/office/drawing/2014/main" id="{E77E4136-A363-B1E7-310C-3AD08A679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4720" y="0"/>
            <a:ext cx="1076614" cy="107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819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1ADB2-8FB5-4EF2-B74E-E43176185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Locks: </a:t>
            </a:r>
            <a:r>
              <a:rPr lang="en-US" b="1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0BFF8-25C7-4F66-91F9-90FF9CBB0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Locks provide two </a:t>
            </a:r>
            <a:r>
              <a:rPr lang="en-US" b="1" dirty="0"/>
              <a:t>atomic</a:t>
            </a:r>
            <a:r>
              <a:rPr lang="en-US" dirty="0"/>
              <a:t> operations: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solidFill>
                  <a:srgbClr val="FF0000"/>
                </a:solidFill>
              </a:rPr>
              <a:t>Lock.acquire</a:t>
            </a:r>
            <a:r>
              <a:rPr lang="en-US" sz="2000" dirty="0">
                <a:solidFill>
                  <a:srgbClr val="FF0000"/>
                </a:solidFill>
              </a:rPr>
              <a:t>() </a:t>
            </a:r>
            <a:r>
              <a:rPr lang="en-US" sz="2000" dirty="0"/>
              <a:t>– </a:t>
            </a:r>
            <a:r>
              <a:rPr lang="en-US" sz="2000" b="1" dirty="0"/>
              <a:t>wait</a:t>
            </a:r>
            <a:r>
              <a:rPr lang="en-US" sz="2000" dirty="0"/>
              <a:t> until lock is </a:t>
            </a:r>
            <a:r>
              <a:rPr lang="en-US" sz="2000" b="1" dirty="0"/>
              <a:t>free</a:t>
            </a:r>
            <a:r>
              <a:rPr lang="en-US" sz="2000" dirty="0"/>
              <a:t>; then </a:t>
            </a:r>
            <a:r>
              <a:rPr lang="en-US" sz="2000" b="1" dirty="0"/>
              <a:t>mark</a:t>
            </a:r>
            <a:r>
              <a:rPr lang="en-US" sz="2000" dirty="0"/>
              <a:t> it as </a:t>
            </a:r>
            <a:r>
              <a:rPr lang="en-US" sz="2000" b="1" dirty="0"/>
              <a:t>busy</a:t>
            </a:r>
          </a:p>
          <a:p>
            <a:pPr lvl="2">
              <a:lnSpc>
                <a:spcPct val="100000"/>
              </a:lnSpc>
            </a:pPr>
            <a:r>
              <a:rPr lang="en-US" sz="2000" dirty="0"/>
              <a:t>After this returns, we say the calling thread </a:t>
            </a:r>
            <a:r>
              <a:rPr lang="en-US" sz="2000" b="1" i="1" dirty="0"/>
              <a:t>holds</a:t>
            </a:r>
            <a:r>
              <a:rPr lang="en-US" sz="2000" dirty="0"/>
              <a:t> the lock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solidFill>
                  <a:srgbClr val="FF0000"/>
                </a:solidFill>
              </a:rPr>
              <a:t>Lock.release</a:t>
            </a:r>
            <a:r>
              <a:rPr lang="en-US" sz="2000" dirty="0">
                <a:solidFill>
                  <a:srgbClr val="FF0000"/>
                </a:solidFill>
              </a:rPr>
              <a:t>() </a:t>
            </a:r>
            <a:r>
              <a:rPr lang="en-US" sz="2000" dirty="0"/>
              <a:t>– </a:t>
            </a:r>
            <a:r>
              <a:rPr lang="en-US" sz="2000" b="1" dirty="0"/>
              <a:t>mark</a:t>
            </a:r>
            <a:r>
              <a:rPr lang="en-US" sz="2000" dirty="0"/>
              <a:t> lock as </a:t>
            </a:r>
            <a:r>
              <a:rPr lang="en-US" sz="2000" b="1" dirty="0"/>
              <a:t>free</a:t>
            </a:r>
          </a:p>
          <a:p>
            <a:pPr lvl="2">
              <a:lnSpc>
                <a:spcPct val="100000"/>
              </a:lnSpc>
            </a:pPr>
            <a:r>
              <a:rPr lang="en-US" sz="2000" dirty="0"/>
              <a:t>Should only be called by a thread that currently holds the lock</a:t>
            </a:r>
          </a:p>
          <a:p>
            <a:pPr lvl="2">
              <a:lnSpc>
                <a:spcPct val="100000"/>
              </a:lnSpc>
            </a:pPr>
            <a:r>
              <a:rPr lang="en-US" sz="2000" dirty="0"/>
              <a:t>After this returns, the calling thread no longer holds the lock</a:t>
            </a:r>
          </a:p>
          <a:p>
            <a:pPr>
              <a:lnSpc>
                <a:spcPct val="100000"/>
              </a:lnSpc>
            </a:pPr>
            <a:r>
              <a:rPr lang="en-US" altLang="ko-KR" b="1" dirty="0">
                <a:solidFill>
                  <a:srgbClr val="FF0000"/>
                </a:solidFill>
                <a:ea typeface="굴림" panose="020B0600000101010101" pitchFamily="34" charset="-127"/>
              </a:rPr>
              <a:t>Negatives of interrupt-based implementation:</a:t>
            </a:r>
          </a:p>
          <a:p>
            <a:pPr lvl="1">
              <a:lnSpc>
                <a:spcPct val="100000"/>
              </a:lnSpc>
            </a:pPr>
            <a:r>
              <a:rPr lang="en-US" altLang="ko-KR" sz="2000" b="1" dirty="0">
                <a:ea typeface="굴림" panose="020B0600000101010101" pitchFamily="34" charset="-127"/>
              </a:rPr>
              <a:t>Can’t</a:t>
            </a:r>
            <a:r>
              <a:rPr lang="en-US" altLang="ko-KR" sz="2000" dirty="0">
                <a:ea typeface="굴림" panose="020B0600000101010101" pitchFamily="34" charset="-127"/>
              </a:rPr>
              <a:t> give lock implementation to </a:t>
            </a:r>
            <a:r>
              <a:rPr lang="en-US" altLang="ko-KR" sz="2000" b="1" dirty="0">
                <a:ea typeface="굴림" panose="020B0600000101010101" pitchFamily="34" charset="-127"/>
              </a:rPr>
              <a:t>users</a:t>
            </a:r>
          </a:p>
          <a:p>
            <a:pPr lvl="1">
              <a:lnSpc>
                <a:spcPct val="100000"/>
              </a:lnSpc>
            </a:pPr>
            <a:r>
              <a:rPr lang="en-US" altLang="ko-KR" sz="2000" b="1" dirty="0">
                <a:ea typeface="굴림" panose="020B0600000101010101" pitchFamily="34" charset="-127"/>
              </a:rPr>
              <a:t>Doesn’t</a:t>
            </a:r>
            <a:r>
              <a:rPr lang="en-US" altLang="ko-KR" sz="2000" dirty="0">
                <a:ea typeface="굴림" panose="020B0600000101010101" pitchFamily="34" charset="-127"/>
              </a:rPr>
              <a:t> work well on </a:t>
            </a:r>
            <a:r>
              <a:rPr lang="en-US" altLang="ko-KR" sz="2000" b="1" dirty="0">
                <a:ea typeface="굴림" panose="020B0600000101010101" pitchFamily="34" charset="-127"/>
              </a:rPr>
              <a:t>multiprocessor</a:t>
            </a:r>
            <a:endParaRPr lang="en-US" altLang="ko-KR" sz="2000" dirty="0">
              <a:ea typeface="굴림" panose="020B0600000101010101" pitchFamily="34" charset="-127"/>
            </a:endParaRPr>
          </a:p>
          <a:p>
            <a:pPr>
              <a:lnSpc>
                <a:spcPct val="100000"/>
              </a:lnSpc>
            </a:pPr>
            <a:endParaRPr lang="en-US" dirty="0"/>
          </a:p>
          <a:p>
            <a:pPr lvl="2"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1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Locks: </a:t>
            </a:r>
            <a:r>
              <a:rPr lang="en-US" b="1" dirty="0"/>
              <a:t>Implementation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37360"/>
            <a:ext cx="11094720" cy="4643562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NZ" sz="2400" b="1" dirty="0"/>
              <a:t>Exchange Instruction</a:t>
            </a:r>
          </a:p>
          <a:p>
            <a:pPr lvl="1">
              <a:lnSpc>
                <a:spcPct val="100000"/>
              </a:lnSpc>
            </a:pPr>
            <a:r>
              <a:rPr lang="en-NZ" sz="2000" dirty="0"/>
              <a:t>Exchanges the contents of a register with a memory location.</a:t>
            </a:r>
          </a:p>
          <a:p>
            <a:pPr lvl="1">
              <a:lnSpc>
                <a:spcPct val="100000"/>
              </a:lnSpc>
            </a:pPr>
            <a:r>
              <a:rPr lang="en-NZ" sz="2000" dirty="0"/>
              <a:t>Available in Intel IA-32 (Pentium) and IA-64 (Itanium)</a:t>
            </a:r>
            <a:endParaRPr lang="en-US" sz="2000" dirty="0"/>
          </a:p>
          <a:p>
            <a:pPr lvl="1">
              <a:lnSpc>
                <a:spcPct val="100000"/>
              </a:lnSpc>
            </a:pPr>
            <a:r>
              <a:rPr lang="en-NZ" sz="2000" dirty="0"/>
              <a:t>The entire function is carried out </a:t>
            </a:r>
            <a:r>
              <a:rPr lang="en-NZ" sz="2000" b="1" dirty="0">
                <a:solidFill>
                  <a:srgbClr val="FF0000"/>
                </a:solidFill>
              </a:rPr>
              <a:t>atomically</a:t>
            </a:r>
            <a:r>
              <a:rPr lang="en-NZ" sz="2000" dirty="0"/>
              <a:t>; </a:t>
            </a:r>
          </a:p>
          <a:p>
            <a:pPr lvl="2">
              <a:lnSpc>
                <a:spcPct val="100000"/>
              </a:lnSpc>
            </a:pPr>
            <a:r>
              <a:rPr lang="en-NZ" sz="2000" dirty="0"/>
              <a:t>not subject to interruption (i.e. </a:t>
            </a:r>
            <a:r>
              <a:rPr lang="en-NZ" sz="2000" b="1" i="1" dirty="0"/>
              <a:t>indivisible</a:t>
            </a:r>
            <a:r>
              <a:rPr lang="en-NZ" sz="2000" dirty="0"/>
              <a:t>).</a:t>
            </a:r>
            <a:endParaRPr lang="en-US" sz="2000" dirty="0"/>
          </a:p>
          <a:p>
            <a:pPr>
              <a:lnSpc>
                <a:spcPct val="100000"/>
              </a:lnSpc>
              <a:buNone/>
            </a:pPr>
            <a:r>
              <a:rPr lang="en-NZ" b="1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127176-EF2A-94C8-9324-EAFD5BCE7315}"/>
              </a:ext>
            </a:extLst>
          </p:cNvPr>
          <p:cNvSpPr txBox="1"/>
          <p:nvPr/>
        </p:nvSpPr>
        <p:spPr>
          <a:xfrm>
            <a:off x="2635719" y="3892396"/>
            <a:ext cx="64983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void exchange (int register, int memory)</a:t>
            </a:r>
          </a:p>
          <a:p>
            <a:pPr lvl="1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2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int temp;</a:t>
            </a:r>
          </a:p>
          <a:p>
            <a:pPr lvl="2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temp = memory;</a:t>
            </a:r>
          </a:p>
          <a:p>
            <a:pPr lvl="2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memory = register;</a:t>
            </a:r>
          </a:p>
          <a:p>
            <a:pPr lvl="2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register = temp;</a:t>
            </a:r>
          </a:p>
          <a:p>
            <a:pPr lvl="1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Locks: </a:t>
            </a:r>
            <a:r>
              <a:rPr lang="en-US" b="1" dirty="0"/>
              <a:t>Implementation </a:t>
            </a:r>
            <a:r>
              <a:rPr lang="en-US" b="1" dirty="0">
                <a:solidFill>
                  <a:srgbClr val="FF0000"/>
                </a:solidFill>
              </a:rPr>
              <a:t>(</a:t>
            </a:r>
            <a:r>
              <a:rPr lang="en-US" b="1" dirty="0" err="1">
                <a:solidFill>
                  <a:srgbClr val="FF0000"/>
                </a:solidFill>
              </a:rPr>
              <a:t>SpinLock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sp>
        <p:nvSpPr>
          <p:cNvPr id="454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7280" y="1737360"/>
            <a:ext cx="10485120" cy="504444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tabLst>
                <a:tab pos="1027113" algn="l"/>
                <a:tab pos="1377950" algn="l"/>
                <a:tab pos="1716088" algn="l"/>
              </a:tabLst>
            </a:pPr>
            <a:r>
              <a:rPr lang="en-US" altLang="ko-KR" sz="2200" dirty="0">
                <a:ea typeface="굴림" panose="020B0600000101010101" pitchFamily="34" charset="-127"/>
              </a:rPr>
              <a:t>Simple lock that doesn’t require entry into the kernel:</a:t>
            </a:r>
          </a:p>
          <a:p>
            <a:pPr>
              <a:lnSpc>
                <a:spcPct val="100000"/>
              </a:lnSpc>
              <a:buNone/>
              <a:tabLst>
                <a:tab pos="1027113" algn="l"/>
                <a:tab pos="1377950" algn="l"/>
                <a:tab pos="1716088" algn="l"/>
              </a:tabLst>
            </a:pPr>
            <a:r>
              <a:rPr lang="en-US" altLang="ko-KR" sz="200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altLang="ko-KR" sz="180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	// (Free) Can access this memory location from user space!</a:t>
            </a:r>
            <a:br>
              <a:rPr lang="en-US" altLang="ko-KR" sz="180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</a:br>
            <a:r>
              <a:rPr lang="en-US" altLang="ko-KR" sz="1800" dirty="0">
                <a:solidFill>
                  <a:srgbClr val="233AE1"/>
                </a:solidFill>
                <a:latin typeface="Consolas" charset="0"/>
                <a:ea typeface="굴림" panose="020B0600000101010101" pitchFamily="34" charset="-127"/>
              </a:rPr>
              <a:t>	</a:t>
            </a:r>
            <a:r>
              <a:rPr lang="en-US" altLang="ko-KR" sz="1800" dirty="0">
                <a:solidFill>
                  <a:schemeClr val="accent5">
                    <a:lumMod val="50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int lock = 0; 	</a:t>
            </a:r>
            <a:r>
              <a:rPr lang="en-US" altLang="en-US" sz="1800" dirty="0">
                <a:solidFill>
                  <a:schemeClr val="accent5">
                    <a:lumMod val="50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// Interface: acquire(&amp;lock);</a:t>
            </a:r>
            <a:br>
              <a:rPr lang="en-US" altLang="en-US" sz="1800" dirty="0">
                <a:solidFill>
                  <a:schemeClr val="accent5">
                    <a:lumMod val="50000"/>
                  </a:schemeClr>
                </a:solidFill>
                <a:latin typeface="Consolas" charset="0"/>
                <a:ea typeface="Consolas" charset="0"/>
                <a:cs typeface="Consolas" charset="0"/>
              </a:rPr>
            </a:br>
            <a:r>
              <a:rPr lang="en-US" altLang="en-US" sz="1800" dirty="0">
                <a:solidFill>
                  <a:schemeClr val="accent5">
                    <a:lumMod val="50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	                	//            release(&amp;lock);</a:t>
            </a:r>
          </a:p>
          <a:p>
            <a:pPr>
              <a:lnSpc>
                <a:spcPct val="100000"/>
              </a:lnSpc>
              <a:buNone/>
              <a:tabLst>
                <a:tab pos="1027113" algn="l"/>
                <a:tab pos="1377950" algn="l"/>
                <a:tab pos="1716088" algn="l"/>
              </a:tabLst>
            </a:pPr>
            <a:r>
              <a:rPr lang="en-US" altLang="ko-KR" sz="1800" dirty="0">
                <a:latin typeface="Consolas" charset="0"/>
                <a:ea typeface="Consolas" charset="0"/>
                <a:cs typeface="Consolas" charset="0"/>
              </a:rPr>
              <a:t>		acquire(int *</a:t>
            </a:r>
            <a:r>
              <a:rPr lang="en-US" altLang="ko-KR" sz="1800" dirty="0" err="1">
                <a:latin typeface="Consolas" charset="0"/>
                <a:ea typeface="Consolas" charset="0"/>
                <a:cs typeface="Consolas" charset="0"/>
              </a:rPr>
              <a:t>thelock</a:t>
            </a:r>
            <a:r>
              <a:rPr lang="en-US" altLang="ko-KR" sz="1800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>
              <a:lnSpc>
                <a:spcPct val="100000"/>
              </a:lnSpc>
              <a:buNone/>
              <a:tabLst>
                <a:tab pos="1027113" algn="l"/>
                <a:tab pos="1377950" algn="l"/>
                <a:tab pos="1716088" algn="l"/>
              </a:tabLst>
            </a:pPr>
            <a:r>
              <a:rPr lang="en-US" altLang="ko-KR" sz="1800" dirty="0">
                <a:latin typeface="Consolas" charset="0"/>
                <a:ea typeface="Consolas" charset="0"/>
                <a:cs typeface="Consolas" charset="0"/>
              </a:rPr>
              <a:t>			int </a:t>
            </a:r>
            <a:r>
              <a:rPr lang="en-US" altLang="ko-KR" sz="1800" dirty="0" err="1">
                <a:latin typeface="Consolas" charset="0"/>
                <a:ea typeface="Consolas" charset="0"/>
                <a:cs typeface="Consolas" charset="0"/>
              </a:rPr>
              <a:t>mykey</a:t>
            </a:r>
            <a:r>
              <a:rPr lang="en-US" altLang="ko-KR" sz="1800" dirty="0">
                <a:latin typeface="Consolas" charset="0"/>
                <a:ea typeface="Consolas" charset="0"/>
                <a:cs typeface="Consolas" charset="0"/>
              </a:rPr>
              <a:t> = 1;</a:t>
            </a:r>
            <a:br>
              <a:rPr lang="en-US" altLang="ko-KR" sz="1800" dirty="0">
                <a:latin typeface="Consolas" charset="0"/>
                <a:ea typeface="Consolas" charset="0"/>
                <a:cs typeface="Consolas" charset="0"/>
              </a:rPr>
            </a:br>
            <a:r>
              <a:rPr lang="en-US" altLang="ko-KR" sz="1800" dirty="0">
                <a:latin typeface="Consolas" charset="0"/>
                <a:ea typeface="Consolas" charset="0"/>
                <a:cs typeface="Consolas" charset="0"/>
              </a:rPr>
              <a:t>		while (</a:t>
            </a:r>
            <a:r>
              <a:rPr lang="en-US" altLang="ko-KR" sz="1800" dirty="0" err="1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xchg</a:t>
            </a:r>
            <a:r>
              <a:rPr lang="en-US" altLang="ko-KR" sz="180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altLang="ko-KR" sz="1800" dirty="0" err="1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thelock</a:t>
            </a:r>
            <a:r>
              <a:rPr lang="en-US" altLang="ko-KR" sz="180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, </a:t>
            </a:r>
            <a:r>
              <a:rPr lang="en-US" altLang="ko-KR" sz="1800" dirty="0" err="1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mykey</a:t>
            </a:r>
            <a:r>
              <a:rPr lang="en-US" altLang="ko-KR" sz="180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)</a:t>
            </a:r>
            <a:r>
              <a:rPr lang="en-US" altLang="ko-KR" sz="1800" dirty="0">
                <a:latin typeface="Consolas" charset="0"/>
                <a:ea typeface="Consolas" charset="0"/>
                <a:cs typeface="Consolas" charset="0"/>
              </a:rPr>
              <a:t>); 	</a:t>
            </a:r>
            <a:r>
              <a:rPr lang="en-US" altLang="ko-KR" sz="180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// Atomic operation!</a:t>
            </a:r>
            <a:br>
              <a:rPr lang="en-US" altLang="ko-KR" sz="180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</a:br>
            <a:r>
              <a:rPr lang="en-US" altLang="ko-KR" sz="1800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>
              <a:lnSpc>
                <a:spcPct val="100000"/>
              </a:lnSpc>
              <a:buNone/>
              <a:tabLst>
                <a:tab pos="1027113" algn="l"/>
                <a:tab pos="1377950" algn="l"/>
                <a:tab pos="1716088" algn="l"/>
              </a:tabLst>
            </a:pPr>
            <a:r>
              <a:rPr lang="en-US" altLang="ko-KR" sz="1800" dirty="0">
                <a:latin typeface="Consolas" charset="0"/>
                <a:ea typeface="Consolas" charset="0"/>
                <a:cs typeface="Consolas" charset="0"/>
              </a:rPr>
              <a:t>		release(int *</a:t>
            </a:r>
            <a:r>
              <a:rPr lang="en-US" altLang="ko-KR" sz="1800" dirty="0" err="1">
                <a:latin typeface="Consolas" charset="0"/>
                <a:ea typeface="Consolas" charset="0"/>
                <a:cs typeface="Consolas" charset="0"/>
              </a:rPr>
              <a:t>thelock</a:t>
            </a:r>
            <a:r>
              <a:rPr lang="en-US" altLang="ko-KR" sz="1800" dirty="0">
                <a:latin typeface="Consolas" charset="0"/>
                <a:ea typeface="Consolas" charset="0"/>
                <a:cs typeface="Consolas" charset="0"/>
              </a:rPr>
              <a:t>) {</a:t>
            </a:r>
            <a:br>
              <a:rPr lang="en-US" altLang="ko-KR" sz="1800" dirty="0">
                <a:latin typeface="Consolas" charset="0"/>
                <a:ea typeface="Consolas" charset="0"/>
                <a:cs typeface="Consolas" charset="0"/>
              </a:rPr>
            </a:br>
            <a:r>
              <a:rPr lang="en-US" altLang="ko-KR" sz="1800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altLang="ko-KR" sz="180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*</a:t>
            </a:r>
            <a:r>
              <a:rPr lang="en-US" altLang="ko-KR" sz="1800" dirty="0" err="1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thelock</a:t>
            </a:r>
            <a:r>
              <a:rPr lang="en-US" altLang="ko-KR" sz="180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 = 0;		  	// Atomic operation!</a:t>
            </a:r>
            <a:br>
              <a:rPr lang="en-US" altLang="ko-KR" sz="180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</a:br>
            <a:r>
              <a:rPr lang="en-US" altLang="ko-KR" sz="1800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>
              <a:lnSpc>
                <a:spcPct val="100000"/>
              </a:lnSpc>
              <a:tabLst>
                <a:tab pos="1027113" algn="l"/>
                <a:tab pos="1377950" algn="l"/>
                <a:tab pos="1716088" algn="l"/>
              </a:tabLst>
            </a:pPr>
            <a:r>
              <a:rPr lang="en-US" altLang="ko-KR" sz="2200" dirty="0">
                <a:solidFill>
                  <a:schemeClr val="hlink"/>
                </a:solidFill>
                <a:ea typeface="굴림" panose="020B0600000101010101" pitchFamily="34" charset="-127"/>
              </a:rPr>
              <a:t>Busy-Waiting</a:t>
            </a:r>
            <a:r>
              <a:rPr lang="en-US" altLang="ko-KR" sz="2200" dirty="0">
                <a:ea typeface="굴림" panose="020B0600000101010101" pitchFamily="34" charset="-127"/>
              </a:rPr>
              <a:t>: thread consumes cycles while waiting</a:t>
            </a:r>
          </a:p>
        </p:txBody>
      </p:sp>
    </p:spTree>
    <p:extLst>
      <p:ext uri="{BB962C8B-B14F-4D97-AF65-F5344CB8AC3E}">
        <p14:creationId xmlns:p14="http://schemas.microsoft.com/office/powerpoint/2010/main" val="3551538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4659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Locks: </a:t>
            </a:r>
            <a:r>
              <a:rPr lang="en-US" b="1" dirty="0"/>
              <a:t>Implementation </a:t>
            </a:r>
            <a:r>
              <a:rPr lang="en-US" b="1" dirty="0">
                <a:solidFill>
                  <a:srgbClr val="FF0000"/>
                </a:solidFill>
              </a:rPr>
              <a:t>(</a:t>
            </a:r>
            <a:r>
              <a:rPr lang="en-US" b="1" dirty="0" err="1">
                <a:solidFill>
                  <a:srgbClr val="FF0000"/>
                </a:solidFill>
              </a:rPr>
              <a:t>SpinLock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sp>
        <p:nvSpPr>
          <p:cNvPr id="455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737359"/>
            <a:ext cx="12192000" cy="5085471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altLang="ko-KR" sz="2400" b="1" dirty="0">
                <a:solidFill>
                  <a:srgbClr val="00B050"/>
                </a:solidFill>
                <a:ea typeface="굴림" panose="020B0600000101010101" pitchFamily="34" charset="-127"/>
              </a:rPr>
              <a:t>Positives</a:t>
            </a:r>
            <a:endParaRPr lang="en-US" altLang="ko-KR" dirty="0">
              <a:ea typeface="굴림" panose="020B0600000101010101" pitchFamily="34" charset="-127"/>
            </a:endParaRPr>
          </a:p>
          <a:p>
            <a:pPr lvl="1">
              <a:lnSpc>
                <a:spcPct val="100000"/>
              </a:lnSpc>
              <a:spcBef>
                <a:spcPct val="2000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Machine can receive interrupts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User code can use this lock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Works on a multiprocessor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No System Calls at all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altLang="ko-KR" sz="2400" b="1" dirty="0">
                <a:solidFill>
                  <a:srgbClr val="FF0000"/>
                </a:solidFill>
                <a:ea typeface="굴림" panose="020B0600000101010101" pitchFamily="34" charset="-127"/>
              </a:rPr>
              <a:t>Negatives</a:t>
            </a:r>
            <a:endParaRPr lang="en-US" altLang="ko-KR" b="1" dirty="0">
              <a:solidFill>
                <a:srgbClr val="FF0000"/>
              </a:solidFill>
              <a:ea typeface="굴림" panose="020B0600000101010101" pitchFamily="34" charset="-127"/>
            </a:endParaRPr>
          </a:p>
          <a:p>
            <a:pPr lvl="1">
              <a:lnSpc>
                <a:spcPct val="100000"/>
              </a:lnSpc>
              <a:spcBef>
                <a:spcPct val="20000"/>
              </a:spcBef>
            </a:pPr>
            <a:r>
              <a:rPr lang="en-US" altLang="ko-KR" sz="2000" dirty="0">
                <a:ea typeface="굴림" panose="020B0600000101010101" pitchFamily="34" charset="-127"/>
              </a:rPr>
              <a:t>This is very </a:t>
            </a:r>
            <a:r>
              <a:rPr lang="en-US" altLang="ko-KR" sz="2000" b="1" dirty="0">
                <a:ea typeface="굴림" panose="020B0600000101010101" pitchFamily="34" charset="-127"/>
              </a:rPr>
              <a:t>inefficient</a:t>
            </a:r>
            <a:r>
              <a:rPr lang="en-US" altLang="ko-KR" sz="2000" dirty="0">
                <a:ea typeface="굴림" panose="020B0600000101010101" pitchFamily="34" charset="-127"/>
              </a:rPr>
              <a:t> as thread will consume cycles waiting (</a:t>
            </a:r>
            <a:r>
              <a:rPr lang="en-US" altLang="ko-KR" sz="2000" b="1" dirty="0">
                <a:solidFill>
                  <a:srgbClr val="FF0000"/>
                </a:solidFill>
                <a:ea typeface="굴림" panose="020B0600000101010101" pitchFamily="34" charset="-127"/>
              </a:rPr>
              <a:t>busy-waiting</a:t>
            </a:r>
            <a:r>
              <a:rPr lang="en-US" altLang="ko-KR" sz="2000" dirty="0">
                <a:ea typeface="굴림" panose="020B0600000101010101" pitchFamily="34" charset="-127"/>
              </a:rPr>
              <a:t>)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</a:pPr>
            <a:r>
              <a:rPr lang="en-US" altLang="ko-KR" sz="2000" b="1" dirty="0">
                <a:solidFill>
                  <a:srgbClr val="FF0000"/>
                </a:solidFill>
                <a:ea typeface="굴림" panose="020B0600000101010101" pitchFamily="34" charset="-127"/>
              </a:rPr>
              <a:t>Cache coherence </a:t>
            </a:r>
            <a:r>
              <a:rPr lang="en-US" altLang="ko-KR" sz="2000" dirty="0">
                <a:ea typeface="굴림" panose="020B0600000101010101" pitchFamily="34" charset="-127"/>
              </a:rPr>
              <a:t>issue in multi-cores 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ko-KR" sz="1800" dirty="0">
                <a:ea typeface="굴림" panose="020B0600000101010101" pitchFamily="34" charset="-127"/>
              </a:rPr>
              <a:t>always read-write while waiting </a:t>
            </a:r>
            <a:r>
              <a:rPr lang="en-US" altLang="ko-KR" sz="1800" dirty="0">
                <a:ea typeface="굴림" panose="020B0600000101010101" pitchFamily="34" charset="-127"/>
                <a:sym typeface="Wingdings" panose="05000000000000000000" pitchFamily="2" charset="2"/>
              </a:rPr>
              <a:t> high traffic on cache buses to ensure data consistency</a:t>
            </a:r>
            <a:endParaRPr lang="en-US" altLang="ko-KR" sz="1800" dirty="0">
              <a:ea typeface="굴림" panose="020B0600000101010101" pitchFamily="34" charset="-127"/>
            </a:endParaRPr>
          </a:p>
          <a:p>
            <a:pPr lvl="1">
              <a:lnSpc>
                <a:spcPct val="100000"/>
              </a:lnSpc>
              <a:spcBef>
                <a:spcPct val="20000"/>
              </a:spcBef>
            </a:pPr>
            <a:r>
              <a:rPr lang="en-US" altLang="ko-KR" sz="2000" b="1" dirty="0">
                <a:solidFill>
                  <a:schemeClr val="hlink"/>
                </a:solidFill>
                <a:ea typeface="굴림" panose="020B0600000101010101" pitchFamily="34" charset="-127"/>
              </a:rPr>
              <a:t>Priority Inversion</a:t>
            </a:r>
            <a:r>
              <a:rPr lang="en-US" altLang="ko-KR" sz="2000" dirty="0">
                <a:ea typeface="굴림" panose="020B0600000101010101" pitchFamily="34" charset="-127"/>
              </a:rPr>
              <a:t>: If busy-waiting thread has higher priority than thread holding lock </a:t>
            </a:r>
            <a:r>
              <a:rPr lang="en-US" altLang="ko-KR" sz="2000" dirty="0">
                <a:ea typeface="굴림" panose="020B0600000101010101" pitchFamily="34" charset="-127"/>
                <a:sym typeface="Symbol" panose="05050102010706020507" pitchFamily="18" charset="2"/>
              </a:rPr>
              <a:t> no progress!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ko-KR" sz="2000" b="1" dirty="0">
                <a:solidFill>
                  <a:srgbClr val="31E92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Solution</a:t>
            </a:r>
            <a:r>
              <a:rPr lang="en-US" altLang="ko-KR" sz="2000" b="1" dirty="0">
                <a:ea typeface="굴림" panose="020B0600000101010101" pitchFamily="34" charset="-127"/>
                <a:sym typeface="Symbol" panose="05050102010706020507" pitchFamily="18" charset="2"/>
              </a:rPr>
              <a:t>:</a:t>
            </a:r>
            <a:r>
              <a:rPr lang="en-US" altLang="ko-KR" sz="2000" dirty="0">
                <a:ea typeface="굴림" panose="020B0600000101010101" pitchFamily="34" charset="-127"/>
                <a:sym typeface="Symbol" panose="05050102010706020507" pitchFamily="18" charset="2"/>
              </a:rPr>
              <a:t> </a:t>
            </a:r>
            <a:r>
              <a:rPr lang="en-US" altLang="ko-KR" sz="2000" b="1" dirty="0">
                <a:ea typeface="굴림" panose="020B0600000101010101" pitchFamily="34" charset="-127"/>
                <a:sym typeface="Symbol" panose="05050102010706020507" pitchFamily="18" charset="2"/>
              </a:rPr>
              <a:t>disable</a:t>
            </a:r>
            <a:r>
              <a:rPr lang="en-US" altLang="ko-KR" sz="2000" dirty="0">
                <a:ea typeface="굴림" panose="020B0600000101010101" pitchFamily="34" charset="-127"/>
                <a:sym typeface="Symbol" panose="05050102010706020507" pitchFamily="18" charset="2"/>
              </a:rPr>
              <a:t> the interrupt in acquire and </a:t>
            </a:r>
            <a:r>
              <a:rPr lang="en-US" altLang="ko-KR" sz="2000" b="1" dirty="0">
                <a:ea typeface="굴림" panose="020B0600000101010101" pitchFamily="34" charset="-127"/>
                <a:sym typeface="Symbol" panose="05050102010706020507" pitchFamily="18" charset="2"/>
              </a:rPr>
              <a:t>enable</a:t>
            </a:r>
            <a:r>
              <a:rPr lang="en-US" altLang="ko-KR" sz="2000" dirty="0">
                <a:ea typeface="굴림" panose="020B0600000101010101" pitchFamily="34" charset="-127"/>
                <a:sym typeface="Symbol" panose="05050102010706020507" pitchFamily="18" charset="2"/>
              </a:rPr>
              <a:t> it in release</a:t>
            </a:r>
          </a:p>
        </p:txBody>
      </p:sp>
      <p:pic>
        <p:nvPicPr>
          <p:cNvPr id="21508" name="Picture 9" descr="MCj0285432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8377" y="3845119"/>
            <a:ext cx="1322007" cy="1275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A0046F-D3D7-8B21-401D-D9B57442828D}"/>
              </a:ext>
            </a:extLst>
          </p:cNvPr>
          <p:cNvSpPr txBox="1"/>
          <p:nvPr/>
        </p:nvSpPr>
        <p:spPr>
          <a:xfrm>
            <a:off x="3482672" y="2951946"/>
            <a:ext cx="44586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Usually used for </a:t>
            </a: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short-time</a:t>
            </a:r>
            <a:r>
              <a:rPr lang="en-US" sz="2800" b="1" dirty="0"/>
              <a:t> critical section</a:t>
            </a:r>
            <a:endParaRPr lang="en-AE" sz="2800" b="1" dirty="0"/>
          </a:p>
        </p:txBody>
      </p:sp>
    </p:spTree>
    <p:extLst>
      <p:ext uri="{BB962C8B-B14F-4D97-AF65-F5344CB8AC3E}">
        <p14:creationId xmlns:p14="http://schemas.microsoft.com/office/powerpoint/2010/main" val="243878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683" grpId="0" uiExpand="1" build="p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SpinLock</a:t>
            </a:r>
            <a:r>
              <a:rPr lang="en-US" dirty="0"/>
              <a:t>: </a:t>
            </a:r>
            <a:r>
              <a:rPr lang="en-US" b="1" dirty="0"/>
              <a:t>In Code </a:t>
            </a:r>
            <a:r>
              <a:rPr lang="en-US" b="1" dirty="0">
                <a:solidFill>
                  <a:srgbClr val="FF0000"/>
                </a:solidFill>
              </a:rPr>
              <a:t>(KERNEL)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613E5F-148E-3E3E-AF14-05A508F97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660" y="2061046"/>
            <a:ext cx="5477639" cy="5239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255AB7-102B-AE5D-15C7-4EA51C527B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0" y="2908680"/>
            <a:ext cx="5827979" cy="30660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AD20BE-9C60-43BA-B566-E3E214DDF7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5259" y="2908680"/>
            <a:ext cx="6309461" cy="3397402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4D8C81E-2027-AEDC-4E7A-EB888C2D9311}"/>
              </a:ext>
            </a:extLst>
          </p:cNvPr>
          <p:cNvSpPr/>
          <p:nvPr/>
        </p:nvSpPr>
        <p:spPr>
          <a:xfrm>
            <a:off x="342900" y="4852555"/>
            <a:ext cx="1184564" cy="270163"/>
          </a:xfrm>
          <a:prstGeom prst="roundRect">
            <a:avLst/>
          </a:prstGeom>
          <a:solidFill>
            <a:srgbClr val="F79646">
              <a:alpha val="40000"/>
            </a:srgb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FA9D1C3-8CE3-EFCC-5A9C-5E5CE6EE9817}"/>
              </a:ext>
            </a:extLst>
          </p:cNvPr>
          <p:cNvSpPr/>
          <p:nvPr/>
        </p:nvSpPr>
        <p:spPr>
          <a:xfrm>
            <a:off x="6210300" y="5839691"/>
            <a:ext cx="1184564" cy="270163"/>
          </a:xfrm>
          <a:prstGeom prst="roundRect">
            <a:avLst/>
          </a:prstGeom>
          <a:solidFill>
            <a:srgbClr val="F79646">
              <a:alpha val="40000"/>
            </a:srgb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E7E08B-2B0A-2554-61DA-05B43CC21E7C}"/>
              </a:ext>
            </a:extLst>
          </p:cNvPr>
          <p:cNvSpPr txBox="1"/>
          <p:nvPr/>
        </p:nvSpPr>
        <p:spPr>
          <a:xfrm>
            <a:off x="27280" y="1978721"/>
            <a:ext cx="33603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kern/conc/</a:t>
            </a:r>
            <a:r>
              <a:rPr 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kspinlock.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endParaRPr lang="en-US" sz="18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kern/conc/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kspinlock.c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258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6D69F13-0C37-B05F-12EC-7DF238F17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BAB7D9D-27BC-38E2-CE7A-D40281340E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SpinLock</a:t>
            </a:r>
            <a:r>
              <a:rPr lang="en-US" dirty="0"/>
              <a:t>: </a:t>
            </a:r>
            <a:r>
              <a:rPr lang="en-US" b="1" dirty="0"/>
              <a:t>In Code </a:t>
            </a:r>
            <a:r>
              <a:rPr lang="en-US" b="1" dirty="0">
                <a:solidFill>
                  <a:srgbClr val="FF0000"/>
                </a:solidFill>
              </a:rPr>
              <a:t>(USER)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BD54B1-EBFA-A30E-8804-DFF7FCD26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555" y="2070572"/>
            <a:ext cx="5553850" cy="504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742BE7-6B69-F199-C356-D7916E971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191" y="2908679"/>
            <a:ext cx="5657551" cy="21205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341149-4F0A-2C0C-9C0D-063DC2E6E6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0686" y="2908678"/>
            <a:ext cx="6451314" cy="26820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31E85C-BBAD-7938-23B0-722708E3DD7A}"/>
              </a:ext>
            </a:extLst>
          </p:cNvPr>
          <p:cNvSpPr txBox="1"/>
          <p:nvPr/>
        </p:nvSpPr>
        <p:spPr>
          <a:xfrm>
            <a:off x="3031443" y="5752270"/>
            <a:ext cx="6129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NO</a:t>
            </a:r>
            <a:r>
              <a:rPr lang="en-US" sz="2800" b="1" dirty="0"/>
              <a:t> INTERRUPT ACCESS @USER SIDE</a:t>
            </a:r>
            <a:endParaRPr lang="en-AE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6146AF-2456-9851-8F1A-C977DF892677}"/>
              </a:ext>
            </a:extLst>
          </p:cNvPr>
          <p:cNvSpPr txBox="1"/>
          <p:nvPr/>
        </p:nvSpPr>
        <p:spPr>
          <a:xfrm>
            <a:off x="27280" y="1978721"/>
            <a:ext cx="33603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uspinlock.h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uspinlock.c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312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83F10-4D64-16C2-6456-31734ED97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CDED66-F688-9888-9E5F-B5EC1DDC7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Multi-CPUs &amp; Big Kern Lock</a:t>
            </a:r>
            <a:endParaRPr lang="en-AE" sz="66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C56D29-FB8D-DC3E-3EBC-021FAFC6C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PART I: PREREQUISITES</a:t>
            </a:r>
            <a:endParaRPr lang="en-AE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A2234-0351-BE65-BF0C-7F6F7250D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AD7CF-F0A2-4383-A038-D82EAAF254E2}" type="slidenum">
              <a:rPr lang="en-US" smtClean="0"/>
              <a:t>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7B077B-8F98-0E72-0EB1-44D550C15E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0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7465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2617E-494A-6C1F-20AF-2F53CDF8D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EA594-7D9D-1A28-ABF3-477BFB949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Multi-CPUs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B1775-0BDF-2985-23F3-16E5C267C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4076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FOS supports multi-processors platform (up-to </a:t>
            </a:r>
            <a:r>
              <a:rPr lang="en-US" b="1" dirty="0"/>
              <a:t>8 CPUs</a:t>
            </a:r>
            <a:r>
              <a:rPr lang="en-US" dirty="0"/>
              <a:t>) [can be changed in </a:t>
            </a:r>
            <a:r>
              <a:rPr lang="en-US" dirty="0">
                <a:latin typeface="Consolas" panose="020B0609020204030204" pitchFamily="49" charset="0"/>
              </a:rPr>
              <a:t>.</a:t>
            </a:r>
            <a:r>
              <a:rPr lang="en-US" dirty="0" err="1">
                <a:latin typeface="Consolas" panose="020B0609020204030204" pitchFamily="49" charset="0"/>
              </a:rPr>
              <a:t>bochsrc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/>
              <a:t>file]</a:t>
            </a:r>
          </a:p>
          <a:p>
            <a:pPr>
              <a:lnSpc>
                <a:spcPct val="150000"/>
              </a:lnSpc>
            </a:pPr>
            <a:r>
              <a:rPr lang="en-US" dirty="0"/>
              <a:t>The actual number is specified in 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NCPUS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 defined in 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mmu.h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/>
              <a:t>Each CPU has a set of info defined in </a:t>
            </a:r>
            <a:r>
              <a:rPr lang="en-US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CpuInfo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in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kern/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cpu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cpu.h</a:t>
            </a:r>
            <a:r>
              <a:rPr lang="en-US" dirty="0"/>
              <a:t> including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Unique ID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Kernel stack to run the scheduler</a:t>
            </a:r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Current running environment (if any)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cpus</a:t>
            </a:r>
            <a:r>
              <a:rPr lang="en-US" dirty="0">
                <a:solidFill>
                  <a:srgbClr val="787878"/>
                </a:solidFill>
                <a:latin typeface="Consolas" panose="020B0609020204030204" pitchFamily="49" charset="0"/>
              </a:rPr>
              <a:t>[</a:t>
            </a:r>
            <a:r>
              <a:rPr lang="en-US" i="1" dirty="0">
                <a:solidFill>
                  <a:srgbClr val="535353"/>
                </a:solidFill>
                <a:latin typeface="Consolas" panose="020B0609020204030204" pitchFamily="49" charset="0"/>
              </a:rPr>
              <a:t>NCPUS</a:t>
            </a:r>
            <a:r>
              <a:rPr lang="en-US" dirty="0">
                <a:solidFill>
                  <a:srgbClr val="787878"/>
                </a:solidFill>
                <a:latin typeface="Consolas" panose="020B0609020204030204" pitchFamily="49" charset="0"/>
              </a:rPr>
              <a:t>]: </a:t>
            </a:r>
            <a:r>
              <a:rPr lang="en-US" dirty="0"/>
              <a:t>is an array of all CPUs defined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in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kern/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cpu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cpu.h</a:t>
            </a:r>
            <a:r>
              <a:rPr lang="en-US" dirty="0"/>
              <a:t> </a:t>
            </a:r>
          </a:p>
          <a:p>
            <a:pPr lvl="2">
              <a:lnSpc>
                <a:spcPct val="150000"/>
              </a:lnSpc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259876-8325-1E8E-A097-39C888B7B08D}"/>
              </a:ext>
            </a:extLst>
          </p:cNvPr>
          <p:cNvSpPr txBox="1"/>
          <p:nvPr/>
        </p:nvSpPr>
        <p:spPr>
          <a:xfrm>
            <a:off x="6619010" y="3697623"/>
            <a:ext cx="41979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CpuInfo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87878"/>
                </a:solidFill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	</a:t>
            </a:r>
            <a:r>
              <a:rPr lang="en-US" dirty="0">
                <a:solidFill>
                  <a:srgbClr val="535353"/>
                </a:solidFill>
                <a:latin typeface="Consolas" panose="020B060902020403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35353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cpu_id</a:t>
            </a:r>
            <a:r>
              <a:rPr lang="en-US" dirty="0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dirty="0">
                <a:solidFill>
                  <a:srgbClr val="535353"/>
                </a:solidFill>
                <a:latin typeface="Consolas" panose="020B0609020204030204" pitchFamily="49" charset="0"/>
              </a:rPr>
              <a:t> 	char</a:t>
            </a:r>
            <a:r>
              <a:rPr lang="en-US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stack</a:t>
            </a:r>
            <a:r>
              <a:rPr lang="en-US" dirty="0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algn="l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0037CD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Env </a:t>
            </a:r>
            <a:r>
              <a:rPr lang="en-US" dirty="0">
                <a:solidFill>
                  <a:srgbClr val="A36622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proc</a:t>
            </a:r>
            <a:r>
              <a:rPr lang="en-US" dirty="0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dirty="0">
                <a:solidFill>
                  <a:srgbClr val="A36622"/>
                </a:solidFill>
                <a:latin typeface="Consolas" panose="020B0609020204030204" pitchFamily="49" charset="0"/>
              </a:rPr>
              <a:t>	...</a:t>
            </a:r>
            <a:endParaRPr lang="en-US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algn="l"/>
            <a:r>
              <a:rPr lang="en-AE" dirty="0">
                <a:solidFill>
                  <a:srgbClr val="787878"/>
                </a:solidFill>
                <a:latin typeface="Consolas" panose="020B0609020204030204" pitchFamily="49" charset="0"/>
              </a:rPr>
              <a:t>}</a:t>
            </a:r>
            <a:r>
              <a:rPr lang="en-AE" dirty="0">
                <a:solidFill>
                  <a:srgbClr val="A36622"/>
                </a:solidFill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370307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BACFF-6AA2-B97F-89C9-4D9654633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41C1C-3857-F43E-E6AE-8DE5C1F9B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Multi-CPUs – </a:t>
            </a:r>
            <a:r>
              <a:rPr lang="en-US" b="1" dirty="0"/>
              <a:t>Functions</a:t>
            </a:r>
            <a:r>
              <a:rPr lang="en-US" dirty="0"/>
              <a:t> 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327E7-5E1F-B531-2DF7-0EBDC28B6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4076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1. Get the current running CPU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AE" sz="1800" b="1" dirty="0">
                <a:solidFill>
                  <a:srgbClr val="0037C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struct</a:t>
            </a:r>
            <a:r>
              <a:rPr lang="en-AE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AE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CpuInfo</a:t>
            </a:r>
            <a:r>
              <a:rPr lang="en-AE" sz="1800" dirty="0">
                <a:solidFill>
                  <a:srgbClr val="A3662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*</a:t>
            </a:r>
            <a:r>
              <a:rPr lang="en-AE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AE" sz="1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mycpu</a:t>
            </a:r>
            <a:r>
              <a:rPr lang="en-AE" sz="1800" dirty="0">
                <a:solidFill>
                  <a:srgbClr val="78787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()</a:t>
            </a:r>
            <a:r>
              <a:rPr lang="en-US" sz="1800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2. Get/Set the current running process</a:t>
            </a:r>
          </a:p>
          <a:p>
            <a:pPr algn="ctr" rtl="0">
              <a:lnSpc>
                <a:spcPct val="9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	</a:t>
            </a:r>
            <a:r>
              <a:rPr lang="en-US" sz="1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struct 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Env*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get_cpu_proc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(); </a:t>
            </a:r>
            <a:r>
              <a:rPr lang="en-US" sz="1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void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set_cpu_proc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struct 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Env* p);</a:t>
            </a:r>
          </a:p>
          <a:p>
            <a:pPr>
              <a:lnSpc>
                <a:spcPct val="150000"/>
              </a:lnSpc>
              <a:buClr>
                <a:srgbClr val="4F81BD"/>
              </a:buClr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Cambria" panose="02040503050406030204"/>
              </a:rPr>
              <a:t>3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</a:rPr>
              <a:t>. Disable/Enable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the interrupt of the current CPU</a:t>
            </a:r>
          </a:p>
          <a:p>
            <a:pPr algn="ctr">
              <a:spcAft>
                <a:spcPts val="1000"/>
              </a:spcAf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void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pushcli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(); 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void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popcli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Arial" panose="020B0604020202020204" pitchFamily="34" charset="0"/>
              </a:rPr>
              <a:t>(); </a:t>
            </a:r>
          </a:p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rgbClr val="4F81BD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Refer to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  <a:hlinkClick r:id="rId2" action="ppaction://hlinkfile"/>
              </a:rPr>
              <a:t>APPENDIX VI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t>for more helper functions...</a:t>
            </a:r>
          </a:p>
          <a:p>
            <a:pPr algn="ctr">
              <a:spcAft>
                <a:spcPts val="1000"/>
              </a:spcAft>
              <a:defRPr/>
            </a:pPr>
            <a:endParaRPr kumimoji="0" lang="en-AE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 rtl="0">
              <a:lnSpc>
                <a:spcPct val="90000"/>
              </a:lnSpc>
              <a:spcAft>
                <a:spcPts val="1000"/>
              </a:spcAft>
              <a:buNone/>
            </a:pPr>
            <a:endParaRPr lang="en-AE" sz="1400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258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1AED6-76D0-C23C-173B-E0F22F58C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29DB3-2095-9312-FCF7-5C3733002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Multi-CPUs – </a:t>
            </a:r>
            <a:r>
              <a:rPr lang="en-US" b="1" dirty="0"/>
              <a:t>Scheduling</a:t>
            </a:r>
            <a:r>
              <a:rPr lang="en-US" dirty="0"/>
              <a:t> 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30768C-25A7-D60C-C734-E8B4321C77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752215"/>
                <a:ext cx="6826138" cy="5012266"/>
              </a:xfrm>
            </p:spPr>
            <p:txBody>
              <a:bodyPr>
                <a:normAutofit fontScale="77500" lnSpcReduction="20000"/>
              </a:bodyPr>
              <a:lstStyle/>
              <a:p>
                <a:pPr marL="164592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:r>
                  <a:rPr lang="en-NZ" sz="2300" b="1" dirty="0"/>
                  <a:t>Dynamic Peer Assignment</a:t>
                </a:r>
                <a:r>
                  <a:rPr lang="en-US" sz="2300" b="1" dirty="0"/>
                  <a:t> </a:t>
                </a:r>
              </a:p>
              <a:p>
                <a:pPr marL="507492" indent="-34290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NZ" b="1" dirty="0"/>
                  <a:t>Dynamic: </a:t>
                </a:r>
                <a:r>
                  <a:rPr lang="en-NZ" dirty="0"/>
                  <a:t>Process is </a:t>
                </a:r>
                <a:r>
                  <a:rPr lang="en-NZ" b="1" dirty="0"/>
                  <a:t>moved </a:t>
                </a:r>
                <a:r>
                  <a:rPr lang="en-NZ" dirty="0"/>
                  <a:t>from</a:t>
                </a:r>
                <a:r>
                  <a:rPr lang="en-NZ" b="1" dirty="0"/>
                  <a:t> </a:t>
                </a:r>
                <a:r>
                  <a:rPr lang="en-NZ" dirty="0"/>
                  <a:t>CPU to another</a:t>
                </a:r>
              </a:p>
              <a:p>
                <a:pPr marL="507492" indent="-34290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NZ" b="1" dirty="0"/>
                  <a:t>Peer: </a:t>
                </a:r>
                <a:r>
                  <a:rPr lang="en-NZ" dirty="0"/>
                  <a:t>Each processor does </a:t>
                </a:r>
                <a:r>
                  <a:rPr lang="en-NZ" b="1" dirty="0"/>
                  <a:t>self-scheduling</a:t>
                </a:r>
              </a:p>
              <a:p>
                <a:pPr marL="164592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:r>
                  <a:rPr lang="en-NZ" sz="2300" b="1" dirty="0"/>
                  <a:t>Round Robin Scheduling</a:t>
                </a:r>
              </a:p>
              <a:p>
                <a:pPr marL="507492" indent="-34290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NZ" dirty="0"/>
                  <a:t>Single ready queue </a:t>
                </a:r>
              </a:p>
              <a:p>
                <a:pPr marL="507492" indent="-34290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dirty="0"/>
                  <a:t>Each process is given a slice of time (</a:t>
                </a:r>
                <a:r>
                  <a:rPr lang="en-US" b="1" dirty="0"/>
                  <a:t>quantum</a:t>
                </a:r>
                <a:r>
                  <a:rPr lang="en-US" dirty="0"/>
                  <a:t>) on the specific CPU </a:t>
                </a:r>
              </a:p>
              <a:p>
                <a:pPr marL="507492" indent="-34290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dirty="0"/>
                  <a:t>When timeout, it’s preempted by </a:t>
                </a:r>
                <a:r>
                  <a:rPr lang="en-US" b="1" dirty="0"/>
                  <a:t>clock interrupt</a:t>
                </a:r>
                <a:r>
                  <a:rPr lang="en-US" dirty="0"/>
                  <a:t> and returned to RQ</a:t>
                </a: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sz="2300" b="1" dirty="0">
                    <a:solidFill>
                      <a:srgbClr val="00B050"/>
                    </a:solidFill>
                  </a:rPr>
                  <a:t>Pros</a:t>
                </a:r>
                <a:r>
                  <a:rPr lang="en-US" sz="2300" b="1" dirty="0"/>
                  <a:t>: </a:t>
                </a:r>
              </a:p>
              <a:p>
                <a:pPr marL="457200" indent="-457200">
                  <a:lnSpc>
                    <a:spcPct val="12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dirty="0"/>
                  <a:t>Better usage of </a:t>
                </a:r>
                <a:r>
                  <a:rPr lang="en-US" b="1" dirty="0"/>
                  <a:t>processors</a:t>
                </a:r>
                <a:endParaRPr lang="en-US" sz="2400" b="1" dirty="0"/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sz="2300" b="1" dirty="0">
                    <a:solidFill>
                      <a:srgbClr val="FF0000"/>
                    </a:solidFill>
                  </a:rPr>
                  <a:t>Cons</a:t>
                </a:r>
                <a:r>
                  <a:rPr lang="en-US" sz="2300" b="1" dirty="0"/>
                  <a:t>:</a:t>
                </a:r>
                <a:r>
                  <a:rPr lang="en-US" sz="2300" dirty="0"/>
                  <a:t> </a:t>
                </a:r>
              </a:p>
              <a:p>
                <a:pPr marL="457200" indent="-457200">
                  <a:lnSpc>
                    <a:spcPct val="12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b="1" dirty="0"/>
                  <a:t>overhead (</a:t>
                </a:r>
                <a:r>
                  <a:rPr lang="en-US" b="1" dirty="0">
                    <a:solidFill>
                      <a:srgbClr val="FF0000"/>
                    </a:solidFill>
                  </a:rPr>
                  <a:t>TAX$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b="1" dirty="0"/>
                  <a:t>)</a:t>
                </a:r>
                <a:r>
                  <a:rPr lang="en-US" dirty="0"/>
                  <a:t>: CPU assignment is made each time for each process</a:t>
                </a:r>
              </a:p>
              <a:p>
                <a:pPr marL="457200" indent="-457200">
                  <a:lnSpc>
                    <a:spcPct val="12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b="1" dirty="0"/>
                  <a:t>Process </a:t>
                </a:r>
                <a:r>
                  <a:rPr lang="en-US" dirty="0"/>
                  <a:t>may lose its </a:t>
                </a:r>
                <a:r>
                  <a:rPr lang="en-US" b="1" dirty="0"/>
                  <a:t>cache </a:t>
                </a:r>
                <a:r>
                  <a:rPr lang="en-US" dirty="0"/>
                  <a:t>due to moving between CPUs</a:t>
                </a:r>
              </a:p>
              <a:p>
                <a:pPr marL="457200" indent="-457200">
                  <a:lnSpc>
                    <a:spcPct val="120000"/>
                  </a:lnSpc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dirty="0"/>
                  <a:t>Shared queue must be </a:t>
                </a:r>
                <a:r>
                  <a:rPr lang="en-US" b="1" dirty="0"/>
                  <a:t>protected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30768C-25A7-D60C-C734-E8B4321C77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752215"/>
                <a:ext cx="6826138" cy="5012266"/>
              </a:xfrm>
              <a:blipFill>
                <a:blip r:embed="rId2"/>
                <a:stretch>
                  <a:fillRect l="-1696" t="-729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10559938" y="2164080"/>
            <a:ext cx="1219200" cy="533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CPU</a:t>
            </a:r>
            <a:r>
              <a:rPr lang="en-US" b="1" baseline="-25000" dirty="0"/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10559938" y="3154680"/>
            <a:ext cx="1219200" cy="533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CPU</a:t>
            </a:r>
            <a:r>
              <a:rPr lang="en-US" b="1" baseline="-25000" dirty="0"/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559938" y="4450080"/>
            <a:ext cx="1219200" cy="533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CPU</a:t>
            </a:r>
            <a:r>
              <a:rPr lang="en-US" b="1" baseline="-25000" dirty="0" err="1"/>
              <a:t>n</a:t>
            </a:r>
            <a:endParaRPr lang="en-US" b="1" baseline="-25000" dirty="0"/>
          </a:p>
        </p:txBody>
      </p:sp>
      <p:sp>
        <p:nvSpPr>
          <p:cNvPr id="7" name="TextBox 6"/>
          <p:cNvSpPr txBox="1"/>
          <p:nvPr/>
        </p:nvSpPr>
        <p:spPr>
          <a:xfrm>
            <a:off x="10996952" y="3535680"/>
            <a:ext cx="2487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923418" y="3154680"/>
            <a:ext cx="2179320" cy="548640"/>
            <a:chOff x="1950720" y="5410200"/>
            <a:chExt cx="2179320" cy="548640"/>
          </a:xfrm>
        </p:grpSpPr>
        <p:sp>
          <p:nvSpPr>
            <p:cNvPr id="10" name="Rectangle 9"/>
            <p:cNvSpPr>
              <a:spLocks noChangeAspect="1"/>
            </p:cNvSpPr>
            <p:nvPr/>
          </p:nvSpPr>
          <p:spPr>
            <a:xfrm>
              <a:off x="358140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</a:t>
              </a:r>
              <a:r>
                <a:rPr lang="en-US" b="1" baseline="-25000" dirty="0"/>
                <a:t>1</a:t>
              </a:r>
            </a:p>
          </p:txBody>
        </p:sp>
        <p:sp>
          <p:nvSpPr>
            <p:cNvPr id="11" name="Rectangle 10"/>
            <p:cNvSpPr>
              <a:spLocks noChangeAspect="1"/>
            </p:cNvSpPr>
            <p:nvPr/>
          </p:nvSpPr>
          <p:spPr>
            <a:xfrm>
              <a:off x="30327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</a:t>
              </a:r>
              <a:r>
                <a:rPr lang="en-US" b="1" baseline="-25000" dirty="0"/>
                <a:t>2</a:t>
              </a:r>
            </a:p>
          </p:txBody>
        </p:sp>
        <p:sp>
          <p:nvSpPr>
            <p:cNvPr id="12" name="Rectangle 11"/>
            <p:cNvSpPr>
              <a:spLocks noChangeAspect="1"/>
            </p:cNvSpPr>
            <p:nvPr/>
          </p:nvSpPr>
          <p:spPr>
            <a:xfrm>
              <a:off x="249936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…</a:t>
              </a:r>
            </a:p>
          </p:txBody>
        </p:sp>
        <p:sp>
          <p:nvSpPr>
            <p:cNvPr id="13" name="Rectangle 12"/>
            <p:cNvSpPr>
              <a:spLocks noChangeAspect="1"/>
            </p:cNvSpPr>
            <p:nvPr/>
          </p:nvSpPr>
          <p:spPr>
            <a:xfrm>
              <a:off x="1950720" y="5410200"/>
              <a:ext cx="548640" cy="5486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</a:t>
              </a:r>
              <a:r>
                <a:rPr lang="en-US" b="1" baseline="-25000" dirty="0"/>
                <a:t>m</a:t>
              </a:r>
            </a:p>
          </p:txBody>
        </p:sp>
      </p:grpSp>
      <p:cxnSp>
        <p:nvCxnSpPr>
          <p:cNvPr id="14" name="Straight Arrow Connector 13"/>
          <p:cNvCxnSpPr>
            <a:stCxn id="10" idx="3"/>
            <a:endCxn id="4" idx="2"/>
          </p:cNvCxnSpPr>
          <p:nvPr/>
        </p:nvCxnSpPr>
        <p:spPr>
          <a:xfrm flipV="1">
            <a:off x="10102738" y="2430780"/>
            <a:ext cx="457200" cy="9982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3"/>
            <a:endCxn id="5" idx="2"/>
          </p:cNvCxnSpPr>
          <p:nvPr/>
        </p:nvCxnSpPr>
        <p:spPr>
          <a:xfrm flipV="1">
            <a:off x="10102738" y="3421380"/>
            <a:ext cx="457200" cy="7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0" idx="3"/>
            <a:endCxn id="6" idx="2"/>
          </p:cNvCxnSpPr>
          <p:nvPr/>
        </p:nvCxnSpPr>
        <p:spPr>
          <a:xfrm>
            <a:off x="10102738" y="3429000"/>
            <a:ext cx="457200" cy="1287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0" name="Shape 29"/>
          <p:cNvCxnSpPr>
            <a:stCxn id="4" idx="6"/>
            <a:endCxn id="13" idx="1"/>
          </p:cNvCxnSpPr>
          <p:nvPr/>
        </p:nvCxnSpPr>
        <p:spPr>
          <a:xfrm flipH="1">
            <a:off x="7923418" y="2430780"/>
            <a:ext cx="3855720" cy="998220"/>
          </a:xfrm>
          <a:prstGeom prst="bentConnector5">
            <a:avLst>
              <a:gd name="adj1" fmla="val -5929"/>
              <a:gd name="adj2" fmla="val -44021"/>
              <a:gd name="adj3" fmla="val 105929"/>
            </a:avLst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1" name="Shape 30"/>
          <p:cNvCxnSpPr>
            <a:stCxn id="5" idx="6"/>
            <a:endCxn id="13" idx="1"/>
          </p:cNvCxnSpPr>
          <p:nvPr/>
        </p:nvCxnSpPr>
        <p:spPr>
          <a:xfrm flipH="1">
            <a:off x="7923418" y="3421380"/>
            <a:ext cx="3855720" cy="7620"/>
          </a:xfrm>
          <a:prstGeom prst="bentConnector5">
            <a:avLst>
              <a:gd name="adj1" fmla="val -5929"/>
              <a:gd name="adj2" fmla="val -5833335"/>
              <a:gd name="adj3" fmla="val 105929"/>
            </a:avLst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4" name="Shape 33"/>
          <p:cNvCxnSpPr>
            <a:stCxn id="6" idx="6"/>
            <a:endCxn id="13" idx="1"/>
          </p:cNvCxnSpPr>
          <p:nvPr/>
        </p:nvCxnSpPr>
        <p:spPr>
          <a:xfrm flipH="1" flipV="1">
            <a:off x="7923418" y="3429000"/>
            <a:ext cx="3855720" cy="1287780"/>
          </a:xfrm>
          <a:prstGeom prst="bentConnector5">
            <a:avLst>
              <a:gd name="adj1" fmla="val -5929"/>
              <a:gd name="adj2" fmla="val -28403"/>
              <a:gd name="adj3" fmla="val 105929"/>
            </a:avLst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9" name="Picture 8" descr="Timer time stock illustration. Illustration of isolated - 7534112">
            <a:extLst>
              <a:ext uri="{FF2B5EF4-FFF2-40B4-BE49-F238E27FC236}">
                <a16:creationId xmlns:a16="http://schemas.microsoft.com/office/drawing/2014/main" id="{03D61EA4-7B3F-171A-9E82-F04781F4AA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55"/>
          <a:stretch>
            <a:fillRect/>
          </a:stretch>
        </p:blipFill>
        <p:spPr>
          <a:xfrm>
            <a:off x="11520744" y="2052591"/>
            <a:ext cx="671256" cy="680178"/>
          </a:xfrm>
          <a:prstGeom prst="rect">
            <a:avLst/>
          </a:prstGeom>
        </p:spPr>
      </p:pic>
      <p:pic>
        <p:nvPicPr>
          <p:cNvPr id="18" name="Picture 17" descr="Timer time stock illustration. Illustration of isolated - 7534112">
            <a:extLst>
              <a:ext uri="{FF2B5EF4-FFF2-40B4-BE49-F238E27FC236}">
                <a16:creationId xmlns:a16="http://schemas.microsoft.com/office/drawing/2014/main" id="{1C53A649-0733-9925-5C13-5B5E62B81A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55"/>
          <a:stretch>
            <a:fillRect/>
          </a:stretch>
        </p:blipFill>
        <p:spPr>
          <a:xfrm>
            <a:off x="11519362" y="3154680"/>
            <a:ext cx="671256" cy="680178"/>
          </a:xfrm>
          <a:prstGeom prst="rect">
            <a:avLst/>
          </a:prstGeom>
        </p:spPr>
      </p:pic>
      <p:pic>
        <p:nvPicPr>
          <p:cNvPr id="20" name="Picture 19" descr="Timer time stock illustration. Illustration of isolated - 7534112">
            <a:extLst>
              <a:ext uri="{FF2B5EF4-FFF2-40B4-BE49-F238E27FC236}">
                <a16:creationId xmlns:a16="http://schemas.microsoft.com/office/drawing/2014/main" id="{B4B6BDA3-7159-A185-2361-92EBBEA36B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55"/>
          <a:stretch>
            <a:fillRect/>
          </a:stretch>
        </p:blipFill>
        <p:spPr>
          <a:xfrm>
            <a:off x="11519362" y="4332969"/>
            <a:ext cx="671256" cy="680178"/>
          </a:xfrm>
          <a:prstGeom prst="rect">
            <a:avLst/>
          </a:prstGeom>
        </p:spPr>
      </p:pic>
      <p:pic>
        <p:nvPicPr>
          <p:cNvPr id="21" name="Picture 20" descr="Time Out Vector Icon 31458261 Vector Art at Vecteezy">
            <a:extLst>
              <a:ext uri="{FF2B5EF4-FFF2-40B4-BE49-F238E27FC236}">
                <a16:creationId xmlns:a16="http://schemas.microsoft.com/office/drawing/2014/main" id="{D32B2CB2-2EFB-E580-C81A-98CFE9D4A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4616" y="2089785"/>
            <a:ext cx="647384" cy="621030"/>
          </a:xfrm>
          <a:prstGeom prst="rect">
            <a:avLst/>
          </a:prstGeom>
        </p:spPr>
      </p:pic>
      <p:pic>
        <p:nvPicPr>
          <p:cNvPr id="23" name="Picture 22" descr="Time Out Vector Icon 31458261 Vector Art at Vecteezy">
            <a:extLst>
              <a:ext uri="{FF2B5EF4-FFF2-40B4-BE49-F238E27FC236}">
                <a16:creationId xmlns:a16="http://schemas.microsoft.com/office/drawing/2014/main" id="{4796D15B-A50E-A128-DEDC-6E514CAF5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3234" y="3208926"/>
            <a:ext cx="647384" cy="621030"/>
          </a:xfrm>
          <a:prstGeom prst="rect">
            <a:avLst/>
          </a:prstGeom>
        </p:spPr>
      </p:pic>
      <p:pic>
        <p:nvPicPr>
          <p:cNvPr id="25" name="Picture 24" descr="Time Out Vector Icon 31458261 Vector Art at Vecteezy">
            <a:extLst>
              <a:ext uri="{FF2B5EF4-FFF2-40B4-BE49-F238E27FC236}">
                <a16:creationId xmlns:a16="http://schemas.microsoft.com/office/drawing/2014/main" id="{41357690-68D8-F012-F61B-44B3E4C72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9362" y="4362543"/>
            <a:ext cx="647384" cy="62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871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A3992-CA0C-B24D-3BC9-4BF05A28B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DBFC4-EFB3-B1F8-D1CE-5BCC84773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Multi-CPUs – </a:t>
            </a:r>
            <a:r>
              <a:rPr lang="en-US" b="1" dirty="0"/>
              <a:t>Big Kern Lock</a:t>
            </a:r>
            <a:r>
              <a:rPr lang="en-US" dirty="0"/>
              <a:t> 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ADA30-23AE-95BB-889A-E314345A0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394566" cy="4547446"/>
          </a:xfrm>
        </p:spPr>
        <p:txBody>
          <a:bodyPr>
            <a:normAutofit/>
          </a:bodyPr>
          <a:lstStyle/>
          <a:p>
            <a:pPr marL="164592" indent="0" algn="just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2100" b="1" dirty="0"/>
              <a:t>Problem: </a:t>
            </a:r>
            <a:r>
              <a:rPr lang="en-US" sz="2100" dirty="0"/>
              <a:t>concurrency bugs (non-determinism) when multiple CPUs run kernel code simultaneously. </a:t>
            </a:r>
          </a:p>
          <a:p>
            <a:pPr marL="164592" indent="0" algn="just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2100" b="1" dirty="0"/>
              <a:t>Solution:</a:t>
            </a:r>
            <a:r>
              <a:rPr lang="en-US" sz="2100" dirty="0"/>
              <a:t> use a “big kernel lock”</a:t>
            </a:r>
          </a:p>
          <a:p>
            <a:pPr marL="507492" indent="-342900" algn="just">
              <a:lnSpc>
                <a:spcPct val="120000"/>
              </a:lnSpc>
              <a:spcBef>
                <a:spcPts val="600"/>
              </a:spcBef>
            </a:pPr>
            <a:r>
              <a:rPr lang="en-US" sz="1800" dirty="0"/>
              <a:t>Single global lock that is held whenever an environment enters kernel mode</a:t>
            </a:r>
          </a:p>
          <a:p>
            <a:pPr marL="507492" indent="-342900" algn="just">
              <a:lnSpc>
                <a:spcPct val="120000"/>
              </a:lnSpc>
              <a:spcBef>
                <a:spcPts val="600"/>
              </a:spcBef>
            </a:pPr>
            <a:r>
              <a:rPr lang="en-US" sz="1800" dirty="0"/>
              <a:t>Released when the environment returns to user mode. </a:t>
            </a:r>
          </a:p>
          <a:p>
            <a:pPr marL="507492" indent="-342900" algn="just">
              <a:lnSpc>
                <a:spcPct val="120000"/>
              </a:lnSpc>
              <a:spcBef>
                <a:spcPts val="600"/>
              </a:spcBef>
            </a:pPr>
            <a:r>
              <a:rPr lang="en-US" sz="1800" dirty="0"/>
              <a:t>Environments in </a:t>
            </a:r>
            <a:r>
              <a:rPr lang="en-US" sz="1800" b="1" dirty="0"/>
              <a:t>user mode </a:t>
            </a:r>
            <a:r>
              <a:rPr lang="en-US" sz="1800" dirty="0"/>
              <a:t>can run </a:t>
            </a:r>
            <a:r>
              <a:rPr lang="en-US" sz="1800" b="1" dirty="0"/>
              <a:t>concurrently</a:t>
            </a:r>
            <a:r>
              <a:rPr lang="en-US" sz="1800" dirty="0"/>
              <a:t> on </a:t>
            </a:r>
            <a:r>
              <a:rPr lang="en-US" sz="1800" b="1" dirty="0"/>
              <a:t>any available CPUs,</a:t>
            </a:r>
            <a:r>
              <a:rPr lang="en-US" sz="1800" dirty="0"/>
              <a:t> </a:t>
            </a:r>
          </a:p>
          <a:p>
            <a:pPr marL="507492" indent="-342900" algn="just">
              <a:lnSpc>
                <a:spcPct val="120000"/>
              </a:lnSpc>
              <a:spcBef>
                <a:spcPts val="600"/>
              </a:spcBef>
            </a:pPr>
            <a:r>
              <a:rPr lang="en-US" sz="1800" dirty="0"/>
              <a:t>But no more than </a:t>
            </a:r>
            <a:r>
              <a:rPr lang="en-US" sz="1800" b="1" dirty="0"/>
              <a:t>one environment </a:t>
            </a:r>
            <a:r>
              <a:rPr lang="en-US" sz="1800" dirty="0"/>
              <a:t>can run in </a:t>
            </a:r>
            <a:r>
              <a:rPr lang="en-US" sz="1800" b="1" dirty="0"/>
              <a:t>kernel</a:t>
            </a:r>
            <a:r>
              <a:rPr lang="en-US" sz="1800" dirty="0"/>
              <a:t> mode</a:t>
            </a:r>
            <a:endParaRPr lang="en-US" sz="16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9DD54C-4742-7471-6263-0BF96E23E0F5}"/>
              </a:ext>
            </a:extLst>
          </p:cNvPr>
          <p:cNvSpPr/>
          <p:nvPr/>
        </p:nvSpPr>
        <p:spPr>
          <a:xfrm>
            <a:off x="8021781" y="3428999"/>
            <a:ext cx="3563616" cy="20054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b="1" dirty="0"/>
          </a:p>
          <a:p>
            <a:pPr algn="ctr"/>
            <a:r>
              <a:rPr lang="en-US" sz="2800" b="1" dirty="0"/>
              <a:t>Kernel </a:t>
            </a:r>
            <a:endParaRPr lang="en-AE" sz="28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7FF72E9-72BF-3AAD-9209-7F0FB2CFE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1781" y="1845734"/>
            <a:ext cx="782472" cy="79355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8D8588B-5D89-3714-E34A-4E8330799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353" y="1843809"/>
            <a:ext cx="782472" cy="7935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45123DE-EF24-0FCD-7F0A-128F51E27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389" y="1843809"/>
            <a:ext cx="782472" cy="79355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6C36A48-2476-D22F-70A4-4BCAF0FA800C}"/>
              </a:ext>
            </a:extLst>
          </p:cNvPr>
          <p:cNvSpPr txBox="1"/>
          <p:nvPr/>
        </p:nvSpPr>
        <p:spPr>
          <a:xfrm>
            <a:off x="9333281" y="4040359"/>
            <a:ext cx="81483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Light"/>
              </a:rPr>
              <a:t>Proc 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29C306-DE59-02D5-76E3-C5F6E2636A4C}"/>
              </a:ext>
            </a:extLst>
          </p:cNvPr>
          <p:cNvSpPr txBox="1"/>
          <p:nvPr/>
        </p:nvSpPr>
        <p:spPr>
          <a:xfrm>
            <a:off x="9337577" y="4040359"/>
            <a:ext cx="81003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Light"/>
              </a:rPr>
              <a:t>Proc 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2D0F4F-06FE-6442-6B9C-1318EBC83650}"/>
              </a:ext>
            </a:extLst>
          </p:cNvPr>
          <p:cNvSpPr txBox="1"/>
          <p:nvPr/>
        </p:nvSpPr>
        <p:spPr>
          <a:xfrm>
            <a:off x="9333281" y="4040359"/>
            <a:ext cx="78277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Light"/>
              </a:rPr>
              <a:t>Proc B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2413B9D-CCDF-B06D-8165-ACED81987EB3}"/>
              </a:ext>
            </a:extLst>
          </p:cNvPr>
          <p:cNvGrpSpPr/>
          <p:nvPr/>
        </p:nvGrpSpPr>
        <p:grpSpPr>
          <a:xfrm>
            <a:off x="8092006" y="5305177"/>
            <a:ext cx="1610283" cy="918975"/>
            <a:chOff x="3574680" y="5127826"/>
            <a:chExt cx="1610283" cy="873831"/>
          </a:xfrm>
        </p:grpSpPr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A28C19D2-56FB-EA77-D38A-4CAA5B48EFF5}"/>
                </a:ext>
              </a:extLst>
            </p:cNvPr>
            <p:cNvSpPr/>
            <p:nvPr/>
          </p:nvSpPr>
          <p:spPr bwMode="auto">
            <a:xfrm rot="1170167" flipH="1">
              <a:off x="4420296" y="5127826"/>
              <a:ext cx="764667" cy="688979"/>
            </a:xfrm>
            <a:custGeom>
              <a:avLst/>
              <a:gdLst>
                <a:gd name="connsiteX0" fmla="*/ 0 w 175846"/>
                <a:gd name="connsiteY0" fmla="*/ 0 h 1160584"/>
                <a:gd name="connsiteX1" fmla="*/ 26377 w 175846"/>
                <a:gd name="connsiteY1" fmla="*/ 246184 h 1160584"/>
                <a:gd name="connsiteX2" fmla="*/ 35169 w 175846"/>
                <a:gd name="connsiteY2" fmla="*/ 290146 h 1160584"/>
                <a:gd name="connsiteX3" fmla="*/ 43961 w 175846"/>
                <a:gd name="connsiteY3" fmla="*/ 395654 h 1160584"/>
                <a:gd name="connsiteX4" fmla="*/ 61546 w 175846"/>
                <a:gd name="connsiteY4" fmla="*/ 430823 h 1160584"/>
                <a:gd name="connsiteX5" fmla="*/ 70338 w 175846"/>
                <a:gd name="connsiteY5" fmla="*/ 509954 h 1160584"/>
                <a:gd name="connsiteX6" fmla="*/ 96715 w 175846"/>
                <a:gd name="connsiteY6" fmla="*/ 597877 h 1160584"/>
                <a:gd name="connsiteX7" fmla="*/ 114300 w 175846"/>
                <a:gd name="connsiteY7" fmla="*/ 650631 h 1160584"/>
                <a:gd name="connsiteX8" fmla="*/ 123092 w 175846"/>
                <a:gd name="connsiteY8" fmla="*/ 677008 h 1160584"/>
                <a:gd name="connsiteX9" fmla="*/ 140677 w 175846"/>
                <a:gd name="connsiteY9" fmla="*/ 703384 h 1160584"/>
                <a:gd name="connsiteX10" fmla="*/ 158261 w 175846"/>
                <a:gd name="connsiteY10" fmla="*/ 782515 h 1160584"/>
                <a:gd name="connsiteX11" fmla="*/ 167054 w 175846"/>
                <a:gd name="connsiteY11" fmla="*/ 861646 h 1160584"/>
                <a:gd name="connsiteX12" fmla="*/ 175846 w 175846"/>
                <a:gd name="connsiteY12" fmla="*/ 923192 h 1160584"/>
                <a:gd name="connsiteX13" fmla="*/ 158261 w 175846"/>
                <a:gd name="connsiteY13" fmla="*/ 1099038 h 1160584"/>
                <a:gd name="connsiteX14" fmla="*/ 140677 w 175846"/>
                <a:gd name="connsiteY14" fmla="*/ 1160584 h 1160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5846" h="1160584">
                  <a:moveTo>
                    <a:pt x="0" y="0"/>
                  </a:moveTo>
                  <a:cubicBezTo>
                    <a:pt x="2741" y="27412"/>
                    <a:pt x="17173" y="186362"/>
                    <a:pt x="26377" y="246184"/>
                  </a:cubicBezTo>
                  <a:cubicBezTo>
                    <a:pt x="28649" y="260954"/>
                    <a:pt x="32238" y="275492"/>
                    <a:pt x="35169" y="290146"/>
                  </a:cubicBezTo>
                  <a:cubicBezTo>
                    <a:pt x="38100" y="325315"/>
                    <a:pt x="37457" y="360967"/>
                    <a:pt x="43961" y="395654"/>
                  </a:cubicBezTo>
                  <a:cubicBezTo>
                    <a:pt x="46376" y="408536"/>
                    <a:pt x="58599" y="418052"/>
                    <a:pt x="61546" y="430823"/>
                  </a:cubicBezTo>
                  <a:cubicBezTo>
                    <a:pt x="67514" y="456683"/>
                    <a:pt x="66302" y="483723"/>
                    <a:pt x="70338" y="509954"/>
                  </a:cubicBezTo>
                  <a:cubicBezTo>
                    <a:pt x="74133" y="534624"/>
                    <a:pt x="89872" y="577348"/>
                    <a:pt x="96715" y="597877"/>
                  </a:cubicBezTo>
                  <a:lnTo>
                    <a:pt x="114300" y="650631"/>
                  </a:lnTo>
                  <a:cubicBezTo>
                    <a:pt x="117231" y="659423"/>
                    <a:pt x="117951" y="669297"/>
                    <a:pt x="123092" y="677008"/>
                  </a:cubicBezTo>
                  <a:lnTo>
                    <a:pt x="140677" y="703384"/>
                  </a:lnTo>
                  <a:cubicBezTo>
                    <a:pt x="147076" y="728982"/>
                    <a:pt x="154540" y="756471"/>
                    <a:pt x="158261" y="782515"/>
                  </a:cubicBezTo>
                  <a:cubicBezTo>
                    <a:pt x="162014" y="808788"/>
                    <a:pt x="163762" y="835312"/>
                    <a:pt x="167054" y="861646"/>
                  </a:cubicBezTo>
                  <a:cubicBezTo>
                    <a:pt x="169625" y="882210"/>
                    <a:pt x="172915" y="902677"/>
                    <a:pt x="175846" y="923192"/>
                  </a:cubicBezTo>
                  <a:cubicBezTo>
                    <a:pt x="175571" y="927036"/>
                    <a:pt x="169575" y="1065095"/>
                    <a:pt x="158261" y="1099038"/>
                  </a:cubicBezTo>
                  <a:cubicBezTo>
                    <a:pt x="134174" y="1171298"/>
                    <a:pt x="140677" y="1074767"/>
                    <a:pt x="140677" y="1160584"/>
                  </a:cubicBezTo>
                </a:path>
              </a:pathLst>
            </a:cu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DC358BB-9D15-5664-5893-4E7482125BC6}"/>
                </a:ext>
              </a:extLst>
            </p:cNvPr>
            <p:cNvSpPr txBox="1"/>
            <p:nvPr/>
          </p:nvSpPr>
          <p:spPr>
            <a:xfrm>
              <a:off x="3574680" y="5650468"/>
              <a:ext cx="810030" cy="3511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Light"/>
                </a:rPr>
                <a:t>Proc A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ACD0D86-8E84-F0DC-0F17-0DC8267C2A6B}"/>
              </a:ext>
            </a:extLst>
          </p:cNvPr>
          <p:cNvGrpSpPr/>
          <p:nvPr/>
        </p:nvGrpSpPr>
        <p:grpSpPr>
          <a:xfrm>
            <a:off x="8026891" y="2528999"/>
            <a:ext cx="1470762" cy="898073"/>
            <a:chOff x="2265969" y="3598102"/>
            <a:chExt cx="1470762" cy="1187843"/>
          </a:xfrm>
        </p:grpSpPr>
        <p:sp>
          <p:nvSpPr>
            <p:cNvPr id="41" name="Freeform 4">
              <a:extLst>
                <a:ext uri="{FF2B5EF4-FFF2-40B4-BE49-F238E27FC236}">
                  <a16:creationId xmlns:a16="http://schemas.microsoft.com/office/drawing/2014/main" id="{B258E84F-264F-B50F-5690-768596E16787}"/>
                </a:ext>
              </a:extLst>
            </p:cNvPr>
            <p:cNvSpPr/>
            <p:nvPr/>
          </p:nvSpPr>
          <p:spPr bwMode="auto">
            <a:xfrm>
              <a:off x="2838960" y="4003065"/>
              <a:ext cx="897771" cy="782880"/>
            </a:xfrm>
            <a:custGeom>
              <a:avLst/>
              <a:gdLst>
                <a:gd name="connsiteX0" fmla="*/ 0 w 800297"/>
                <a:gd name="connsiteY0" fmla="*/ 0 h 896815"/>
                <a:gd name="connsiteX1" fmla="*/ 219808 w 800297"/>
                <a:gd name="connsiteY1" fmla="*/ 17584 h 896815"/>
                <a:gd name="connsiteX2" fmla="*/ 298938 w 800297"/>
                <a:gd name="connsiteY2" fmla="*/ 26377 h 896815"/>
                <a:gd name="connsiteX3" fmla="*/ 325315 w 800297"/>
                <a:gd name="connsiteY3" fmla="*/ 96715 h 896815"/>
                <a:gd name="connsiteX4" fmla="*/ 334108 w 800297"/>
                <a:gd name="connsiteY4" fmla="*/ 439615 h 896815"/>
                <a:gd name="connsiteX5" fmla="*/ 351692 w 800297"/>
                <a:gd name="connsiteY5" fmla="*/ 501161 h 896815"/>
                <a:gd name="connsiteX6" fmla="*/ 386861 w 800297"/>
                <a:gd name="connsiteY6" fmla="*/ 518746 h 896815"/>
                <a:gd name="connsiteX7" fmla="*/ 422031 w 800297"/>
                <a:gd name="connsiteY7" fmla="*/ 553915 h 896815"/>
                <a:gd name="connsiteX8" fmla="*/ 483577 w 800297"/>
                <a:gd name="connsiteY8" fmla="*/ 589084 h 896815"/>
                <a:gd name="connsiteX9" fmla="*/ 509954 w 800297"/>
                <a:gd name="connsiteY9" fmla="*/ 606669 h 896815"/>
                <a:gd name="connsiteX10" fmla="*/ 553915 w 800297"/>
                <a:gd name="connsiteY10" fmla="*/ 615461 h 896815"/>
                <a:gd name="connsiteX11" fmla="*/ 615461 w 800297"/>
                <a:gd name="connsiteY11" fmla="*/ 659423 h 896815"/>
                <a:gd name="connsiteX12" fmla="*/ 650631 w 800297"/>
                <a:gd name="connsiteY12" fmla="*/ 677008 h 896815"/>
                <a:gd name="connsiteX13" fmla="*/ 677008 w 800297"/>
                <a:gd name="connsiteY13" fmla="*/ 703384 h 896815"/>
                <a:gd name="connsiteX14" fmla="*/ 729761 w 800297"/>
                <a:gd name="connsiteY14" fmla="*/ 738554 h 896815"/>
                <a:gd name="connsiteX15" fmla="*/ 756138 w 800297"/>
                <a:gd name="connsiteY15" fmla="*/ 764931 h 896815"/>
                <a:gd name="connsiteX16" fmla="*/ 791308 w 800297"/>
                <a:gd name="connsiteY16" fmla="*/ 817684 h 896815"/>
                <a:gd name="connsiteX17" fmla="*/ 800100 w 800297"/>
                <a:gd name="connsiteY17" fmla="*/ 896815 h 896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0297" h="896815">
                  <a:moveTo>
                    <a:pt x="0" y="0"/>
                  </a:moveTo>
                  <a:lnTo>
                    <a:pt x="219808" y="17584"/>
                  </a:lnTo>
                  <a:cubicBezTo>
                    <a:pt x="246244" y="19917"/>
                    <a:pt x="277707" y="10453"/>
                    <a:pt x="298938" y="26377"/>
                  </a:cubicBezTo>
                  <a:cubicBezTo>
                    <a:pt x="318970" y="41401"/>
                    <a:pt x="316523" y="73269"/>
                    <a:pt x="325315" y="96715"/>
                  </a:cubicBezTo>
                  <a:cubicBezTo>
                    <a:pt x="328246" y="211015"/>
                    <a:pt x="328796" y="325401"/>
                    <a:pt x="334108" y="439615"/>
                  </a:cubicBezTo>
                  <a:cubicBezTo>
                    <a:pt x="334119" y="439854"/>
                    <a:pt x="347538" y="497006"/>
                    <a:pt x="351692" y="501161"/>
                  </a:cubicBezTo>
                  <a:cubicBezTo>
                    <a:pt x="360960" y="510429"/>
                    <a:pt x="376376" y="510882"/>
                    <a:pt x="386861" y="518746"/>
                  </a:cubicBezTo>
                  <a:cubicBezTo>
                    <a:pt x="400124" y="528693"/>
                    <a:pt x="409443" y="543126"/>
                    <a:pt x="422031" y="553915"/>
                  </a:cubicBezTo>
                  <a:cubicBezTo>
                    <a:pt x="443456" y="572279"/>
                    <a:pt x="458624" y="574825"/>
                    <a:pt x="483577" y="589084"/>
                  </a:cubicBezTo>
                  <a:cubicBezTo>
                    <a:pt x="492752" y="594327"/>
                    <a:pt x="500060" y="602959"/>
                    <a:pt x="509954" y="606669"/>
                  </a:cubicBezTo>
                  <a:cubicBezTo>
                    <a:pt x="523946" y="611916"/>
                    <a:pt x="539261" y="612530"/>
                    <a:pt x="553915" y="615461"/>
                  </a:cubicBezTo>
                  <a:cubicBezTo>
                    <a:pt x="569001" y="626775"/>
                    <a:pt x="597471" y="649143"/>
                    <a:pt x="615461" y="659423"/>
                  </a:cubicBezTo>
                  <a:cubicBezTo>
                    <a:pt x="626841" y="665926"/>
                    <a:pt x="639965" y="669390"/>
                    <a:pt x="650631" y="677008"/>
                  </a:cubicBezTo>
                  <a:cubicBezTo>
                    <a:pt x="660749" y="684235"/>
                    <a:pt x="667193" y="695750"/>
                    <a:pt x="677008" y="703384"/>
                  </a:cubicBezTo>
                  <a:cubicBezTo>
                    <a:pt x="693690" y="716359"/>
                    <a:pt x="714817" y="723610"/>
                    <a:pt x="729761" y="738554"/>
                  </a:cubicBezTo>
                  <a:cubicBezTo>
                    <a:pt x="738553" y="747346"/>
                    <a:pt x="748504" y="755116"/>
                    <a:pt x="756138" y="764931"/>
                  </a:cubicBezTo>
                  <a:cubicBezTo>
                    <a:pt x="769113" y="781613"/>
                    <a:pt x="791308" y="817684"/>
                    <a:pt x="791308" y="817684"/>
                  </a:cubicBezTo>
                  <a:cubicBezTo>
                    <a:pt x="802399" y="873141"/>
                    <a:pt x="800100" y="846702"/>
                    <a:pt x="800100" y="896815"/>
                  </a:cubicBezTo>
                </a:path>
              </a:pathLst>
            </a:cu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D3C06F0-8161-2489-A1B4-9ED9E1B848B8}"/>
                </a:ext>
              </a:extLst>
            </p:cNvPr>
            <p:cNvSpPr txBox="1"/>
            <p:nvPr/>
          </p:nvSpPr>
          <p:spPr>
            <a:xfrm>
              <a:off x="2265969" y="3598102"/>
              <a:ext cx="810030" cy="4885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Light"/>
                </a:rPr>
                <a:t>Proc A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E8A656E-300B-FC48-3899-25D511FCA994}"/>
              </a:ext>
            </a:extLst>
          </p:cNvPr>
          <p:cNvGrpSpPr/>
          <p:nvPr/>
        </p:nvGrpSpPr>
        <p:grpSpPr>
          <a:xfrm>
            <a:off x="9799521" y="2569153"/>
            <a:ext cx="1785876" cy="857922"/>
            <a:chOff x="4038599" y="3421778"/>
            <a:chExt cx="1785876" cy="1364168"/>
          </a:xfrm>
        </p:grpSpPr>
        <p:sp>
          <p:nvSpPr>
            <p:cNvPr id="44" name="Freeform 5">
              <a:extLst>
                <a:ext uri="{FF2B5EF4-FFF2-40B4-BE49-F238E27FC236}">
                  <a16:creationId xmlns:a16="http://schemas.microsoft.com/office/drawing/2014/main" id="{AA5AFD88-A6E3-F5DF-D9DA-6C376F7FEE29}"/>
                </a:ext>
              </a:extLst>
            </p:cNvPr>
            <p:cNvSpPr/>
            <p:nvPr/>
          </p:nvSpPr>
          <p:spPr bwMode="auto">
            <a:xfrm>
              <a:off x="4038599" y="3651564"/>
              <a:ext cx="1006867" cy="1134382"/>
            </a:xfrm>
            <a:custGeom>
              <a:avLst/>
              <a:gdLst>
                <a:gd name="connsiteX0" fmla="*/ 808892 w 808892"/>
                <a:gd name="connsiteY0" fmla="*/ 79305 h 1134382"/>
                <a:gd name="connsiteX1" fmla="*/ 580292 w 808892"/>
                <a:gd name="connsiteY1" fmla="*/ 174 h 1134382"/>
                <a:gd name="connsiteX2" fmla="*/ 509954 w 808892"/>
                <a:gd name="connsiteY2" fmla="*/ 8966 h 1134382"/>
                <a:gd name="connsiteX3" fmla="*/ 448407 w 808892"/>
                <a:gd name="connsiteY3" fmla="*/ 44136 h 1134382"/>
                <a:gd name="connsiteX4" fmla="*/ 386861 w 808892"/>
                <a:gd name="connsiteY4" fmla="*/ 114474 h 1134382"/>
                <a:gd name="connsiteX5" fmla="*/ 342900 w 808892"/>
                <a:gd name="connsiteY5" fmla="*/ 263943 h 1134382"/>
                <a:gd name="connsiteX6" fmla="*/ 334107 w 808892"/>
                <a:gd name="connsiteY6" fmla="*/ 395828 h 1134382"/>
                <a:gd name="connsiteX7" fmla="*/ 325315 w 808892"/>
                <a:gd name="connsiteY7" fmla="*/ 879405 h 1134382"/>
                <a:gd name="connsiteX8" fmla="*/ 272561 w 808892"/>
                <a:gd name="connsiteY8" fmla="*/ 896989 h 1134382"/>
                <a:gd name="connsiteX9" fmla="*/ 246184 w 808892"/>
                <a:gd name="connsiteY9" fmla="*/ 905782 h 1134382"/>
                <a:gd name="connsiteX10" fmla="*/ 211015 w 808892"/>
                <a:gd name="connsiteY10" fmla="*/ 932159 h 1134382"/>
                <a:gd name="connsiteX11" fmla="*/ 175846 w 808892"/>
                <a:gd name="connsiteY11" fmla="*/ 940951 h 1134382"/>
                <a:gd name="connsiteX12" fmla="*/ 149469 w 808892"/>
                <a:gd name="connsiteY12" fmla="*/ 967328 h 1134382"/>
                <a:gd name="connsiteX13" fmla="*/ 140677 w 808892"/>
                <a:gd name="connsiteY13" fmla="*/ 993705 h 1134382"/>
                <a:gd name="connsiteX14" fmla="*/ 87923 w 808892"/>
                <a:gd name="connsiteY14" fmla="*/ 1011289 h 1134382"/>
                <a:gd name="connsiteX15" fmla="*/ 79131 w 808892"/>
                <a:gd name="connsiteY15" fmla="*/ 1037666 h 1134382"/>
                <a:gd name="connsiteX16" fmla="*/ 35169 w 808892"/>
                <a:gd name="connsiteY16" fmla="*/ 1090420 h 1134382"/>
                <a:gd name="connsiteX17" fmla="*/ 8792 w 808892"/>
                <a:gd name="connsiteY17" fmla="*/ 1108005 h 1134382"/>
                <a:gd name="connsiteX18" fmla="*/ 0 w 808892"/>
                <a:gd name="connsiteY18" fmla="*/ 1134382 h 1134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08892" h="1134382">
                  <a:moveTo>
                    <a:pt x="808892" y="79305"/>
                  </a:moveTo>
                  <a:cubicBezTo>
                    <a:pt x="756051" y="57547"/>
                    <a:pt x="651035" y="4336"/>
                    <a:pt x="580292" y="174"/>
                  </a:cubicBezTo>
                  <a:cubicBezTo>
                    <a:pt x="556704" y="-1214"/>
                    <a:pt x="533400" y="6035"/>
                    <a:pt x="509954" y="8966"/>
                  </a:cubicBezTo>
                  <a:cubicBezTo>
                    <a:pt x="488454" y="19716"/>
                    <a:pt x="467049" y="28601"/>
                    <a:pt x="448407" y="44136"/>
                  </a:cubicBezTo>
                  <a:cubicBezTo>
                    <a:pt x="424624" y="63956"/>
                    <a:pt x="405859" y="90728"/>
                    <a:pt x="386861" y="114474"/>
                  </a:cubicBezTo>
                  <a:cubicBezTo>
                    <a:pt x="352842" y="216532"/>
                    <a:pt x="367227" y="166631"/>
                    <a:pt x="342900" y="263943"/>
                  </a:cubicBezTo>
                  <a:cubicBezTo>
                    <a:pt x="339969" y="307905"/>
                    <a:pt x="335365" y="351787"/>
                    <a:pt x="334107" y="395828"/>
                  </a:cubicBezTo>
                  <a:cubicBezTo>
                    <a:pt x="329503" y="556981"/>
                    <a:pt x="344966" y="719388"/>
                    <a:pt x="325315" y="879405"/>
                  </a:cubicBezTo>
                  <a:cubicBezTo>
                    <a:pt x="323056" y="897803"/>
                    <a:pt x="290146" y="891127"/>
                    <a:pt x="272561" y="896989"/>
                  </a:cubicBezTo>
                  <a:lnTo>
                    <a:pt x="246184" y="905782"/>
                  </a:lnTo>
                  <a:cubicBezTo>
                    <a:pt x="234461" y="914574"/>
                    <a:pt x="224122" y="925606"/>
                    <a:pt x="211015" y="932159"/>
                  </a:cubicBezTo>
                  <a:cubicBezTo>
                    <a:pt x="200207" y="937563"/>
                    <a:pt x="186338" y="934956"/>
                    <a:pt x="175846" y="940951"/>
                  </a:cubicBezTo>
                  <a:cubicBezTo>
                    <a:pt x="165050" y="947120"/>
                    <a:pt x="158261" y="958536"/>
                    <a:pt x="149469" y="967328"/>
                  </a:cubicBezTo>
                  <a:cubicBezTo>
                    <a:pt x="146538" y="976120"/>
                    <a:pt x="148219" y="988318"/>
                    <a:pt x="140677" y="993705"/>
                  </a:cubicBezTo>
                  <a:cubicBezTo>
                    <a:pt x="125594" y="1004479"/>
                    <a:pt x="87923" y="1011289"/>
                    <a:pt x="87923" y="1011289"/>
                  </a:cubicBezTo>
                  <a:cubicBezTo>
                    <a:pt x="84992" y="1020081"/>
                    <a:pt x="83276" y="1029377"/>
                    <a:pt x="79131" y="1037666"/>
                  </a:cubicBezTo>
                  <a:cubicBezTo>
                    <a:pt x="69251" y="1057426"/>
                    <a:pt x="51836" y="1076531"/>
                    <a:pt x="35169" y="1090420"/>
                  </a:cubicBezTo>
                  <a:cubicBezTo>
                    <a:pt x="27051" y="1097185"/>
                    <a:pt x="17584" y="1102143"/>
                    <a:pt x="8792" y="1108005"/>
                  </a:cubicBezTo>
                  <a:lnTo>
                    <a:pt x="0" y="1134382"/>
                  </a:lnTo>
                </a:path>
              </a:pathLst>
            </a:cu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D486F55-D9C4-4128-C959-16FBC6D99EA4}"/>
                </a:ext>
              </a:extLst>
            </p:cNvPr>
            <p:cNvSpPr txBox="1"/>
            <p:nvPr/>
          </p:nvSpPr>
          <p:spPr>
            <a:xfrm>
              <a:off x="5009637" y="3421778"/>
              <a:ext cx="814838" cy="5872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Light"/>
                </a:rPr>
                <a:t>Proc C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83E7989-35E8-C5F8-A69B-6274F0663748}"/>
              </a:ext>
            </a:extLst>
          </p:cNvPr>
          <p:cNvGrpSpPr/>
          <p:nvPr/>
        </p:nvGrpSpPr>
        <p:grpSpPr>
          <a:xfrm>
            <a:off x="9408889" y="2559875"/>
            <a:ext cx="782778" cy="900006"/>
            <a:chOff x="3669644" y="3114270"/>
            <a:chExt cx="782778" cy="1561903"/>
          </a:xfrm>
        </p:grpSpPr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AC559D1B-56CC-A336-F16E-B32921A6DAB0}"/>
                </a:ext>
              </a:extLst>
            </p:cNvPr>
            <p:cNvSpPr/>
            <p:nvPr/>
          </p:nvSpPr>
          <p:spPr bwMode="auto">
            <a:xfrm flipH="1">
              <a:off x="3891209" y="3701639"/>
              <a:ext cx="143670" cy="974534"/>
            </a:xfrm>
            <a:custGeom>
              <a:avLst/>
              <a:gdLst>
                <a:gd name="connsiteX0" fmla="*/ 0 w 175846"/>
                <a:gd name="connsiteY0" fmla="*/ 0 h 1160584"/>
                <a:gd name="connsiteX1" fmla="*/ 26377 w 175846"/>
                <a:gd name="connsiteY1" fmla="*/ 246184 h 1160584"/>
                <a:gd name="connsiteX2" fmla="*/ 35169 w 175846"/>
                <a:gd name="connsiteY2" fmla="*/ 290146 h 1160584"/>
                <a:gd name="connsiteX3" fmla="*/ 43961 w 175846"/>
                <a:gd name="connsiteY3" fmla="*/ 395654 h 1160584"/>
                <a:gd name="connsiteX4" fmla="*/ 61546 w 175846"/>
                <a:gd name="connsiteY4" fmla="*/ 430823 h 1160584"/>
                <a:gd name="connsiteX5" fmla="*/ 70338 w 175846"/>
                <a:gd name="connsiteY5" fmla="*/ 509954 h 1160584"/>
                <a:gd name="connsiteX6" fmla="*/ 96715 w 175846"/>
                <a:gd name="connsiteY6" fmla="*/ 597877 h 1160584"/>
                <a:gd name="connsiteX7" fmla="*/ 114300 w 175846"/>
                <a:gd name="connsiteY7" fmla="*/ 650631 h 1160584"/>
                <a:gd name="connsiteX8" fmla="*/ 123092 w 175846"/>
                <a:gd name="connsiteY8" fmla="*/ 677008 h 1160584"/>
                <a:gd name="connsiteX9" fmla="*/ 140677 w 175846"/>
                <a:gd name="connsiteY9" fmla="*/ 703384 h 1160584"/>
                <a:gd name="connsiteX10" fmla="*/ 158261 w 175846"/>
                <a:gd name="connsiteY10" fmla="*/ 782515 h 1160584"/>
                <a:gd name="connsiteX11" fmla="*/ 167054 w 175846"/>
                <a:gd name="connsiteY11" fmla="*/ 861646 h 1160584"/>
                <a:gd name="connsiteX12" fmla="*/ 175846 w 175846"/>
                <a:gd name="connsiteY12" fmla="*/ 923192 h 1160584"/>
                <a:gd name="connsiteX13" fmla="*/ 158261 w 175846"/>
                <a:gd name="connsiteY13" fmla="*/ 1099038 h 1160584"/>
                <a:gd name="connsiteX14" fmla="*/ 140677 w 175846"/>
                <a:gd name="connsiteY14" fmla="*/ 1160584 h 1160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5846" h="1160584">
                  <a:moveTo>
                    <a:pt x="0" y="0"/>
                  </a:moveTo>
                  <a:cubicBezTo>
                    <a:pt x="2741" y="27412"/>
                    <a:pt x="17173" y="186362"/>
                    <a:pt x="26377" y="246184"/>
                  </a:cubicBezTo>
                  <a:cubicBezTo>
                    <a:pt x="28649" y="260954"/>
                    <a:pt x="32238" y="275492"/>
                    <a:pt x="35169" y="290146"/>
                  </a:cubicBezTo>
                  <a:cubicBezTo>
                    <a:pt x="38100" y="325315"/>
                    <a:pt x="37457" y="360967"/>
                    <a:pt x="43961" y="395654"/>
                  </a:cubicBezTo>
                  <a:cubicBezTo>
                    <a:pt x="46376" y="408536"/>
                    <a:pt x="58599" y="418052"/>
                    <a:pt x="61546" y="430823"/>
                  </a:cubicBezTo>
                  <a:cubicBezTo>
                    <a:pt x="67514" y="456683"/>
                    <a:pt x="66302" y="483723"/>
                    <a:pt x="70338" y="509954"/>
                  </a:cubicBezTo>
                  <a:cubicBezTo>
                    <a:pt x="74133" y="534624"/>
                    <a:pt x="89872" y="577348"/>
                    <a:pt x="96715" y="597877"/>
                  </a:cubicBezTo>
                  <a:lnTo>
                    <a:pt x="114300" y="650631"/>
                  </a:lnTo>
                  <a:cubicBezTo>
                    <a:pt x="117231" y="659423"/>
                    <a:pt x="117951" y="669297"/>
                    <a:pt x="123092" y="677008"/>
                  </a:cubicBezTo>
                  <a:lnTo>
                    <a:pt x="140677" y="703384"/>
                  </a:lnTo>
                  <a:cubicBezTo>
                    <a:pt x="147076" y="728982"/>
                    <a:pt x="154540" y="756471"/>
                    <a:pt x="158261" y="782515"/>
                  </a:cubicBezTo>
                  <a:cubicBezTo>
                    <a:pt x="162014" y="808788"/>
                    <a:pt x="163762" y="835312"/>
                    <a:pt x="167054" y="861646"/>
                  </a:cubicBezTo>
                  <a:cubicBezTo>
                    <a:pt x="169625" y="882210"/>
                    <a:pt x="172915" y="902677"/>
                    <a:pt x="175846" y="923192"/>
                  </a:cubicBezTo>
                  <a:cubicBezTo>
                    <a:pt x="175571" y="927036"/>
                    <a:pt x="169575" y="1065095"/>
                    <a:pt x="158261" y="1099038"/>
                  </a:cubicBezTo>
                  <a:cubicBezTo>
                    <a:pt x="134174" y="1171298"/>
                    <a:pt x="140677" y="1074767"/>
                    <a:pt x="140677" y="1160584"/>
                  </a:cubicBezTo>
                </a:path>
              </a:pathLst>
            </a:cu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07EB47C-788C-40E9-BFC0-8A6AC0D11ED5}"/>
                </a:ext>
              </a:extLst>
            </p:cNvPr>
            <p:cNvSpPr txBox="1"/>
            <p:nvPr/>
          </p:nvSpPr>
          <p:spPr>
            <a:xfrm>
              <a:off x="3669644" y="3114270"/>
              <a:ext cx="782778" cy="436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Light"/>
                </a:rPr>
                <a:t>Proc B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3FBA13C-1399-D6CE-502A-7F5DEC64E1E3}"/>
              </a:ext>
            </a:extLst>
          </p:cNvPr>
          <p:cNvGrpSpPr/>
          <p:nvPr/>
        </p:nvGrpSpPr>
        <p:grpSpPr>
          <a:xfrm>
            <a:off x="9408889" y="5434444"/>
            <a:ext cx="782778" cy="846871"/>
            <a:chOff x="3885272" y="5275783"/>
            <a:chExt cx="782778" cy="758057"/>
          </a:xfrm>
        </p:grpSpPr>
        <p:sp>
          <p:nvSpPr>
            <p:cNvPr id="51" name="Freeform 30">
              <a:extLst>
                <a:ext uri="{FF2B5EF4-FFF2-40B4-BE49-F238E27FC236}">
                  <a16:creationId xmlns:a16="http://schemas.microsoft.com/office/drawing/2014/main" id="{72DFB398-F20F-2D75-43E9-3DC05F8F6054}"/>
                </a:ext>
              </a:extLst>
            </p:cNvPr>
            <p:cNvSpPr/>
            <p:nvPr/>
          </p:nvSpPr>
          <p:spPr bwMode="auto">
            <a:xfrm>
              <a:off x="4262552" y="5275783"/>
              <a:ext cx="361950" cy="479923"/>
            </a:xfrm>
            <a:custGeom>
              <a:avLst/>
              <a:gdLst>
                <a:gd name="connsiteX0" fmla="*/ 0 w 175846"/>
                <a:gd name="connsiteY0" fmla="*/ 0 h 1160584"/>
                <a:gd name="connsiteX1" fmla="*/ 26377 w 175846"/>
                <a:gd name="connsiteY1" fmla="*/ 246184 h 1160584"/>
                <a:gd name="connsiteX2" fmla="*/ 35169 w 175846"/>
                <a:gd name="connsiteY2" fmla="*/ 290146 h 1160584"/>
                <a:gd name="connsiteX3" fmla="*/ 43961 w 175846"/>
                <a:gd name="connsiteY3" fmla="*/ 395654 h 1160584"/>
                <a:gd name="connsiteX4" fmla="*/ 61546 w 175846"/>
                <a:gd name="connsiteY4" fmla="*/ 430823 h 1160584"/>
                <a:gd name="connsiteX5" fmla="*/ 70338 w 175846"/>
                <a:gd name="connsiteY5" fmla="*/ 509954 h 1160584"/>
                <a:gd name="connsiteX6" fmla="*/ 96715 w 175846"/>
                <a:gd name="connsiteY6" fmla="*/ 597877 h 1160584"/>
                <a:gd name="connsiteX7" fmla="*/ 114300 w 175846"/>
                <a:gd name="connsiteY7" fmla="*/ 650631 h 1160584"/>
                <a:gd name="connsiteX8" fmla="*/ 123092 w 175846"/>
                <a:gd name="connsiteY8" fmla="*/ 677008 h 1160584"/>
                <a:gd name="connsiteX9" fmla="*/ 140677 w 175846"/>
                <a:gd name="connsiteY9" fmla="*/ 703384 h 1160584"/>
                <a:gd name="connsiteX10" fmla="*/ 158261 w 175846"/>
                <a:gd name="connsiteY10" fmla="*/ 782515 h 1160584"/>
                <a:gd name="connsiteX11" fmla="*/ 167054 w 175846"/>
                <a:gd name="connsiteY11" fmla="*/ 861646 h 1160584"/>
                <a:gd name="connsiteX12" fmla="*/ 175846 w 175846"/>
                <a:gd name="connsiteY12" fmla="*/ 923192 h 1160584"/>
                <a:gd name="connsiteX13" fmla="*/ 158261 w 175846"/>
                <a:gd name="connsiteY13" fmla="*/ 1099038 h 1160584"/>
                <a:gd name="connsiteX14" fmla="*/ 140677 w 175846"/>
                <a:gd name="connsiteY14" fmla="*/ 1160584 h 1160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5846" h="1160584">
                  <a:moveTo>
                    <a:pt x="0" y="0"/>
                  </a:moveTo>
                  <a:cubicBezTo>
                    <a:pt x="2741" y="27412"/>
                    <a:pt x="17173" y="186362"/>
                    <a:pt x="26377" y="246184"/>
                  </a:cubicBezTo>
                  <a:cubicBezTo>
                    <a:pt x="28649" y="260954"/>
                    <a:pt x="32238" y="275492"/>
                    <a:pt x="35169" y="290146"/>
                  </a:cubicBezTo>
                  <a:cubicBezTo>
                    <a:pt x="38100" y="325315"/>
                    <a:pt x="37457" y="360967"/>
                    <a:pt x="43961" y="395654"/>
                  </a:cubicBezTo>
                  <a:cubicBezTo>
                    <a:pt x="46376" y="408536"/>
                    <a:pt x="58599" y="418052"/>
                    <a:pt x="61546" y="430823"/>
                  </a:cubicBezTo>
                  <a:cubicBezTo>
                    <a:pt x="67514" y="456683"/>
                    <a:pt x="66302" y="483723"/>
                    <a:pt x="70338" y="509954"/>
                  </a:cubicBezTo>
                  <a:cubicBezTo>
                    <a:pt x="74133" y="534624"/>
                    <a:pt x="89872" y="577348"/>
                    <a:pt x="96715" y="597877"/>
                  </a:cubicBezTo>
                  <a:lnTo>
                    <a:pt x="114300" y="650631"/>
                  </a:lnTo>
                  <a:cubicBezTo>
                    <a:pt x="117231" y="659423"/>
                    <a:pt x="117951" y="669297"/>
                    <a:pt x="123092" y="677008"/>
                  </a:cubicBezTo>
                  <a:lnTo>
                    <a:pt x="140677" y="703384"/>
                  </a:lnTo>
                  <a:cubicBezTo>
                    <a:pt x="147076" y="728982"/>
                    <a:pt x="154540" y="756471"/>
                    <a:pt x="158261" y="782515"/>
                  </a:cubicBezTo>
                  <a:cubicBezTo>
                    <a:pt x="162014" y="808788"/>
                    <a:pt x="163762" y="835312"/>
                    <a:pt x="167054" y="861646"/>
                  </a:cubicBezTo>
                  <a:cubicBezTo>
                    <a:pt x="169625" y="882210"/>
                    <a:pt x="172915" y="902677"/>
                    <a:pt x="175846" y="923192"/>
                  </a:cubicBezTo>
                  <a:cubicBezTo>
                    <a:pt x="175571" y="927036"/>
                    <a:pt x="169575" y="1065095"/>
                    <a:pt x="158261" y="1099038"/>
                  </a:cubicBezTo>
                  <a:cubicBezTo>
                    <a:pt x="134174" y="1171298"/>
                    <a:pt x="140677" y="1074767"/>
                    <a:pt x="140677" y="1160584"/>
                  </a:cubicBezTo>
                </a:path>
              </a:pathLst>
            </a:cu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C6879DE-EFD7-7EFE-5F2D-E2B667F8082E}"/>
                </a:ext>
              </a:extLst>
            </p:cNvPr>
            <p:cNvSpPr txBox="1"/>
            <p:nvPr/>
          </p:nvSpPr>
          <p:spPr>
            <a:xfrm>
              <a:off x="3885272" y="5703241"/>
              <a:ext cx="782778" cy="3305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Light"/>
                </a:rPr>
                <a:t>Proc B</a:t>
              </a:r>
            </a:p>
          </p:txBody>
        </p:sp>
      </p:grpSp>
      <p:pic>
        <p:nvPicPr>
          <p:cNvPr id="53" name="Picture 2" descr="Lock open and closed icon Royalty Free Vector Image">
            <a:extLst>
              <a:ext uri="{FF2B5EF4-FFF2-40B4-BE49-F238E27FC236}">
                <a16:creationId xmlns:a16="http://schemas.microsoft.com/office/drawing/2014/main" id="{5AFEC0E7-DC7C-D65E-2CEC-50E7D5D1DF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62" t="5280" b="15380"/>
          <a:stretch>
            <a:fillRect/>
          </a:stretch>
        </p:blipFill>
        <p:spPr bwMode="auto">
          <a:xfrm>
            <a:off x="9468860" y="3432492"/>
            <a:ext cx="393247" cy="536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" descr="Lock open and closed icon Royalty Free Vector Image">
            <a:extLst>
              <a:ext uri="{FF2B5EF4-FFF2-40B4-BE49-F238E27FC236}">
                <a16:creationId xmlns:a16="http://schemas.microsoft.com/office/drawing/2014/main" id="{6AC34325-DB10-4EED-8A71-9D67C60079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0" r="54663" b="15380"/>
          <a:stretch>
            <a:fillRect/>
          </a:stretch>
        </p:blipFill>
        <p:spPr bwMode="auto">
          <a:xfrm>
            <a:off x="9497653" y="3430240"/>
            <a:ext cx="393247" cy="536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9A8CFFD-5676-35DE-23BC-4D1468E90602}"/>
              </a:ext>
            </a:extLst>
          </p:cNvPr>
          <p:cNvSpPr txBox="1"/>
          <p:nvPr/>
        </p:nvSpPr>
        <p:spPr>
          <a:xfrm>
            <a:off x="8086777" y="5853741"/>
            <a:ext cx="810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Light"/>
              </a:rPr>
              <a:t>Proc 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146DE16-7AA5-1E74-409D-148FA32C46B8}"/>
              </a:ext>
            </a:extLst>
          </p:cNvPr>
          <p:cNvSpPr txBox="1"/>
          <p:nvPr/>
        </p:nvSpPr>
        <p:spPr>
          <a:xfrm>
            <a:off x="9383838" y="5911983"/>
            <a:ext cx="810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Light"/>
              </a:rPr>
              <a:t>Proc B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C72DF52-C76D-422C-9A03-0714545CD6FD}"/>
              </a:ext>
            </a:extLst>
          </p:cNvPr>
          <p:cNvSpPr txBox="1"/>
          <p:nvPr/>
        </p:nvSpPr>
        <p:spPr>
          <a:xfrm>
            <a:off x="10747271" y="2566178"/>
            <a:ext cx="83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Gill Sans Light"/>
              </a:rPr>
              <a:t>Proc D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6AF04125-B264-10C8-E188-E230CF717C3F}"/>
              </a:ext>
            </a:extLst>
          </p:cNvPr>
          <p:cNvSpPr/>
          <p:nvPr/>
        </p:nvSpPr>
        <p:spPr>
          <a:xfrm>
            <a:off x="7886700" y="1780525"/>
            <a:ext cx="3813464" cy="1154986"/>
          </a:xfrm>
          <a:prstGeom prst="roundRect">
            <a:avLst/>
          </a:prstGeom>
          <a:solidFill>
            <a:schemeClr val="accent3">
              <a:lumMod val="60000"/>
              <a:lumOff val="40000"/>
              <a:alpha val="4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EF55BAD9-449B-8858-4B39-436802C6B64A}"/>
              </a:ext>
            </a:extLst>
          </p:cNvPr>
          <p:cNvSpPr/>
          <p:nvPr/>
        </p:nvSpPr>
        <p:spPr>
          <a:xfrm>
            <a:off x="8021781" y="3430239"/>
            <a:ext cx="3563616" cy="2003125"/>
          </a:xfrm>
          <a:prstGeom prst="roundRect">
            <a:avLst/>
          </a:prstGeom>
          <a:solidFill>
            <a:schemeClr val="accent2">
              <a:lumMod val="60000"/>
              <a:lumOff val="40000"/>
              <a:alpha val="4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5780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198 -0.00023 L 0.01198 -4.07407E-6 C 0.00834 0.00024 0.00495 0.00024 0.00183 0.00093 C 0.00026 0.00139 -0.00117 0.00301 -0.00273 0.00417 C -0.0052 0.00579 -0.00781 0.00695 -0.01015 0.0088 C -0.01341 0.01088 -0.01601 0.01412 -0.01914 0.01621 C -0.022 0.01806 -0.02487 0.01899 -0.0276 0.02061 C -0.03671 0.02616 -0.03593 0.02755 -0.04544 0.03125 C -0.04752 0.03218 -0.04974 0.03218 -0.05195 0.03334 C -0.05703 0.03218 -0.0625 0.03357 -0.06718 0.03125 C -0.07265 0.02871 -0.07617 0.02199 -0.08138 0.01922 L -0.0871 0.01621 C -0.08776 0.01436 -0.08815 0.01181 -0.08932 0.01019 C -0.0901 0.00857 -0.09166 0.00741 -0.09244 0.00579 C -0.09414 0.00301 -0.09557 0.0007 -0.09687 -0.00185 C -0.10429 -0.01689 -0.09622 -0.00185 -0.10234 -0.01689 C -0.10312 -0.01921 -0.10442 -0.02106 -0.10546 -0.02268 C -0.10599 -0.02523 -0.10625 -0.02801 -0.10664 -0.03032 C -0.10677 -0.03171 -0.10742 -0.0331 -0.10768 -0.03472 C -0.1082 -0.0375 -0.10859 -0.04004 -0.10885 -0.04236 C -0.10911 -0.05787 -0.10976 -0.07338 -0.10963 -0.08888 C -0.10924 -0.18541 -0.10833 -0.28171 -0.10664 -0.37824 C -0.10651 -0.38194 -0.10494 -0.38518 -0.10442 -0.38865 C -0.1 -0.41504 -0.10677 -0.38171 -0.10117 -0.40509 C -0.10078 -0.4074 -0.10078 -0.40926 -0.10013 -0.41111 C -0.08828 -0.44907 -0.10924 -0.375 -0.0957 -0.42152 C -0.09479 -0.42453 -0.09453 -0.42801 -0.09349 -0.43078 C -0.09296 -0.43217 -0.09205 -0.43356 -0.09153 -0.43495 C -0.08528 -0.44976 -0.09518 -0.43009 -0.08255 -0.45301 C -0.08164 -0.45439 -0.07552 -0.46643 -0.075 -0.46666 C -0.07291 -0.46805 -0.07057 -0.46944 -0.06849 -0.47106 C -0.0638 -0.47453 -0.0621 -0.47777 -0.05729 -0.48032 C -0.05507 -0.48125 -0.04804 -0.4831 -0.04648 -0.48333 C -0.02682 -0.48472 -0.02057 -0.48472 -0.00156 -0.48472 L -0.00273 -0.4787 " pathEditMode="relative" rAng="0" ptsTypes="AAAAAAAAAAAAAAAAAAAAAAAAAAAAAAAAAAA">
                                      <p:cBhvr>
                                        <p:cTn id="67" dur="1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94" y="-22546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75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8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217 -0.00023 L 0.03217 1.11111E-6 C 0.02448 0.00023 0.01732 0.00023 0.01029 0.00116 C 0.00691 0.00162 0.00378 0.00324 0.00066 0.0044 C -0.00494 0.00602 -0.01067 0.00717 -0.01562 0.00903 C -0.02239 0.01111 -0.02799 0.01458 -0.03476 0.01667 C -0.04114 0.01852 -0.04739 0.01944 -0.05338 0.02106 C -0.07317 0.02685 -0.07135 0.02824 -0.09179 0.03194 C -0.09635 0.03287 -0.10117 0.03287 -0.10585 0.03403 C -0.11679 0.03287 -0.12838 0.03449 -0.1388 0.03194 C -0.15078 0.0294 -0.1582 0.02245 -0.16966 0.01967 L -0.18177 0.01667 C -0.1832 0.01481 -0.18398 0.01227 -0.18658 0.01042 C -0.18802 0.0088 -0.19166 0.00764 -0.19335 0.00602 C -0.197 0.00324 -0.20013 0.00069 -0.20286 -0.00185 C -0.21914 -0.01713 -0.20169 -0.00185 -0.21471 -0.01713 C -0.21666 -0.01945 -0.21953 -0.0213 -0.22174 -0.02315 C -0.22265 -0.0257 -0.2233 -0.02847 -0.22421 -0.03079 C -0.2246 -0.03241 -0.22591 -0.0338 -0.22643 -0.03542 C -0.2276 -0.0382 -0.22825 -0.04074 -0.22903 -0.04306 C -0.22955 -0.05903 -0.23112 -0.07477 -0.23072 -0.09074 C -0.22994 -0.18935 -0.22799 -0.28796 -0.22421 -0.38658 C -0.22395 -0.39028 -0.22057 -0.39352 -0.21953 -0.39722 C -0.20989 -0.42408 -0.2246 -0.39005 -0.21223 -0.41389 C -0.21132 -0.4162 -0.21132 -0.41829 -0.21015 -0.42014 C -0.18437 -0.4588 -0.22994 -0.3831 -0.20039 -0.43079 C -0.19843 -0.4338 -0.19778 -0.43727 -0.19557 -0.44005 C -0.1944 -0.44167 -0.19244 -0.44306 -0.19127 -0.44445 C -0.17812 -0.45949 -0.19947 -0.43935 -0.17213 -0.46296 C -0.17031 -0.46435 -0.15677 -0.47662 -0.15572 -0.47685 C -0.15117 -0.47824 -0.14609 -0.47963 -0.14166 -0.48125 C -0.13125 -0.48495 -0.12786 -0.4882 -0.11744 -0.49074 C -0.11263 -0.49167 -0.09739 -0.49352 -0.09388 -0.49375 C -0.05156 -0.49537 -0.03802 -0.49514 0.00313 -0.49514 L 0.00066 -0.48912 " pathEditMode="relative" rAng="0" ptsTypes="AAAAAAAAAAAAAAAAAAAAAAAAAAAAAAAAAAA">
                                      <p:cBhvr>
                                        <p:cTn id="95" dur="1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151" y="-23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5" grpId="0" animBg="1"/>
      <p:bldP spid="35" grpId="1" animBg="1"/>
      <p:bldP spid="36" grpId="0" animBg="1"/>
      <p:bldP spid="36" grpId="1" animBg="1"/>
      <p:bldP spid="56" grpId="0"/>
      <p:bldP spid="56" grpId="1"/>
      <p:bldP spid="57" grpId="0"/>
      <p:bldP spid="57" grpId="1"/>
      <p:bldP spid="58" grpId="0"/>
      <p:bldP spid="59" grpId="0" animBg="1"/>
      <p:bldP spid="6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9B7D9-38C4-9BA7-7411-CB481394E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3152-2F8B-AFF5-760B-B1B40D28B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Multi-CPUs – </a:t>
            </a:r>
            <a:r>
              <a:rPr lang="en-US" b="1" dirty="0"/>
              <a:t>Big Kern Lock</a:t>
            </a:r>
            <a:r>
              <a:rPr lang="en-US" dirty="0"/>
              <a:t> 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64B4D-5F2F-A4BC-41FC-6B2606D29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394566" cy="4547446"/>
          </a:xfrm>
        </p:spPr>
        <p:txBody>
          <a:bodyPr>
            <a:normAutofit lnSpcReduction="10000"/>
          </a:bodyPr>
          <a:lstStyle/>
          <a:p>
            <a:pPr marL="164592" indent="0" algn="just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2100" b="1" dirty="0"/>
              <a:t>Entrance:</a:t>
            </a:r>
          </a:p>
          <a:p>
            <a:pPr marL="507492" indent="-342900" algn="just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800" dirty="0"/>
              <a:t>Via </a:t>
            </a:r>
            <a:r>
              <a:rPr lang="en-US" sz="1800" b="1" dirty="0" err="1">
                <a:latin typeface="Consolas" panose="020B0609020204030204" pitchFamily="49" charset="0"/>
              </a:rPr>
              <a:t>mp_main</a:t>
            </a:r>
            <a:r>
              <a:rPr lang="en-US" sz="1800" b="1" dirty="0">
                <a:latin typeface="Consolas" panose="020B0609020204030204" pitchFamily="49" charset="0"/>
              </a:rPr>
              <a:t>()</a:t>
            </a:r>
            <a:r>
              <a:rPr lang="en-US" sz="1800" dirty="0"/>
              <a:t>: booting of each CPU</a:t>
            </a:r>
          </a:p>
          <a:p>
            <a:pPr marL="507492" indent="-342900" algn="just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800" dirty="0"/>
              <a:t>Via </a:t>
            </a:r>
            <a:r>
              <a:rPr lang="en-US" sz="1800" b="1" dirty="0">
                <a:latin typeface="Consolas" panose="020B0609020204030204" pitchFamily="49" charset="0"/>
              </a:rPr>
              <a:t>trap()</a:t>
            </a:r>
            <a:r>
              <a:rPr lang="en-US" sz="1800" dirty="0"/>
              <a:t>: System call, Exception or Interrupt</a:t>
            </a:r>
          </a:p>
          <a:p>
            <a:pPr marL="164592" lvl="0" indent="0" algn="just">
              <a:lnSpc>
                <a:spcPct val="120000"/>
              </a:lnSpc>
              <a:spcBef>
                <a:spcPts val="600"/>
              </a:spcBef>
              <a:buClr>
                <a:srgbClr val="4F81BD"/>
              </a:buClr>
              <a:buNone/>
            </a:pPr>
            <a:r>
              <a:rPr lang="en-US" sz="21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Exit:</a:t>
            </a:r>
          </a:p>
          <a:p>
            <a:pPr marL="507492" indent="-342900" algn="just">
              <a:lnSpc>
                <a:spcPct val="120000"/>
              </a:lnSpc>
              <a:spcBef>
                <a:spcPts val="600"/>
              </a:spcBef>
              <a:buClr>
                <a:srgbClr val="4F81BD"/>
              </a:buClr>
              <a:buFont typeface="+mj-lt"/>
              <a:buAutoNum type="arabicPeriod"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Via </a:t>
            </a:r>
            <a:r>
              <a:rPr lang="en-US" sz="1800" b="1" dirty="0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</a:rPr>
              <a:t>trap</a:t>
            </a:r>
            <a:r>
              <a:rPr lang="en-US" sz="1800" b="1" dirty="0">
                <a:latin typeface="Consolas" panose="020B0609020204030204" pitchFamily="49" charset="0"/>
              </a:rPr>
              <a:t>()</a:t>
            </a:r>
            <a:r>
              <a:rPr lang="en-US" sz="1800" dirty="0"/>
              <a:t>: return to same process or another process</a:t>
            </a:r>
            <a:endParaRPr lang="en-US" sz="1800" b="1" dirty="0">
              <a:solidFill>
                <a:prstClr val="black">
                  <a:lumMod val="75000"/>
                  <a:lumOff val="25000"/>
                </a:prstClr>
              </a:solidFill>
              <a:latin typeface="Consolas" panose="020B0609020204030204" pitchFamily="49" charset="0"/>
            </a:endParaRPr>
          </a:p>
          <a:p>
            <a:pPr marL="507492" indent="-342900" algn="just">
              <a:lnSpc>
                <a:spcPct val="120000"/>
              </a:lnSpc>
              <a:spcBef>
                <a:spcPts val="600"/>
              </a:spcBef>
              <a:buClr>
                <a:srgbClr val="4F81BD"/>
              </a:buClr>
              <a:buFont typeface="+mj-lt"/>
              <a:buAutoNum type="arabicPeriod"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Via </a:t>
            </a:r>
            <a:r>
              <a:rPr lang="en-US" sz="18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</a:rPr>
              <a:t>sched_halt</a:t>
            </a:r>
            <a:r>
              <a:rPr lang="en-US" sz="1800" b="1" dirty="0">
                <a:latin typeface="Consolas" panose="020B0609020204030204" pitchFamily="49" charset="0"/>
              </a:rPr>
              <a:t>()</a:t>
            </a:r>
            <a:r>
              <a:rPr lang="en-US" sz="1800" dirty="0"/>
              <a:t>: no process to schedule! CPU is halted until next clock interrupt</a:t>
            </a:r>
          </a:p>
          <a:p>
            <a:pPr marL="507492" indent="-342900" algn="just">
              <a:lnSpc>
                <a:spcPct val="120000"/>
              </a:lnSpc>
              <a:spcBef>
                <a:spcPts val="600"/>
              </a:spcBef>
              <a:buClr>
                <a:srgbClr val="4F81BD"/>
              </a:buClr>
              <a:buFont typeface="+mj-lt"/>
              <a:buAutoNum type="arabicPeriod"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Via </a:t>
            </a:r>
            <a:r>
              <a:rPr lang="en-US" sz="18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Consolas" panose="020B0609020204030204" pitchFamily="49" charset="0"/>
              </a:rPr>
              <a:t>env_start</a:t>
            </a:r>
            <a:r>
              <a:rPr lang="en-US" sz="1800" b="1" dirty="0">
                <a:latin typeface="Consolas" panose="020B0609020204030204" pitchFamily="49" charset="0"/>
              </a:rPr>
              <a:t>()</a:t>
            </a:r>
            <a:r>
              <a:rPr lang="en-US" sz="1800" dirty="0"/>
              <a:t>: new process is just started.</a:t>
            </a:r>
          </a:p>
          <a:p>
            <a:pPr marL="164592" lvl="0" indent="0" algn="just">
              <a:lnSpc>
                <a:spcPct val="120000"/>
              </a:lnSpc>
              <a:spcBef>
                <a:spcPts val="600"/>
              </a:spcBef>
              <a:buClr>
                <a:srgbClr val="4F81BD"/>
              </a:buClr>
              <a:buNone/>
            </a:pPr>
            <a:r>
              <a:rPr lang="en-US" sz="21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Rule:</a:t>
            </a:r>
          </a:p>
          <a:p>
            <a:pPr marL="450342" indent="-285750" algn="just">
              <a:lnSpc>
                <a:spcPct val="120000"/>
              </a:lnSpc>
              <a:spcBef>
                <a:spcPts val="600"/>
              </a:spcBef>
              <a:buClr>
                <a:srgbClr val="4F81BD"/>
              </a:buClr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Acquire lock before entrance</a:t>
            </a:r>
          </a:p>
          <a:p>
            <a:pPr marL="450342" indent="-285750" algn="just">
              <a:lnSpc>
                <a:spcPct val="120000"/>
              </a:lnSpc>
              <a:spcBef>
                <a:spcPts val="600"/>
              </a:spcBef>
              <a:buClr>
                <a:srgbClr val="4F81BD"/>
              </a:buClr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Release lock before exit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A6029B-2EDA-B99B-3A9B-83F535287DE6}"/>
              </a:ext>
            </a:extLst>
          </p:cNvPr>
          <p:cNvSpPr/>
          <p:nvPr/>
        </p:nvSpPr>
        <p:spPr>
          <a:xfrm>
            <a:off x="8021781" y="3428999"/>
            <a:ext cx="3563616" cy="20054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b="1" dirty="0"/>
          </a:p>
          <a:p>
            <a:pPr algn="ctr"/>
            <a:r>
              <a:rPr lang="en-US" sz="2800" b="1" dirty="0"/>
              <a:t>Kernel </a:t>
            </a:r>
            <a:endParaRPr lang="en-AE" sz="28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8CA5390-643D-40BF-EFDD-919C6C4B3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1781" y="1845734"/>
            <a:ext cx="782472" cy="79355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94D7551-F7D3-E827-C2F6-8E3855E1C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353" y="1843809"/>
            <a:ext cx="782472" cy="7935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2469EDE-BA84-6C4B-DA14-CB0624C07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389" y="1843809"/>
            <a:ext cx="782472" cy="793557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7A42E9A2-5793-F354-D78B-EF73111601DF}"/>
              </a:ext>
            </a:extLst>
          </p:cNvPr>
          <p:cNvGrpSpPr/>
          <p:nvPr/>
        </p:nvGrpSpPr>
        <p:grpSpPr>
          <a:xfrm>
            <a:off x="7974934" y="2528999"/>
            <a:ext cx="810030" cy="867725"/>
            <a:chOff x="2265969" y="3598102"/>
            <a:chExt cx="810030" cy="1147703"/>
          </a:xfrm>
        </p:grpSpPr>
        <p:sp>
          <p:nvSpPr>
            <p:cNvPr id="41" name="Freeform 4">
              <a:extLst>
                <a:ext uri="{FF2B5EF4-FFF2-40B4-BE49-F238E27FC236}">
                  <a16:creationId xmlns:a16="http://schemas.microsoft.com/office/drawing/2014/main" id="{CDA299EE-ABCD-DADE-4801-4ACD1C3F3BD1}"/>
                </a:ext>
              </a:extLst>
            </p:cNvPr>
            <p:cNvSpPr/>
            <p:nvPr/>
          </p:nvSpPr>
          <p:spPr bwMode="auto">
            <a:xfrm flipH="1">
              <a:off x="2701961" y="4003065"/>
              <a:ext cx="136999" cy="742740"/>
            </a:xfrm>
            <a:custGeom>
              <a:avLst/>
              <a:gdLst>
                <a:gd name="connsiteX0" fmla="*/ 0 w 800297"/>
                <a:gd name="connsiteY0" fmla="*/ 0 h 896815"/>
                <a:gd name="connsiteX1" fmla="*/ 219808 w 800297"/>
                <a:gd name="connsiteY1" fmla="*/ 17584 h 896815"/>
                <a:gd name="connsiteX2" fmla="*/ 298938 w 800297"/>
                <a:gd name="connsiteY2" fmla="*/ 26377 h 896815"/>
                <a:gd name="connsiteX3" fmla="*/ 325315 w 800297"/>
                <a:gd name="connsiteY3" fmla="*/ 96715 h 896815"/>
                <a:gd name="connsiteX4" fmla="*/ 334108 w 800297"/>
                <a:gd name="connsiteY4" fmla="*/ 439615 h 896815"/>
                <a:gd name="connsiteX5" fmla="*/ 351692 w 800297"/>
                <a:gd name="connsiteY5" fmla="*/ 501161 h 896815"/>
                <a:gd name="connsiteX6" fmla="*/ 386861 w 800297"/>
                <a:gd name="connsiteY6" fmla="*/ 518746 h 896815"/>
                <a:gd name="connsiteX7" fmla="*/ 422031 w 800297"/>
                <a:gd name="connsiteY7" fmla="*/ 553915 h 896815"/>
                <a:gd name="connsiteX8" fmla="*/ 483577 w 800297"/>
                <a:gd name="connsiteY8" fmla="*/ 589084 h 896815"/>
                <a:gd name="connsiteX9" fmla="*/ 509954 w 800297"/>
                <a:gd name="connsiteY9" fmla="*/ 606669 h 896815"/>
                <a:gd name="connsiteX10" fmla="*/ 553915 w 800297"/>
                <a:gd name="connsiteY10" fmla="*/ 615461 h 896815"/>
                <a:gd name="connsiteX11" fmla="*/ 615461 w 800297"/>
                <a:gd name="connsiteY11" fmla="*/ 659423 h 896815"/>
                <a:gd name="connsiteX12" fmla="*/ 650631 w 800297"/>
                <a:gd name="connsiteY12" fmla="*/ 677008 h 896815"/>
                <a:gd name="connsiteX13" fmla="*/ 677008 w 800297"/>
                <a:gd name="connsiteY13" fmla="*/ 703384 h 896815"/>
                <a:gd name="connsiteX14" fmla="*/ 729761 w 800297"/>
                <a:gd name="connsiteY14" fmla="*/ 738554 h 896815"/>
                <a:gd name="connsiteX15" fmla="*/ 756138 w 800297"/>
                <a:gd name="connsiteY15" fmla="*/ 764931 h 896815"/>
                <a:gd name="connsiteX16" fmla="*/ 791308 w 800297"/>
                <a:gd name="connsiteY16" fmla="*/ 817684 h 896815"/>
                <a:gd name="connsiteX17" fmla="*/ 800100 w 800297"/>
                <a:gd name="connsiteY17" fmla="*/ 896815 h 896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0297" h="896815">
                  <a:moveTo>
                    <a:pt x="0" y="0"/>
                  </a:moveTo>
                  <a:lnTo>
                    <a:pt x="219808" y="17584"/>
                  </a:lnTo>
                  <a:cubicBezTo>
                    <a:pt x="246244" y="19917"/>
                    <a:pt x="277707" y="10453"/>
                    <a:pt x="298938" y="26377"/>
                  </a:cubicBezTo>
                  <a:cubicBezTo>
                    <a:pt x="318970" y="41401"/>
                    <a:pt x="316523" y="73269"/>
                    <a:pt x="325315" y="96715"/>
                  </a:cubicBezTo>
                  <a:cubicBezTo>
                    <a:pt x="328246" y="211015"/>
                    <a:pt x="328796" y="325401"/>
                    <a:pt x="334108" y="439615"/>
                  </a:cubicBezTo>
                  <a:cubicBezTo>
                    <a:pt x="334119" y="439854"/>
                    <a:pt x="347538" y="497006"/>
                    <a:pt x="351692" y="501161"/>
                  </a:cubicBezTo>
                  <a:cubicBezTo>
                    <a:pt x="360960" y="510429"/>
                    <a:pt x="376376" y="510882"/>
                    <a:pt x="386861" y="518746"/>
                  </a:cubicBezTo>
                  <a:cubicBezTo>
                    <a:pt x="400124" y="528693"/>
                    <a:pt x="409443" y="543126"/>
                    <a:pt x="422031" y="553915"/>
                  </a:cubicBezTo>
                  <a:cubicBezTo>
                    <a:pt x="443456" y="572279"/>
                    <a:pt x="458624" y="574825"/>
                    <a:pt x="483577" y="589084"/>
                  </a:cubicBezTo>
                  <a:cubicBezTo>
                    <a:pt x="492752" y="594327"/>
                    <a:pt x="500060" y="602959"/>
                    <a:pt x="509954" y="606669"/>
                  </a:cubicBezTo>
                  <a:cubicBezTo>
                    <a:pt x="523946" y="611916"/>
                    <a:pt x="539261" y="612530"/>
                    <a:pt x="553915" y="615461"/>
                  </a:cubicBezTo>
                  <a:cubicBezTo>
                    <a:pt x="569001" y="626775"/>
                    <a:pt x="597471" y="649143"/>
                    <a:pt x="615461" y="659423"/>
                  </a:cubicBezTo>
                  <a:cubicBezTo>
                    <a:pt x="626841" y="665926"/>
                    <a:pt x="639965" y="669390"/>
                    <a:pt x="650631" y="677008"/>
                  </a:cubicBezTo>
                  <a:cubicBezTo>
                    <a:pt x="660749" y="684235"/>
                    <a:pt x="667193" y="695750"/>
                    <a:pt x="677008" y="703384"/>
                  </a:cubicBezTo>
                  <a:cubicBezTo>
                    <a:pt x="693690" y="716359"/>
                    <a:pt x="714817" y="723610"/>
                    <a:pt x="729761" y="738554"/>
                  </a:cubicBezTo>
                  <a:cubicBezTo>
                    <a:pt x="738553" y="747346"/>
                    <a:pt x="748504" y="755116"/>
                    <a:pt x="756138" y="764931"/>
                  </a:cubicBezTo>
                  <a:cubicBezTo>
                    <a:pt x="769113" y="781613"/>
                    <a:pt x="791308" y="817684"/>
                    <a:pt x="791308" y="817684"/>
                  </a:cubicBezTo>
                  <a:cubicBezTo>
                    <a:pt x="802399" y="873141"/>
                    <a:pt x="800100" y="846702"/>
                    <a:pt x="800100" y="896815"/>
                  </a:cubicBezTo>
                </a:path>
              </a:pathLst>
            </a:cu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ACC591F-49C5-F7B0-F67B-467D9EFE4916}"/>
                </a:ext>
              </a:extLst>
            </p:cNvPr>
            <p:cNvSpPr txBox="1"/>
            <p:nvPr/>
          </p:nvSpPr>
          <p:spPr>
            <a:xfrm>
              <a:off x="2265969" y="3598102"/>
              <a:ext cx="810030" cy="4885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Light"/>
                </a:rPr>
                <a:t>Proc A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7CE23E1-5203-8540-95A6-FA3369844029}"/>
              </a:ext>
            </a:extLst>
          </p:cNvPr>
          <p:cNvGrpSpPr/>
          <p:nvPr/>
        </p:nvGrpSpPr>
        <p:grpSpPr>
          <a:xfrm>
            <a:off x="8599883" y="2569153"/>
            <a:ext cx="2985514" cy="819692"/>
            <a:chOff x="2838961" y="3421778"/>
            <a:chExt cx="2985514" cy="1303379"/>
          </a:xfrm>
        </p:grpSpPr>
        <p:sp>
          <p:nvSpPr>
            <p:cNvPr id="44" name="Freeform 5">
              <a:extLst>
                <a:ext uri="{FF2B5EF4-FFF2-40B4-BE49-F238E27FC236}">
                  <a16:creationId xmlns:a16="http://schemas.microsoft.com/office/drawing/2014/main" id="{536F500A-4736-8390-409D-5624014BD178}"/>
                </a:ext>
              </a:extLst>
            </p:cNvPr>
            <p:cNvSpPr/>
            <p:nvPr/>
          </p:nvSpPr>
          <p:spPr bwMode="auto">
            <a:xfrm>
              <a:off x="2838961" y="3858215"/>
              <a:ext cx="2590488" cy="866942"/>
            </a:xfrm>
            <a:custGeom>
              <a:avLst/>
              <a:gdLst>
                <a:gd name="connsiteX0" fmla="*/ 808892 w 808892"/>
                <a:gd name="connsiteY0" fmla="*/ 79305 h 1134382"/>
                <a:gd name="connsiteX1" fmla="*/ 580292 w 808892"/>
                <a:gd name="connsiteY1" fmla="*/ 174 h 1134382"/>
                <a:gd name="connsiteX2" fmla="*/ 509954 w 808892"/>
                <a:gd name="connsiteY2" fmla="*/ 8966 h 1134382"/>
                <a:gd name="connsiteX3" fmla="*/ 448407 w 808892"/>
                <a:gd name="connsiteY3" fmla="*/ 44136 h 1134382"/>
                <a:gd name="connsiteX4" fmla="*/ 386861 w 808892"/>
                <a:gd name="connsiteY4" fmla="*/ 114474 h 1134382"/>
                <a:gd name="connsiteX5" fmla="*/ 342900 w 808892"/>
                <a:gd name="connsiteY5" fmla="*/ 263943 h 1134382"/>
                <a:gd name="connsiteX6" fmla="*/ 334107 w 808892"/>
                <a:gd name="connsiteY6" fmla="*/ 395828 h 1134382"/>
                <a:gd name="connsiteX7" fmla="*/ 325315 w 808892"/>
                <a:gd name="connsiteY7" fmla="*/ 879405 h 1134382"/>
                <a:gd name="connsiteX8" fmla="*/ 272561 w 808892"/>
                <a:gd name="connsiteY8" fmla="*/ 896989 h 1134382"/>
                <a:gd name="connsiteX9" fmla="*/ 246184 w 808892"/>
                <a:gd name="connsiteY9" fmla="*/ 905782 h 1134382"/>
                <a:gd name="connsiteX10" fmla="*/ 211015 w 808892"/>
                <a:gd name="connsiteY10" fmla="*/ 932159 h 1134382"/>
                <a:gd name="connsiteX11" fmla="*/ 175846 w 808892"/>
                <a:gd name="connsiteY11" fmla="*/ 940951 h 1134382"/>
                <a:gd name="connsiteX12" fmla="*/ 149469 w 808892"/>
                <a:gd name="connsiteY12" fmla="*/ 967328 h 1134382"/>
                <a:gd name="connsiteX13" fmla="*/ 140677 w 808892"/>
                <a:gd name="connsiteY13" fmla="*/ 993705 h 1134382"/>
                <a:gd name="connsiteX14" fmla="*/ 87923 w 808892"/>
                <a:gd name="connsiteY14" fmla="*/ 1011289 h 1134382"/>
                <a:gd name="connsiteX15" fmla="*/ 79131 w 808892"/>
                <a:gd name="connsiteY15" fmla="*/ 1037666 h 1134382"/>
                <a:gd name="connsiteX16" fmla="*/ 35169 w 808892"/>
                <a:gd name="connsiteY16" fmla="*/ 1090420 h 1134382"/>
                <a:gd name="connsiteX17" fmla="*/ 8792 w 808892"/>
                <a:gd name="connsiteY17" fmla="*/ 1108005 h 1134382"/>
                <a:gd name="connsiteX18" fmla="*/ 0 w 808892"/>
                <a:gd name="connsiteY18" fmla="*/ 1134382 h 1134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08892" h="1134382">
                  <a:moveTo>
                    <a:pt x="808892" y="79305"/>
                  </a:moveTo>
                  <a:cubicBezTo>
                    <a:pt x="756051" y="57547"/>
                    <a:pt x="651035" y="4336"/>
                    <a:pt x="580292" y="174"/>
                  </a:cubicBezTo>
                  <a:cubicBezTo>
                    <a:pt x="556704" y="-1214"/>
                    <a:pt x="533400" y="6035"/>
                    <a:pt x="509954" y="8966"/>
                  </a:cubicBezTo>
                  <a:cubicBezTo>
                    <a:pt x="488454" y="19716"/>
                    <a:pt x="467049" y="28601"/>
                    <a:pt x="448407" y="44136"/>
                  </a:cubicBezTo>
                  <a:cubicBezTo>
                    <a:pt x="424624" y="63956"/>
                    <a:pt x="405859" y="90728"/>
                    <a:pt x="386861" y="114474"/>
                  </a:cubicBezTo>
                  <a:cubicBezTo>
                    <a:pt x="352842" y="216532"/>
                    <a:pt x="367227" y="166631"/>
                    <a:pt x="342900" y="263943"/>
                  </a:cubicBezTo>
                  <a:cubicBezTo>
                    <a:pt x="339969" y="307905"/>
                    <a:pt x="335365" y="351787"/>
                    <a:pt x="334107" y="395828"/>
                  </a:cubicBezTo>
                  <a:cubicBezTo>
                    <a:pt x="329503" y="556981"/>
                    <a:pt x="344966" y="719388"/>
                    <a:pt x="325315" y="879405"/>
                  </a:cubicBezTo>
                  <a:cubicBezTo>
                    <a:pt x="323056" y="897803"/>
                    <a:pt x="290146" y="891127"/>
                    <a:pt x="272561" y="896989"/>
                  </a:cubicBezTo>
                  <a:lnTo>
                    <a:pt x="246184" y="905782"/>
                  </a:lnTo>
                  <a:cubicBezTo>
                    <a:pt x="234461" y="914574"/>
                    <a:pt x="224122" y="925606"/>
                    <a:pt x="211015" y="932159"/>
                  </a:cubicBezTo>
                  <a:cubicBezTo>
                    <a:pt x="200207" y="937563"/>
                    <a:pt x="186338" y="934956"/>
                    <a:pt x="175846" y="940951"/>
                  </a:cubicBezTo>
                  <a:cubicBezTo>
                    <a:pt x="165050" y="947120"/>
                    <a:pt x="158261" y="958536"/>
                    <a:pt x="149469" y="967328"/>
                  </a:cubicBezTo>
                  <a:cubicBezTo>
                    <a:pt x="146538" y="976120"/>
                    <a:pt x="148219" y="988318"/>
                    <a:pt x="140677" y="993705"/>
                  </a:cubicBezTo>
                  <a:cubicBezTo>
                    <a:pt x="125594" y="1004479"/>
                    <a:pt x="87923" y="1011289"/>
                    <a:pt x="87923" y="1011289"/>
                  </a:cubicBezTo>
                  <a:cubicBezTo>
                    <a:pt x="84992" y="1020081"/>
                    <a:pt x="83276" y="1029377"/>
                    <a:pt x="79131" y="1037666"/>
                  </a:cubicBezTo>
                  <a:cubicBezTo>
                    <a:pt x="69251" y="1057426"/>
                    <a:pt x="51836" y="1076531"/>
                    <a:pt x="35169" y="1090420"/>
                  </a:cubicBezTo>
                  <a:cubicBezTo>
                    <a:pt x="27051" y="1097185"/>
                    <a:pt x="17584" y="1102143"/>
                    <a:pt x="8792" y="1108005"/>
                  </a:cubicBezTo>
                  <a:lnTo>
                    <a:pt x="0" y="1134382"/>
                  </a:lnTo>
                </a:path>
              </a:pathLst>
            </a:cu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E98EE70-9742-CEF6-127E-F1612FFEDDBB}"/>
                </a:ext>
              </a:extLst>
            </p:cNvPr>
            <p:cNvSpPr txBox="1"/>
            <p:nvPr/>
          </p:nvSpPr>
          <p:spPr>
            <a:xfrm>
              <a:off x="5009637" y="3421778"/>
              <a:ext cx="814838" cy="5872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Light"/>
                </a:rPr>
                <a:t>Proc C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CCFCD5C-8711-F24F-0068-47D4C896BB39}"/>
              </a:ext>
            </a:extLst>
          </p:cNvPr>
          <p:cNvGrpSpPr/>
          <p:nvPr/>
        </p:nvGrpSpPr>
        <p:grpSpPr>
          <a:xfrm>
            <a:off x="8462882" y="2559876"/>
            <a:ext cx="1728785" cy="836850"/>
            <a:chOff x="2723637" y="3114270"/>
            <a:chExt cx="1728785" cy="1452299"/>
          </a:xfrm>
        </p:grpSpPr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536A4555-E1B4-CB8F-BD99-EC05D344C923}"/>
                </a:ext>
              </a:extLst>
            </p:cNvPr>
            <p:cNvSpPr/>
            <p:nvPr/>
          </p:nvSpPr>
          <p:spPr bwMode="auto">
            <a:xfrm flipH="1">
              <a:off x="2723637" y="3508880"/>
              <a:ext cx="1011187" cy="1057689"/>
            </a:xfrm>
            <a:custGeom>
              <a:avLst/>
              <a:gdLst>
                <a:gd name="connsiteX0" fmla="*/ 0 w 175846"/>
                <a:gd name="connsiteY0" fmla="*/ 0 h 1160584"/>
                <a:gd name="connsiteX1" fmla="*/ 26377 w 175846"/>
                <a:gd name="connsiteY1" fmla="*/ 246184 h 1160584"/>
                <a:gd name="connsiteX2" fmla="*/ 35169 w 175846"/>
                <a:gd name="connsiteY2" fmla="*/ 290146 h 1160584"/>
                <a:gd name="connsiteX3" fmla="*/ 43961 w 175846"/>
                <a:gd name="connsiteY3" fmla="*/ 395654 h 1160584"/>
                <a:gd name="connsiteX4" fmla="*/ 61546 w 175846"/>
                <a:gd name="connsiteY4" fmla="*/ 430823 h 1160584"/>
                <a:gd name="connsiteX5" fmla="*/ 70338 w 175846"/>
                <a:gd name="connsiteY5" fmla="*/ 509954 h 1160584"/>
                <a:gd name="connsiteX6" fmla="*/ 96715 w 175846"/>
                <a:gd name="connsiteY6" fmla="*/ 597877 h 1160584"/>
                <a:gd name="connsiteX7" fmla="*/ 114300 w 175846"/>
                <a:gd name="connsiteY7" fmla="*/ 650631 h 1160584"/>
                <a:gd name="connsiteX8" fmla="*/ 123092 w 175846"/>
                <a:gd name="connsiteY8" fmla="*/ 677008 h 1160584"/>
                <a:gd name="connsiteX9" fmla="*/ 140677 w 175846"/>
                <a:gd name="connsiteY9" fmla="*/ 703384 h 1160584"/>
                <a:gd name="connsiteX10" fmla="*/ 158261 w 175846"/>
                <a:gd name="connsiteY10" fmla="*/ 782515 h 1160584"/>
                <a:gd name="connsiteX11" fmla="*/ 167054 w 175846"/>
                <a:gd name="connsiteY11" fmla="*/ 861646 h 1160584"/>
                <a:gd name="connsiteX12" fmla="*/ 175846 w 175846"/>
                <a:gd name="connsiteY12" fmla="*/ 923192 h 1160584"/>
                <a:gd name="connsiteX13" fmla="*/ 158261 w 175846"/>
                <a:gd name="connsiteY13" fmla="*/ 1099038 h 1160584"/>
                <a:gd name="connsiteX14" fmla="*/ 140677 w 175846"/>
                <a:gd name="connsiteY14" fmla="*/ 1160584 h 1160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5846" h="1160584">
                  <a:moveTo>
                    <a:pt x="0" y="0"/>
                  </a:moveTo>
                  <a:cubicBezTo>
                    <a:pt x="2741" y="27412"/>
                    <a:pt x="17173" y="186362"/>
                    <a:pt x="26377" y="246184"/>
                  </a:cubicBezTo>
                  <a:cubicBezTo>
                    <a:pt x="28649" y="260954"/>
                    <a:pt x="32238" y="275492"/>
                    <a:pt x="35169" y="290146"/>
                  </a:cubicBezTo>
                  <a:cubicBezTo>
                    <a:pt x="38100" y="325315"/>
                    <a:pt x="37457" y="360967"/>
                    <a:pt x="43961" y="395654"/>
                  </a:cubicBezTo>
                  <a:cubicBezTo>
                    <a:pt x="46376" y="408536"/>
                    <a:pt x="58599" y="418052"/>
                    <a:pt x="61546" y="430823"/>
                  </a:cubicBezTo>
                  <a:cubicBezTo>
                    <a:pt x="67514" y="456683"/>
                    <a:pt x="66302" y="483723"/>
                    <a:pt x="70338" y="509954"/>
                  </a:cubicBezTo>
                  <a:cubicBezTo>
                    <a:pt x="74133" y="534624"/>
                    <a:pt x="89872" y="577348"/>
                    <a:pt x="96715" y="597877"/>
                  </a:cubicBezTo>
                  <a:lnTo>
                    <a:pt x="114300" y="650631"/>
                  </a:lnTo>
                  <a:cubicBezTo>
                    <a:pt x="117231" y="659423"/>
                    <a:pt x="117951" y="669297"/>
                    <a:pt x="123092" y="677008"/>
                  </a:cubicBezTo>
                  <a:lnTo>
                    <a:pt x="140677" y="703384"/>
                  </a:lnTo>
                  <a:cubicBezTo>
                    <a:pt x="147076" y="728982"/>
                    <a:pt x="154540" y="756471"/>
                    <a:pt x="158261" y="782515"/>
                  </a:cubicBezTo>
                  <a:cubicBezTo>
                    <a:pt x="162014" y="808788"/>
                    <a:pt x="163762" y="835312"/>
                    <a:pt x="167054" y="861646"/>
                  </a:cubicBezTo>
                  <a:cubicBezTo>
                    <a:pt x="169625" y="882210"/>
                    <a:pt x="172915" y="902677"/>
                    <a:pt x="175846" y="923192"/>
                  </a:cubicBezTo>
                  <a:cubicBezTo>
                    <a:pt x="175571" y="927036"/>
                    <a:pt x="169575" y="1065095"/>
                    <a:pt x="158261" y="1099038"/>
                  </a:cubicBezTo>
                  <a:cubicBezTo>
                    <a:pt x="134174" y="1171298"/>
                    <a:pt x="140677" y="1074767"/>
                    <a:pt x="140677" y="1160584"/>
                  </a:cubicBezTo>
                </a:path>
              </a:pathLst>
            </a:cu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ADFB331-6889-689E-E757-69432E973204}"/>
                </a:ext>
              </a:extLst>
            </p:cNvPr>
            <p:cNvSpPr txBox="1"/>
            <p:nvPr/>
          </p:nvSpPr>
          <p:spPr>
            <a:xfrm>
              <a:off x="3669644" y="3114270"/>
              <a:ext cx="782778" cy="436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Light"/>
                </a:rPr>
                <a:t>Proc B</a:t>
              </a:r>
            </a:p>
          </p:txBody>
        </p:sp>
      </p:grpSp>
      <p:pic>
        <p:nvPicPr>
          <p:cNvPr id="53" name="Picture 2" descr="Lock open and closed icon Royalty Free Vector Image">
            <a:extLst>
              <a:ext uri="{FF2B5EF4-FFF2-40B4-BE49-F238E27FC236}">
                <a16:creationId xmlns:a16="http://schemas.microsoft.com/office/drawing/2014/main" id="{013662B1-1A72-1737-2874-D3FA023AD3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62" t="5280" b="15380"/>
          <a:stretch>
            <a:fillRect/>
          </a:stretch>
        </p:blipFill>
        <p:spPr bwMode="auto">
          <a:xfrm>
            <a:off x="9571053" y="3318772"/>
            <a:ext cx="393247" cy="536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7EC0B116-D3D0-9682-7B0E-2286484E0057}"/>
              </a:ext>
            </a:extLst>
          </p:cNvPr>
          <p:cNvGrpSpPr/>
          <p:nvPr/>
        </p:nvGrpSpPr>
        <p:grpSpPr>
          <a:xfrm>
            <a:off x="8051433" y="3442915"/>
            <a:ext cx="953366" cy="495779"/>
            <a:chOff x="9225606" y="3422133"/>
            <a:chExt cx="953366" cy="49577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94B9BA3-8D6C-B6BB-8FF5-94FD9BD27D7B}"/>
                </a:ext>
              </a:extLst>
            </p:cNvPr>
            <p:cNvSpPr txBox="1"/>
            <p:nvPr/>
          </p:nvSpPr>
          <p:spPr>
            <a:xfrm>
              <a:off x="9225606" y="3548580"/>
              <a:ext cx="95336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sz="1800" b="1" dirty="0">
                  <a:latin typeface="Consolas" panose="020B0609020204030204" pitchFamily="49" charset="0"/>
                </a:rPr>
                <a:t>trap()</a:t>
              </a:r>
              <a:endParaRPr lang="en-AE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4731284-F509-1640-B160-79111AF6E85B}"/>
                </a:ext>
              </a:extLst>
            </p:cNvPr>
            <p:cNvGrpSpPr/>
            <p:nvPr/>
          </p:nvGrpSpPr>
          <p:grpSpPr>
            <a:xfrm flipV="1">
              <a:off x="9497653" y="3422133"/>
              <a:ext cx="388078" cy="149454"/>
              <a:chOff x="9803589" y="5257800"/>
              <a:chExt cx="388078" cy="17664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7C2A6106-0FAF-DD76-862B-7B61B3366D37}"/>
                  </a:ext>
                </a:extLst>
              </p:cNvPr>
              <p:cNvCxnSpPr>
                <a:stCxn id="17" idx="2"/>
              </p:cNvCxnSpPr>
              <p:nvPr/>
            </p:nvCxnSpPr>
            <p:spPr>
              <a:xfrm>
                <a:off x="9803589" y="5434444"/>
                <a:ext cx="388078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7CD82176-018F-C465-C534-175FD8E85772}"/>
                  </a:ext>
                </a:extLst>
              </p:cNvPr>
              <p:cNvCxnSpPr>
                <a:cxnSpLocks/>
                <a:stCxn id="17" idx="2"/>
              </p:cNvCxnSpPr>
              <p:nvPr/>
            </p:nvCxnSpPr>
            <p:spPr>
              <a:xfrm flipV="1">
                <a:off x="9803589" y="5257800"/>
                <a:ext cx="388078" cy="176644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2098F7A-9025-554A-7DAF-E9BA3578A0A9}"/>
              </a:ext>
            </a:extLst>
          </p:cNvPr>
          <p:cNvGrpSpPr/>
          <p:nvPr/>
        </p:nvGrpSpPr>
        <p:grpSpPr>
          <a:xfrm>
            <a:off x="8773190" y="5449254"/>
            <a:ext cx="1757056" cy="504415"/>
            <a:chOff x="8773190" y="5449254"/>
            <a:chExt cx="1757056" cy="50441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974E88-064B-5199-F180-CADFB52C233E}"/>
                </a:ext>
              </a:extLst>
            </p:cNvPr>
            <p:cNvSpPr txBox="1"/>
            <p:nvPr/>
          </p:nvSpPr>
          <p:spPr>
            <a:xfrm>
              <a:off x="8773190" y="5584337"/>
              <a:ext cx="175705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sz="1800" b="1" dirty="0" err="1">
                  <a:latin typeface="Consolas" panose="020B0609020204030204" pitchFamily="49" charset="0"/>
                </a:rPr>
                <a:t>Sched_halt</a:t>
              </a:r>
              <a:r>
                <a:rPr lang="en-US" sz="1800" b="1" dirty="0">
                  <a:latin typeface="Consolas" panose="020B0609020204030204" pitchFamily="49" charset="0"/>
                </a:rPr>
                <a:t>()</a:t>
              </a:r>
              <a:endParaRPr lang="en-AE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45F910B-D723-77ED-5398-2ABF5601BC13}"/>
                </a:ext>
              </a:extLst>
            </p:cNvPr>
            <p:cNvGrpSpPr/>
            <p:nvPr/>
          </p:nvGrpSpPr>
          <p:grpSpPr>
            <a:xfrm flipV="1">
              <a:off x="9580085" y="5449254"/>
              <a:ext cx="388078" cy="145856"/>
              <a:chOff x="9803589" y="5257800"/>
              <a:chExt cx="388078" cy="176644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591DBCB9-4DF9-1906-3258-D475B58BB77D}"/>
                  </a:ext>
                </a:extLst>
              </p:cNvPr>
              <p:cNvCxnSpPr/>
              <p:nvPr/>
            </p:nvCxnSpPr>
            <p:spPr>
              <a:xfrm>
                <a:off x="9803589" y="5434444"/>
                <a:ext cx="388078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ACF66C61-D364-DC55-5064-9D17A32657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3589" y="5257800"/>
                <a:ext cx="388078" cy="176644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188E86A-0AAF-C512-4427-1934A73C59C8}"/>
              </a:ext>
            </a:extLst>
          </p:cNvPr>
          <p:cNvGrpSpPr/>
          <p:nvPr/>
        </p:nvGrpSpPr>
        <p:grpSpPr>
          <a:xfrm>
            <a:off x="7915125" y="5434444"/>
            <a:ext cx="953366" cy="519225"/>
            <a:chOff x="7915125" y="5434444"/>
            <a:chExt cx="953366" cy="51922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BF227A-46BE-2EA0-3041-AC75E13D74AD}"/>
                </a:ext>
              </a:extLst>
            </p:cNvPr>
            <p:cNvSpPr txBox="1"/>
            <p:nvPr/>
          </p:nvSpPr>
          <p:spPr>
            <a:xfrm>
              <a:off x="7915125" y="5584337"/>
              <a:ext cx="95336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sz="1800" b="1" dirty="0">
                  <a:latin typeface="Consolas" panose="020B0609020204030204" pitchFamily="49" charset="0"/>
                </a:rPr>
                <a:t>trap()</a:t>
              </a:r>
              <a:endParaRPr lang="en-AE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3C71B4B-365A-6048-7094-8AD9BDAED06A}"/>
                </a:ext>
              </a:extLst>
            </p:cNvPr>
            <p:cNvGrpSpPr/>
            <p:nvPr/>
          </p:nvGrpSpPr>
          <p:grpSpPr>
            <a:xfrm flipV="1">
              <a:off x="8237974" y="5434444"/>
              <a:ext cx="388078" cy="145856"/>
              <a:chOff x="9803589" y="5257800"/>
              <a:chExt cx="388078" cy="176644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6DEDA87-D6B1-309C-71C9-A7B0DA4AD6EA}"/>
                  </a:ext>
                </a:extLst>
              </p:cNvPr>
              <p:cNvCxnSpPr/>
              <p:nvPr/>
            </p:nvCxnSpPr>
            <p:spPr>
              <a:xfrm>
                <a:off x="9803589" y="5434444"/>
                <a:ext cx="388078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771EACFB-9D1F-BC51-C771-38BA64E95F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3589" y="5257800"/>
                <a:ext cx="388078" cy="176644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7988D65-F681-FEE5-A784-6B80720A9055}"/>
              </a:ext>
            </a:extLst>
          </p:cNvPr>
          <p:cNvGrpSpPr/>
          <p:nvPr/>
        </p:nvGrpSpPr>
        <p:grpSpPr>
          <a:xfrm>
            <a:off x="10434944" y="5434443"/>
            <a:ext cx="1757056" cy="524027"/>
            <a:chOff x="10434944" y="5434443"/>
            <a:chExt cx="1757056" cy="52402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5684120-1EF6-D1AF-FC67-28CD8C85970E}"/>
                </a:ext>
              </a:extLst>
            </p:cNvPr>
            <p:cNvSpPr txBox="1"/>
            <p:nvPr/>
          </p:nvSpPr>
          <p:spPr>
            <a:xfrm>
              <a:off x="10434944" y="5589138"/>
              <a:ext cx="175705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b="1" dirty="0" err="1">
                  <a:latin typeface="Consolas" panose="020B0609020204030204" pitchFamily="49" charset="0"/>
                </a:rPr>
                <a:t>e</a:t>
              </a:r>
              <a:r>
                <a:rPr lang="en-US" sz="1800" b="1" dirty="0" err="1">
                  <a:latin typeface="Consolas" panose="020B0609020204030204" pitchFamily="49" charset="0"/>
                </a:rPr>
                <a:t>nv_start</a:t>
              </a:r>
              <a:r>
                <a:rPr lang="en-US" sz="1800" b="1" dirty="0">
                  <a:latin typeface="Consolas" panose="020B0609020204030204" pitchFamily="49" charset="0"/>
                </a:rPr>
                <a:t>()</a:t>
              </a:r>
              <a:endParaRPr lang="en-AE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27B9D06-45DA-CED5-A54D-DAA2919408B1}"/>
                </a:ext>
              </a:extLst>
            </p:cNvPr>
            <p:cNvGrpSpPr/>
            <p:nvPr/>
          </p:nvGrpSpPr>
          <p:grpSpPr>
            <a:xfrm flipV="1">
              <a:off x="11096850" y="5434443"/>
              <a:ext cx="388078" cy="145856"/>
              <a:chOff x="9803589" y="5257800"/>
              <a:chExt cx="388078" cy="176644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B4AF1402-32CA-88CB-B1F7-A322D839DBC9}"/>
                  </a:ext>
                </a:extLst>
              </p:cNvPr>
              <p:cNvCxnSpPr/>
              <p:nvPr/>
            </p:nvCxnSpPr>
            <p:spPr>
              <a:xfrm>
                <a:off x="9803589" y="5434444"/>
                <a:ext cx="388078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4883905-6F74-BA34-29FF-D5459D177F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3589" y="5257800"/>
                <a:ext cx="388078" cy="176644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0EEB6051-C82A-D55E-FD12-A2ACFC377D8A}"/>
              </a:ext>
            </a:extLst>
          </p:cNvPr>
          <p:cNvSpPr txBox="1"/>
          <p:nvPr/>
        </p:nvSpPr>
        <p:spPr>
          <a:xfrm>
            <a:off x="8902554" y="2996444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lock_kernel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endParaRPr lang="en-AE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1D5B840-5752-6231-0A48-0AFAF05CEF1B}"/>
              </a:ext>
            </a:extLst>
          </p:cNvPr>
          <p:cNvGrpSpPr/>
          <p:nvPr/>
        </p:nvGrpSpPr>
        <p:grpSpPr>
          <a:xfrm>
            <a:off x="10312785" y="3437729"/>
            <a:ext cx="1316301" cy="495779"/>
            <a:chOff x="9008145" y="3422133"/>
            <a:chExt cx="1316301" cy="495779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837382C-EC4C-0E9A-2A18-2594BDD4379F}"/>
                </a:ext>
              </a:extLst>
            </p:cNvPr>
            <p:cNvSpPr txBox="1"/>
            <p:nvPr/>
          </p:nvSpPr>
          <p:spPr>
            <a:xfrm>
              <a:off x="9008145" y="3548580"/>
              <a:ext cx="131630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 err="1">
                  <a:latin typeface="Consolas" panose="020B0609020204030204" pitchFamily="49" charset="0"/>
                </a:rPr>
                <a:t>m</a:t>
              </a:r>
              <a:r>
                <a:rPr lang="en-US" sz="1800" b="1" dirty="0" err="1">
                  <a:latin typeface="Consolas" panose="020B0609020204030204" pitchFamily="49" charset="0"/>
                </a:rPr>
                <a:t>p_main</a:t>
              </a:r>
              <a:r>
                <a:rPr lang="en-US" sz="1800" b="1" dirty="0">
                  <a:latin typeface="Consolas" panose="020B0609020204030204" pitchFamily="49" charset="0"/>
                </a:rPr>
                <a:t>()</a:t>
              </a:r>
              <a:endParaRPr lang="en-AE" dirty="0"/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24BEF973-9D0E-784E-22B3-B83410C63C2E}"/>
                </a:ext>
              </a:extLst>
            </p:cNvPr>
            <p:cNvGrpSpPr/>
            <p:nvPr/>
          </p:nvGrpSpPr>
          <p:grpSpPr>
            <a:xfrm flipV="1">
              <a:off x="9497653" y="3422133"/>
              <a:ext cx="388078" cy="149454"/>
              <a:chOff x="9803589" y="5257800"/>
              <a:chExt cx="388078" cy="176644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20AF9EA1-A74B-1759-E716-C5E64FC9AC26}"/>
                  </a:ext>
                </a:extLst>
              </p:cNvPr>
              <p:cNvCxnSpPr/>
              <p:nvPr/>
            </p:nvCxnSpPr>
            <p:spPr>
              <a:xfrm>
                <a:off x="9803589" y="5434444"/>
                <a:ext cx="388078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9D9BF76F-1C4E-9BDF-3674-3D015918CB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3589" y="5257800"/>
                <a:ext cx="388078" cy="176644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656D017-2428-F1E4-EF62-F635E353C75E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8413017" y="2639291"/>
            <a:ext cx="2590956" cy="7984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BDAD7EA-1479-CB88-F745-AF93194AE221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9803589" y="2637366"/>
            <a:ext cx="1289921" cy="8003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88128C5-E6A8-E1F7-F8E0-645F88605C1C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11121276" y="2637366"/>
            <a:ext cx="76349" cy="7916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63B72F15-A9DE-17E3-B960-2BB7B31C32F7}"/>
              </a:ext>
            </a:extLst>
          </p:cNvPr>
          <p:cNvSpPr txBox="1"/>
          <p:nvPr/>
        </p:nvSpPr>
        <p:spPr>
          <a:xfrm>
            <a:off x="8852825" y="5021406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unlock_kernel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endParaRPr lang="en-AE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790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7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8705DD8-7476-590C-AC39-258070222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AF366E0-E3D7-7C75-EF4B-53F3BD3A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Multi-CPUs – </a:t>
            </a:r>
            <a:r>
              <a:rPr lang="en-US" b="1" dirty="0"/>
              <a:t>Big Kern Lock</a:t>
            </a:r>
            <a:r>
              <a:rPr lang="en-US" dirty="0"/>
              <a:t> 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5E867-AE75-4756-8C66-20441BB9559E}"/>
              </a:ext>
            </a:extLst>
          </p:cNvPr>
          <p:cNvSpPr txBox="1"/>
          <p:nvPr/>
        </p:nvSpPr>
        <p:spPr>
          <a:xfrm>
            <a:off x="27280" y="1978721"/>
            <a:ext cx="37654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kern/conc/</a:t>
            </a:r>
            <a:r>
              <a:rPr 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bigkernellock.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endParaRPr lang="en-US" sz="18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kern/conc/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bigkernellock.c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ED1B0F-A109-832C-28E2-A08A88DAC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131" y="1978721"/>
            <a:ext cx="5953956" cy="838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19D998-F0B7-09BC-A517-7DA1A11039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131" y="2868993"/>
            <a:ext cx="3936405" cy="3410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F0232E-FF01-42D1-6911-4050F669EC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80" y="3262041"/>
            <a:ext cx="4505954" cy="10478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8EAE53B-AFB1-4EEB-F4EB-3A732C4AE8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7414" y="3262041"/>
            <a:ext cx="4734586" cy="10764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40CCB32-28BE-5926-2B20-490B5C1EAB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80" y="4318836"/>
            <a:ext cx="6064765" cy="25391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4D66784-1393-FA71-244E-787C98598B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9396" y="4309937"/>
            <a:ext cx="5725324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80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/>
          <p:cNvSpPr>
            <a:spLocks noChangeArrowheads="1"/>
          </p:cNvSpPr>
          <p:nvPr/>
        </p:nvSpPr>
        <p:spPr bwMode="auto">
          <a:xfrm>
            <a:off x="1049482" y="405245"/>
            <a:ext cx="10297391" cy="279847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anchor="ctr"/>
          <a:lstStyle/>
          <a:p>
            <a:pPr algn="ctr" eaLnBrk="0" hangingPunct="0"/>
            <a:r>
              <a:rPr lang="en-US" sz="4400" dirty="0">
                <a:solidFill>
                  <a:schemeClr val="tx2"/>
                </a:solidFill>
              </a:rPr>
              <a:t>NOW, LET’S START CODING </a:t>
            </a:r>
            <a:r>
              <a:rPr lang="en-US" sz="4400" b="1" dirty="0">
                <a:solidFill>
                  <a:schemeClr val="tx2"/>
                </a:solidFill>
              </a:rPr>
              <a:t>TOGETHER</a:t>
            </a:r>
            <a:r>
              <a:rPr lang="en-US" sz="4400" dirty="0">
                <a:solidFill>
                  <a:schemeClr val="tx2"/>
                </a:solidFill>
              </a:rPr>
              <a:t>...</a:t>
            </a:r>
          </a:p>
          <a:p>
            <a:pPr algn="ctr" eaLnBrk="0" hangingPunct="0">
              <a:lnSpc>
                <a:spcPct val="200000"/>
              </a:lnSpc>
            </a:pPr>
            <a:endParaRPr lang="en-US" sz="1400" dirty="0">
              <a:solidFill>
                <a:schemeClr val="tx2"/>
              </a:solidFill>
            </a:endParaRPr>
          </a:p>
          <a:p>
            <a:pPr algn="ctr" eaLnBrk="0" hangingPunct="0">
              <a:lnSpc>
                <a:spcPct val="200000"/>
              </a:lnSpc>
            </a:pP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 </a:t>
            </a:r>
            <a:r>
              <a:rPr lang="en-US" sz="2800" dirty="0">
                <a:solidFill>
                  <a:schemeClr val="tx2"/>
                </a:solidFill>
              </a:rPr>
              <a:t>Enjoy </a:t>
            </a:r>
            <a:r>
              <a:rPr lang="en-US" sz="2800" b="1" dirty="0">
                <a:solidFill>
                  <a:schemeClr val="tx2"/>
                </a:solidFill>
              </a:rPr>
              <a:t>developing </a:t>
            </a:r>
            <a:r>
              <a:rPr lang="en-US" sz="2800" dirty="0">
                <a:solidFill>
                  <a:schemeClr val="tx2"/>
                </a:solidFill>
              </a:rPr>
              <a:t>your </a:t>
            </a:r>
            <a:r>
              <a:rPr lang="en-US" sz="2800" b="1" dirty="0">
                <a:solidFill>
                  <a:srgbClr val="FF0000"/>
                </a:solidFill>
              </a:rPr>
              <a:t>own OS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</a:t>
            </a:r>
            <a:endParaRPr lang="en-US" sz="2800" b="1" dirty="0">
              <a:solidFill>
                <a:srgbClr val="FF0000"/>
              </a:solidFill>
            </a:endParaRPr>
          </a:p>
        </p:txBody>
      </p:sp>
      <p:pic>
        <p:nvPicPr>
          <p:cNvPr id="38915" name="Picture 7" descr="girls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0" y="3429000"/>
            <a:ext cx="2317750" cy="231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A75FAA3A6A85498CEA72B235095206" ma:contentTypeVersion="3" ma:contentTypeDescription="Create a new document." ma:contentTypeScope="" ma:versionID="72a44a82d73191e9c43e3c60289de1c3">
  <xsd:schema xmlns:xsd="http://www.w3.org/2001/XMLSchema" xmlns:xs="http://www.w3.org/2001/XMLSchema" xmlns:p="http://schemas.microsoft.com/office/2006/metadata/properties" xmlns:ns2="447c295b-992c-42e3-9042-79d4fdce0b45" targetNamespace="http://schemas.microsoft.com/office/2006/metadata/properties" ma:root="true" ma:fieldsID="0e740011ee714eba83319f1c05a554b2" ns2:_="">
    <xsd:import namespace="447c295b-992c-42e3-9042-79d4fdce0b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7c295b-992c-42e3-9042-79d4fdce0b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E4A1366-4891-4255-A1A0-8FFADD86A786}"/>
</file>

<file path=customXml/itemProps2.xml><?xml version="1.0" encoding="utf-8"?>
<ds:datastoreItem xmlns:ds="http://schemas.openxmlformats.org/officeDocument/2006/customXml" ds:itemID="{EEF44D8A-83C6-4655-BC59-18F04FA4215A}"/>
</file>

<file path=customXml/itemProps3.xml><?xml version="1.0" encoding="utf-8"?>
<ds:datastoreItem xmlns:ds="http://schemas.openxmlformats.org/officeDocument/2006/customXml" ds:itemID="{90F53E4C-6C35-4B17-82EE-1D5D2C75419F}"/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12074</TotalTime>
  <Words>2000</Words>
  <Application>Microsoft Office PowerPoint</Application>
  <PresentationFormat>Widescreen</PresentationFormat>
  <Paragraphs>369</Paragraphs>
  <Slides>32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5" baseType="lpstr">
      <vt:lpstr>굴림</vt:lpstr>
      <vt:lpstr>Arial</vt:lpstr>
      <vt:lpstr>Calibri</vt:lpstr>
      <vt:lpstr>Cambria</vt:lpstr>
      <vt:lpstr>Cambria Math</vt:lpstr>
      <vt:lpstr>Comic Sans MS</vt:lpstr>
      <vt:lpstr>Consolas</vt:lpstr>
      <vt:lpstr>Courier New</vt:lpstr>
      <vt:lpstr>Gill Sans</vt:lpstr>
      <vt:lpstr>Gill Sans Light</vt:lpstr>
      <vt:lpstr>Noto Sans Symbols</vt:lpstr>
      <vt:lpstr>Wingdings</vt:lpstr>
      <vt:lpstr>Retrospect</vt:lpstr>
      <vt:lpstr>OS’26-27 Project </vt:lpstr>
      <vt:lpstr>Agenda</vt:lpstr>
      <vt:lpstr>Agenda</vt:lpstr>
      <vt:lpstr>Pointers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LISTs in FOS</vt:lpstr>
      <vt:lpstr>How to define LISTS in FOS?</vt:lpstr>
      <vt:lpstr>How to use LISTS?</vt:lpstr>
      <vt:lpstr>System Calls</vt:lpstr>
      <vt:lpstr>System Calls – Idea </vt:lpstr>
      <vt:lpstr>System Calls – Params Validation</vt:lpstr>
      <vt:lpstr>Spin Locks</vt:lpstr>
      <vt:lpstr>Locks: Definition</vt:lpstr>
      <vt:lpstr>Locks: Implementation</vt:lpstr>
      <vt:lpstr>Locks: Implementation (SpinLock)</vt:lpstr>
      <vt:lpstr>Locks: Implementation (SpinLock)</vt:lpstr>
      <vt:lpstr>SpinLock: In Code (KERNEL)</vt:lpstr>
      <vt:lpstr>SpinLock: In Code (USER)</vt:lpstr>
      <vt:lpstr>Multi-CPUs &amp; Big Kern Lock</vt:lpstr>
      <vt:lpstr>Multi-CPUs</vt:lpstr>
      <vt:lpstr>Multi-CPUs – Functions </vt:lpstr>
      <vt:lpstr>Multi-CPUs – Scheduling </vt:lpstr>
      <vt:lpstr>Multi-CPUs – Big Kern Lock </vt:lpstr>
      <vt:lpstr>Multi-CPUs – Big Kern Lock </vt:lpstr>
      <vt:lpstr>Multi-CPUs – Big Kern Lock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OS’22 Project</dc:title>
  <dc:creator>ghada hamed ali</dc:creator>
  <cp:lastModifiedBy>Ahmed Salah ELDin</cp:lastModifiedBy>
  <cp:revision>867</cp:revision>
  <dcterms:created xsi:type="dcterms:W3CDTF">2022-10-12T14:36:57Z</dcterms:created>
  <dcterms:modified xsi:type="dcterms:W3CDTF">2026-10-12T01:30:17Z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0x010100E7A75FAA3A6A85498CEA72B235095206</vt:lpwstr>
  </property>
</Properties>
</file>